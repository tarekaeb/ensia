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61" r:id="rId3"/>
    <p:sldId id="257" r:id="rId4"/>
    <p:sldId id="259" r:id="rId5"/>
    <p:sldId id="260" r:id="rId6"/>
    <p:sldId id="272" r:id="rId7"/>
    <p:sldId id="266" r:id="rId8"/>
    <p:sldId id="258" r:id="rId9"/>
    <p:sldId id="263" r:id="rId10"/>
    <p:sldId id="264" r:id="rId11"/>
    <p:sldId id="278" r:id="rId12"/>
    <p:sldId id="279" r:id="rId13"/>
    <p:sldId id="280" r:id="rId14"/>
    <p:sldId id="285" r:id="rId15"/>
    <p:sldId id="281" r:id="rId16"/>
    <p:sldId id="282" r:id="rId17"/>
    <p:sldId id="283" r:id="rId18"/>
    <p:sldId id="284" r:id="rId19"/>
    <p:sldId id="267" r:id="rId20"/>
    <p:sldId id="273" r:id="rId21"/>
    <p:sldId id="270" r:id="rId22"/>
    <p:sldId id="271" r:id="rId23"/>
    <p:sldId id="275" r:id="rId24"/>
    <p:sldId id="274" r:id="rId25"/>
    <p:sldId id="277" r:id="rId26"/>
    <p:sldId id="276" r:id="rId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370" autoAdjust="0"/>
  </p:normalViewPr>
  <p:slideViewPr>
    <p:cSldViewPr snapToGrid="0">
      <p:cViewPr varScale="1">
        <p:scale>
          <a:sx n="68" d="100"/>
          <a:sy n="68" d="100"/>
        </p:scale>
        <p:origin x="792"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notesMaster" Target="notesMasters/notesMaster1.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viewProps" Target="viewProps.xml" /></Relationships>
</file>

<file path=ppt/diagrams/_rels/data1.xml.rels><?xml version="1.0" encoding="UTF-8" standalone="yes"?>
<Relationships xmlns="http://schemas.openxmlformats.org/package/2006/relationships"><Relationship Id="rId1" Type="http://schemas.openxmlformats.org/officeDocument/2006/relationships/hyperlink" Target="https://www.manager-go.com/gestion-de-projet/outils.htm" TargetMode="External" /></Relationships>
</file>

<file path=ppt/diagrams/_rels/drawing1.xml.rels><?xml version="1.0" encoding="UTF-8" standalone="yes"?>
<Relationships xmlns="http://schemas.openxmlformats.org/package/2006/relationships"><Relationship Id="rId1" Type="http://schemas.openxmlformats.org/officeDocument/2006/relationships/hyperlink" Target="https://www.manager-go.com/gestion-de-projet/outils.htm" TargetMode="External" /></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5724C9-C7F4-440D-8FDF-9168E8222824}"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fr-FR"/>
        </a:p>
      </dgm:t>
    </dgm:pt>
    <dgm:pt modelId="{6475283C-4917-4359-927A-43824D476A5C}">
      <dgm:prSet phldrT="[Texte]"/>
      <dgm:spPr/>
      <dgm:t>
        <a:bodyPr/>
        <a:lstStyle/>
        <a:p>
          <a:r>
            <a:rPr lang="fr-FR" b="1" dirty="0">
              <a:hlinkClick xmlns:r="http://schemas.openxmlformats.org/officeDocument/2006/relationships" r:id="rId1"/>
            </a:rPr>
            <a:t>Outils de cadrage </a:t>
          </a:r>
          <a:r>
            <a:rPr lang="fr-FR" b="1" dirty="0"/>
            <a:t>:</a:t>
          </a:r>
          <a:endParaRPr lang="fr-FR" dirty="0"/>
        </a:p>
      </dgm:t>
    </dgm:pt>
    <dgm:pt modelId="{7CC5214F-04D0-4580-B594-F57B38FAA51A}" type="parTrans" cxnId="{83CF313E-B6E4-4911-AA51-9916CFAC1AA3}">
      <dgm:prSet/>
      <dgm:spPr/>
      <dgm:t>
        <a:bodyPr/>
        <a:lstStyle/>
        <a:p>
          <a:endParaRPr lang="fr-FR"/>
        </a:p>
      </dgm:t>
    </dgm:pt>
    <dgm:pt modelId="{BC136680-7AC7-47ED-809E-0A9F021E87B1}" type="sibTrans" cxnId="{83CF313E-B6E4-4911-AA51-9916CFAC1AA3}">
      <dgm:prSet/>
      <dgm:spPr/>
      <dgm:t>
        <a:bodyPr/>
        <a:lstStyle/>
        <a:p>
          <a:endParaRPr lang="fr-FR"/>
        </a:p>
      </dgm:t>
    </dgm:pt>
    <dgm:pt modelId="{CAD2002C-CD85-4069-AF54-8B1319154C83}">
      <dgm:prSet/>
      <dgm:spPr/>
      <dgm:t>
        <a:bodyPr/>
        <a:lstStyle/>
        <a:p>
          <a:r>
            <a:rPr lang="fr-FR" b="1" dirty="0">
              <a:hlinkClick xmlns:r="http://schemas.openxmlformats.org/officeDocument/2006/relationships" r:id="rId1"/>
            </a:rPr>
            <a:t>Outils de conception </a:t>
          </a:r>
          <a:r>
            <a:rPr lang="fr-FR" b="1" dirty="0"/>
            <a:t>:</a:t>
          </a:r>
          <a:endParaRPr lang="fr-FR" dirty="0"/>
        </a:p>
      </dgm:t>
    </dgm:pt>
    <dgm:pt modelId="{E3CF60E9-E667-4C43-B06C-B3AD20161FEE}" type="parTrans" cxnId="{E61E4BE4-7596-4562-8DF6-78B6151E3BD7}">
      <dgm:prSet/>
      <dgm:spPr/>
      <dgm:t>
        <a:bodyPr/>
        <a:lstStyle/>
        <a:p>
          <a:endParaRPr lang="fr-FR"/>
        </a:p>
      </dgm:t>
    </dgm:pt>
    <dgm:pt modelId="{2B36A109-14F9-4B06-A39B-EF7A42FFD0E8}" type="sibTrans" cxnId="{E61E4BE4-7596-4562-8DF6-78B6151E3BD7}">
      <dgm:prSet/>
      <dgm:spPr/>
      <dgm:t>
        <a:bodyPr/>
        <a:lstStyle/>
        <a:p>
          <a:endParaRPr lang="fr-FR"/>
        </a:p>
      </dgm:t>
    </dgm:pt>
    <dgm:pt modelId="{373BA96D-89E6-4179-B309-7066C638EAD0}">
      <dgm:prSet/>
      <dgm:spPr/>
      <dgm:t>
        <a:bodyPr/>
        <a:lstStyle/>
        <a:p>
          <a:r>
            <a:rPr lang="fr-FR" b="1" dirty="0">
              <a:hlinkClick xmlns:r="http://schemas.openxmlformats.org/officeDocument/2006/relationships" r:id="rId1"/>
            </a:rPr>
            <a:t>Outils de conduite de projet </a:t>
          </a:r>
          <a:r>
            <a:rPr lang="fr-FR" b="1" dirty="0"/>
            <a:t>:</a:t>
          </a:r>
          <a:endParaRPr lang="fr-FR" dirty="0"/>
        </a:p>
      </dgm:t>
    </dgm:pt>
    <dgm:pt modelId="{A0F9C99E-1C44-4D04-87F8-C00BA33C195A}" type="parTrans" cxnId="{3BFAFF35-34DC-47D8-8A08-118A085AA8B9}">
      <dgm:prSet/>
      <dgm:spPr/>
      <dgm:t>
        <a:bodyPr/>
        <a:lstStyle/>
        <a:p>
          <a:endParaRPr lang="fr-FR"/>
        </a:p>
      </dgm:t>
    </dgm:pt>
    <dgm:pt modelId="{077B8B9D-899F-4F78-9945-E3101CAD068A}" type="sibTrans" cxnId="{3BFAFF35-34DC-47D8-8A08-118A085AA8B9}">
      <dgm:prSet/>
      <dgm:spPr/>
      <dgm:t>
        <a:bodyPr/>
        <a:lstStyle/>
        <a:p>
          <a:endParaRPr lang="fr-FR"/>
        </a:p>
      </dgm:t>
    </dgm:pt>
    <dgm:pt modelId="{AA2EBEDC-F33E-4A8C-8BDF-7E71CE7797DB}">
      <dgm:prSet/>
      <dgm:spPr/>
      <dgm:t>
        <a:bodyPr/>
        <a:lstStyle/>
        <a:p>
          <a:r>
            <a:rPr lang="fr-FR" b="1" dirty="0">
              <a:hlinkClick xmlns:r="http://schemas.openxmlformats.org/officeDocument/2006/relationships" r:id="rId1"/>
            </a:rPr>
            <a:t>Outils de clôture </a:t>
          </a:r>
          <a:r>
            <a:rPr lang="fr-FR" dirty="0"/>
            <a:t>:</a:t>
          </a:r>
        </a:p>
      </dgm:t>
    </dgm:pt>
    <dgm:pt modelId="{F2BA7CF9-0531-4D8E-8D18-C1AD2D475F76}" type="parTrans" cxnId="{7EB7C4EB-896E-4E1B-A290-E7A2A3034883}">
      <dgm:prSet/>
      <dgm:spPr/>
      <dgm:t>
        <a:bodyPr/>
        <a:lstStyle/>
        <a:p>
          <a:endParaRPr lang="fr-FR"/>
        </a:p>
      </dgm:t>
    </dgm:pt>
    <dgm:pt modelId="{F0A3C0D3-617D-47AD-A11E-CE0E75CF096F}" type="sibTrans" cxnId="{7EB7C4EB-896E-4E1B-A290-E7A2A3034883}">
      <dgm:prSet/>
      <dgm:spPr/>
      <dgm:t>
        <a:bodyPr/>
        <a:lstStyle/>
        <a:p>
          <a:endParaRPr lang="fr-FR"/>
        </a:p>
      </dgm:t>
    </dgm:pt>
    <dgm:pt modelId="{2BB7F459-4789-40FE-AE17-EE9C54AFB50D}">
      <dgm:prSet/>
      <dgm:spPr/>
      <dgm:t>
        <a:bodyPr/>
        <a:lstStyle/>
        <a:p>
          <a:r>
            <a:rPr lang="fr-FR"/>
            <a:t>bilan </a:t>
          </a:r>
          <a:r>
            <a:rPr lang="fr-FR" dirty="0"/>
            <a:t>de projet</a:t>
          </a:r>
        </a:p>
      </dgm:t>
    </dgm:pt>
    <dgm:pt modelId="{3EB5C447-25E0-45A0-B37C-22A73A1CBCF1}" type="parTrans" cxnId="{832104F2-7487-4BE4-9B8A-6584BACDC9C2}">
      <dgm:prSet/>
      <dgm:spPr/>
      <dgm:t>
        <a:bodyPr/>
        <a:lstStyle/>
        <a:p>
          <a:endParaRPr lang="fr-FR"/>
        </a:p>
      </dgm:t>
    </dgm:pt>
    <dgm:pt modelId="{B8676E03-DE00-4099-BBDD-86BE05F02066}" type="sibTrans" cxnId="{832104F2-7487-4BE4-9B8A-6584BACDC9C2}">
      <dgm:prSet/>
      <dgm:spPr/>
      <dgm:t>
        <a:bodyPr/>
        <a:lstStyle/>
        <a:p>
          <a:endParaRPr lang="fr-FR"/>
        </a:p>
      </dgm:t>
    </dgm:pt>
    <dgm:pt modelId="{79A4D558-D37E-4158-A364-FDCFB8B80F33}">
      <dgm:prSet/>
      <dgm:spPr/>
      <dgm:t>
        <a:bodyPr/>
        <a:lstStyle/>
        <a:p>
          <a:r>
            <a:rPr lang="fr-FR"/>
            <a:t>travail </a:t>
          </a:r>
          <a:r>
            <a:rPr lang="fr-FR" dirty="0"/>
            <a:t>de groupe, résolution de problèmes, prise de décision, pilotage, mise en place de solutions</a:t>
          </a:r>
        </a:p>
      </dgm:t>
    </dgm:pt>
    <dgm:pt modelId="{892C03FF-DE72-4F88-ABAC-8521ACAC8290}" type="parTrans" cxnId="{98135C10-4CD7-46A9-84A9-068C115A3569}">
      <dgm:prSet/>
      <dgm:spPr/>
      <dgm:t>
        <a:bodyPr/>
        <a:lstStyle/>
        <a:p>
          <a:endParaRPr lang="fr-FR"/>
        </a:p>
      </dgm:t>
    </dgm:pt>
    <dgm:pt modelId="{498B9B6F-BFF2-4E92-A46A-3043A8A70049}" type="sibTrans" cxnId="{98135C10-4CD7-46A9-84A9-068C115A3569}">
      <dgm:prSet/>
      <dgm:spPr/>
      <dgm:t>
        <a:bodyPr/>
        <a:lstStyle/>
        <a:p>
          <a:endParaRPr lang="fr-FR"/>
        </a:p>
      </dgm:t>
    </dgm:pt>
    <dgm:pt modelId="{D1D02ADB-9BB4-4BE8-8982-5FE88E3A7965}">
      <dgm:prSet/>
      <dgm:spPr/>
      <dgm:t>
        <a:bodyPr/>
        <a:lstStyle/>
        <a:p>
          <a:r>
            <a:rPr lang="fr-FR" b="1"/>
            <a:t> </a:t>
          </a:r>
          <a:r>
            <a:rPr lang="fr-FR" dirty="0"/>
            <a:t>pré-analyse, priorisation, tâche à mener, communication, gestion des risques</a:t>
          </a:r>
        </a:p>
      </dgm:t>
    </dgm:pt>
    <dgm:pt modelId="{01ED68B7-2678-4A38-9EF8-EC7F80DC1EBC}" type="parTrans" cxnId="{EDFBAADE-AA6B-44B6-B10C-AB42010290C3}">
      <dgm:prSet/>
      <dgm:spPr/>
      <dgm:t>
        <a:bodyPr/>
        <a:lstStyle/>
        <a:p>
          <a:endParaRPr lang="fr-FR"/>
        </a:p>
      </dgm:t>
    </dgm:pt>
    <dgm:pt modelId="{FB29E706-98B5-49AD-9EE2-1134F1071203}" type="sibTrans" cxnId="{EDFBAADE-AA6B-44B6-B10C-AB42010290C3}">
      <dgm:prSet/>
      <dgm:spPr/>
      <dgm:t>
        <a:bodyPr/>
        <a:lstStyle/>
        <a:p>
          <a:endParaRPr lang="fr-FR"/>
        </a:p>
      </dgm:t>
    </dgm:pt>
    <dgm:pt modelId="{93576432-5652-4106-8975-3C05D2D3BEBB}">
      <dgm:prSet phldrT="[Texte]"/>
      <dgm:spPr/>
      <dgm:t>
        <a:bodyPr/>
        <a:lstStyle/>
        <a:p>
          <a:r>
            <a:rPr lang="fr-FR"/>
            <a:t>analyse </a:t>
          </a:r>
          <a:r>
            <a:rPr lang="fr-FR" dirty="0"/>
            <a:t>des besoins, objectifs, budget, rôles et responsabilité, cahier des charges</a:t>
          </a:r>
        </a:p>
      </dgm:t>
    </dgm:pt>
    <dgm:pt modelId="{4D5D1308-CC67-4A8C-ABFA-E1BFF449BC88}" type="parTrans" cxnId="{3CC5FFB9-0EC4-4A63-AC83-73E1053A2A42}">
      <dgm:prSet/>
      <dgm:spPr/>
      <dgm:t>
        <a:bodyPr/>
        <a:lstStyle/>
        <a:p>
          <a:endParaRPr lang="fr-FR"/>
        </a:p>
      </dgm:t>
    </dgm:pt>
    <dgm:pt modelId="{B6776984-9B48-4349-B262-81FD1997A216}" type="sibTrans" cxnId="{3CC5FFB9-0EC4-4A63-AC83-73E1053A2A42}">
      <dgm:prSet/>
      <dgm:spPr/>
      <dgm:t>
        <a:bodyPr/>
        <a:lstStyle/>
        <a:p>
          <a:endParaRPr lang="fr-FR"/>
        </a:p>
      </dgm:t>
    </dgm:pt>
    <dgm:pt modelId="{6AF4A22F-F469-4074-978A-A3F2EAB8FA0E}" type="pres">
      <dgm:prSet presAssocID="{F45724C9-C7F4-440D-8FDF-9168E8222824}" presName="linear" presStyleCnt="0">
        <dgm:presLayoutVars>
          <dgm:dir/>
          <dgm:animLvl val="lvl"/>
          <dgm:resizeHandles val="exact"/>
        </dgm:presLayoutVars>
      </dgm:prSet>
      <dgm:spPr/>
    </dgm:pt>
    <dgm:pt modelId="{AF68B67A-79C0-42CD-AAE6-CD23847FA710}" type="pres">
      <dgm:prSet presAssocID="{6475283C-4917-4359-927A-43824D476A5C}" presName="parentLin" presStyleCnt="0"/>
      <dgm:spPr/>
    </dgm:pt>
    <dgm:pt modelId="{E7B68A64-7B57-4D88-A210-F125A41AAA21}" type="pres">
      <dgm:prSet presAssocID="{6475283C-4917-4359-927A-43824D476A5C}" presName="parentLeftMargin" presStyleLbl="node1" presStyleIdx="0" presStyleCnt="4"/>
      <dgm:spPr/>
    </dgm:pt>
    <dgm:pt modelId="{6EBF92F3-E3B1-43AE-8853-F623735F38C4}" type="pres">
      <dgm:prSet presAssocID="{6475283C-4917-4359-927A-43824D476A5C}" presName="parentText" presStyleLbl="node1" presStyleIdx="0" presStyleCnt="4">
        <dgm:presLayoutVars>
          <dgm:chMax val="0"/>
          <dgm:bulletEnabled val="1"/>
        </dgm:presLayoutVars>
      </dgm:prSet>
      <dgm:spPr/>
    </dgm:pt>
    <dgm:pt modelId="{AEB4BDF7-67BE-4F2E-8BA8-83C594D8DD90}" type="pres">
      <dgm:prSet presAssocID="{6475283C-4917-4359-927A-43824D476A5C}" presName="negativeSpace" presStyleCnt="0"/>
      <dgm:spPr/>
    </dgm:pt>
    <dgm:pt modelId="{E8A1DB9F-310E-4F3E-9047-3CF2A10A8552}" type="pres">
      <dgm:prSet presAssocID="{6475283C-4917-4359-927A-43824D476A5C}" presName="childText" presStyleLbl="conFgAcc1" presStyleIdx="0" presStyleCnt="4">
        <dgm:presLayoutVars>
          <dgm:bulletEnabled val="1"/>
        </dgm:presLayoutVars>
      </dgm:prSet>
      <dgm:spPr/>
    </dgm:pt>
    <dgm:pt modelId="{04C17C47-50FC-493B-AB00-A4F5EC17F2DC}" type="pres">
      <dgm:prSet presAssocID="{BC136680-7AC7-47ED-809E-0A9F021E87B1}" presName="spaceBetweenRectangles" presStyleCnt="0"/>
      <dgm:spPr/>
    </dgm:pt>
    <dgm:pt modelId="{A13BC772-E42F-4854-AEC4-59ABF1C2602A}" type="pres">
      <dgm:prSet presAssocID="{CAD2002C-CD85-4069-AF54-8B1319154C83}" presName="parentLin" presStyleCnt="0"/>
      <dgm:spPr/>
    </dgm:pt>
    <dgm:pt modelId="{E4C35CF5-284D-4714-9DDF-8110AB2244E2}" type="pres">
      <dgm:prSet presAssocID="{CAD2002C-CD85-4069-AF54-8B1319154C83}" presName="parentLeftMargin" presStyleLbl="node1" presStyleIdx="0" presStyleCnt="4"/>
      <dgm:spPr/>
    </dgm:pt>
    <dgm:pt modelId="{2EBEB344-8503-4144-BF4D-21FCB1AEAD9D}" type="pres">
      <dgm:prSet presAssocID="{CAD2002C-CD85-4069-AF54-8B1319154C83}" presName="parentText" presStyleLbl="node1" presStyleIdx="1" presStyleCnt="4">
        <dgm:presLayoutVars>
          <dgm:chMax val="0"/>
          <dgm:bulletEnabled val="1"/>
        </dgm:presLayoutVars>
      </dgm:prSet>
      <dgm:spPr/>
    </dgm:pt>
    <dgm:pt modelId="{7815C10C-8AA0-45EF-90CB-7D3D54A08FE0}" type="pres">
      <dgm:prSet presAssocID="{CAD2002C-CD85-4069-AF54-8B1319154C83}" presName="negativeSpace" presStyleCnt="0"/>
      <dgm:spPr/>
    </dgm:pt>
    <dgm:pt modelId="{49E42F8B-4F32-4C17-ABB3-04558754501E}" type="pres">
      <dgm:prSet presAssocID="{CAD2002C-CD85-4069-AF54-8B1319154C83}" presName="childText" presStyleLbl="conFgAcc1" presStyleIdx="1" presStyleCnt="4">
        <dgm:presLayoutVars>
          <dgm:bulletEnabled val="1"/>
        </dgm:presLayoutVars>
      </dgm:prSet>
      <dgm:spPr/>
    </dgm:pt>
    <dgm:pt modelId="{F9650C7E-DBC2-465D-AFF6-92635A58F4EA}" type="pres">
      <dgm:prSet presAssocID="{2B36A109-14F9-4B06-A39B-EF7A42FFD0E8}" presName="spaceBetweenRectangles" presStyleCnt="0"/>
      <dgm:spPr/>
    </dgm:pt>
    <dgm:pt modelId="{D25293D6-ED45-447B-B86B-CFABC7293D33}" type="pres">
      <dgm:prSet presAssocID="{373BA96D-89E6-4179-B309-7066C638EAD0}" presName="parentLin" presStyleCnt="0"/>
      <dgm:spPr/>
    </dgm:pt>
    <dgm:pt modelId="{FD2E9E10-3B11-463A-861B-59880FBE98E2}" type="pres">
      <dgm:prSet presAssocID="{373BA96D-89E6-4179-B309-7066C638EAD0}" presName="parentLeftMargin" presStyleLbl="node1" presStyleIdx="1" presStyleCnt="4"/>
      <dgm:spPr/>
    </dgm:pt>
    <dgm:pt modelId="{C22D7036-E88A-485C-A4F7-EB052BC09ED7}" type="pres">
      <dgm:prSet presAssocID="{373BA96D-89E6-4179-B309-7066C638EAD0}" presName="parentText" presStyleLbl="node1" presStyleIdx="2" presStyleCnt="4">
        <dgm:presLayoutVars>
          <dgm:chMax val="0"/>
          <dgm:bulletEnabled val="1"/>
        </dgm:presLayoutVars>
      </dgm:prSet>
      <dgm:spPr/>
    </dgm:pt>
    <dgm:pt modelId="{740A7FAF-119C-45AF-BBA6-98EFEF3E3242}" type="pres">
      <dgm:prSet presAssocID="{373BA96D-89E6-4179-B309-7066C638EAD0}" presName="negativeSpace" presStyleCnt="0"/>
      <dgm:spPr/>
    </dgm:pt>
    <dgm:pt modelId="{FC5BBB12-3CC9-4E9E-900A-341564A914D8}" type="pres">
      <dgm:prSet presAssocID="{373BA96D-89E6-4179-B309-7066C638EAD0}" presName="childText" presStyleLbl="conFgAcc1" presStyleIdx="2" presStyleCnt="4">
        <dgm:presLayoutVars>
          <dgm:bulletEnabled val="1"/>
        </dgm:presLayoutVars>
      </dgm:prSet>
      <dgm:spPr/>
    </dgm:pt>
    <dgm:pt modelId="{76E72A18-A871-43DE-BAC5-42DB796B1EFF}" type="pres">
      <dgm:prSet presAssocID="{077B8B9D-899F-4F78-9945-E3101CAD068A}" presName="spaceBetweenRectangles" presStyleCnt="0"/>
      <dgm:spPr/>
    </dgm:pt>
    <dgm:pt modelId="{3F02CDF9-5EDC-48D1-8A81-C203F39CBEA0}" type="pres">
      <dgm:prSet presAssocID="{AA2EBEDC-F33E-4A8C-8BDF-7E71CE7797DB}" presName="parentLin" presStyleCnt="0"/>
      <dgm:spPr/>
    </dgm:pt>
    <dgm:pt modelId="{58517C95-ACF9-4BC3-9813-014D29185336}" type="pres">
      <dgm:prSet presAssocID="{AA2EBEDC-F33E-4A8C-8BDF-7E71CE7797DB}" presName="parentLeftMargin" presStyleLbl="node1" presStyleIdx="2" presStyleCnt="4"/>
      <dgm:spPr/>
    </dgm:pt>
    <dgm:pt modelId="{6A497BFC-B70B-4E74-9B0E-81B18C3D8797}" type="pres">
      <dgm:prSet presAssocID="{AA2EBEDC-F33E-4A8C-8BDF-7E71CE7797DB}" presName="parentText" presStyleLbl="node1" presStyleIdx="3" presStyleCnt="4">
        <dgm:presLayoutVars>
          <dgm:chMax val="0"/>
          <dgm:bulletEnabled val="1"/>
        </dgm:presLayoutVars>
      </dgm:prSet>
      <dgm:spPr/>
    </dgm:pt>
    <dgm:pt modelId="{A4F095B1-3C38-437F-A494-6300C06F3BE6}" type="pres">
      <dgm:prSet presAssocID="{AA2EBEDC-F33E-4A8C-8BDF-7E71CE7797DB}" presName="negativeSpace" presStyleCnt="0"/>
      <dgm:spPr/>
    </dgm:pt>
    <dgm:pt modelId="{C4D875B2-A501-4802-9474-403FF3B6ADAC}" type="pres">
      <dgm:prSet presAssocID="{AA2EBEDC-F33E-4A8C-8BDF-7E71CE7797DB}" presName="childText" presStyleLbl="conFgAcc1" presStyleIdx="3" presStyleCnt="4">
        <dgm:presLayoutVars>
          <dgm:bulletEnabled val="1"/>
        </dgm:presLayoutVars>
      </dgm:prSet>
      <dgm:spPr/>
    </dgm:pt>
  </dgm:ptLst>
  <dgm:cxnLst>
    <dgm:cxn modelId="{98135C10-4CD7-46A9-84A9-068C115A3569}" srcId="{373BA96D-89E6-4179-B309-7066C638EAD0}" destId="{79A4D558-D37E-4158-A364-FDCFB8B80F33}" srcOrd="0" destOrd="0" parTransId="{892C03FF-DE72-4F88-ABAC-8521ACAC8290}" sibTransId="{498B9B6F-BFF2-4E92-A46A-3043A8A70049}"/>
    <dgm:cxn modelId="{179BC512-6B04-467E-9D9D-6590CD2BE6C5}" type="presOf" srcId="{373BA96D-89E6-4179-B309-7066C638EAD0}" destId="{FD2E9E10-3B11-463A-861B-59880FBE98E2}" srcOrd="0" destOrd="0" presId="urn:microsoft.com/office/officeart/2005/8/layout/list1"/>
    <dgm:cxn modelId="{80A96835-1B25-4CE8-801A-8270157ECD61}" type="presOf" srcId="{93576432-5652-4106-8975-3C05D2D3BEBB}" destId="{E8A1DB9F-310E-4F3E-9047-3CF2A10A8552}" srcOrd="0" destOrd="0" presId="urn:microsoft.com/office/officeart/2005/8/layout/list1"/>
    <dgm:cxn modelId="{3BFAFF35-34DC-47D8-8A08-118A085AA8B9}" srcId="{F45724C9-C7F4-440D-8FDF-9168E8222824}" destId="{373BA96D-89E6-4179-B309-7066C638EAD0}" srcOrd="2" destOrd="0" parTransId="{A0F9C99E-1C44-4D04-87F8-C00BA33C195A}" sibTransId="{077B8B9D-899F-4F78-9945-E3101CAD068A}"/>
    <dgm:cxn modelId="{83CF313E-B6E4-4911-AA51-9916CFAC1AA3}" srcId="{F45724C9-C7F4-440D-8FDF-9168E8222824}" destId="{6475283C-4917-4359-927A-43824D476A5C}" srcOrd="0" destOrd="0" parTransId="{7CC5214F-04D0-4580-B594-F57B38FAA51A}" sibTransId="{BC136680-7AC7-47ED-809E-0A9F021E87B1}"/>
    <dgm:cxn modelId="{497E8562-7348-4D99-9460-ABBB3AC9EB1E}" type="presOf" srcId="{AA2EBEDC-F33E-4A8C-8BDF-7E71CE7797DB}" destId="{58517C95-ACF9-4BC3-9813-014D29185336}" srcOrd="0" destOrd="0" presId="urn:microsoft.com/office/officeart/2005/8/layout/list1"/>
    <dgm:cxn modelId="{AAC25D51-B1D0-4731-87F7-B04F1509D302}" type="presOf" srcId="{2BB7F459-4789-40FE-AE17-EE9C54AFB50D}" destId="{C4D875B2-A501-4802-9474-403FF3B6ADAC}" srcOrd="0" destOrd="0" presId="urn:microsoft.com/office/officeart/2005/8/layout/list1"/>
    <dgm:cxn modelId="{DA3F5D74-18D7-4A6F-8267-8372ED9AF232}" type="presOf" srcId="{6475283C-4917-4359-927A-43824D476A5C}" destId="{6EBF92F3-E3B1-43AE-8853-F623735F38C4}" srcOrd="1" destOrd="0" presId="urn:microsoft.com/office/officeart/2005/8/layout/list1"/>
    <dgm:cxn modelId="{450D2088-A889-4DEC-B0DA-E5F25AC2597F}" type="presOf" srcId="{6475283C-4917-4359-927A-43824D476A5C}" destId="{E7B68A64-7B57-4D88-A210-F125A41AAA21}" srcOrd="0" destOrd="0" presId="urn:microsoft.com/office/officeart/2005/8/layout/list1"/>
    <dgm:cxn modelId="{2A6AEC9C-D608-4005-AA6A-7077629DE74C}" type="presOf" srcId="{373BA96D-89E6-4179-B309-7066C638EAD0}" destId="{C22D7036-E88A-485C-A4F7-EB052BC09ED7}" srcOrd="1" destOrd="0" presId="urn:microsoft.com/office/officeart/2005/8/layout/list1"/>
    <dgm:cxn modelId="{613153A4-D6C2-48EC-A13D-40A2EE4BD73F}" type="presOf" srcId="{CAD2002C-CD85-4069-AF54-8B1319154C83}" destId="{E4C35CF5-284D-4714-9DDF-8110AB2244E2}" srcOrd="0" destOrd="0" presId="urn:microsoft.com/office/officeart/2005/8/layout/list1"/>
    <dgm:cxn modelId="{4E4560B7-1174-4C45-8730-9BB5A97A45DE}" type="presOf" srcId="{79A4D558-D37E-4158-A364-FDCFB8B80F33}" destId="{FC5BBB12-3CC9-4E9E-900A-341564A914D8}" srcOrd="0" destOrd="0" presId="urn:microsoft.com/office/officeart/2005/8/layout/list1"/>
    <dgm:cxn modelId="{3CC5FFB9-0EC4-4A63-AC83-73E1053A2A42}" srcId="{6475283C-4917-4359-927A-43824D476A5C}" destId="{93576432-5652-4106-8975-3C05D2D3BEBB}" srcOrd="0" destOrd="0" parTransId="{4D5D1308-CC67-4A8C-ABFA-E1BFF449BC88}" sibTransId="{B6776984-9B48-4349-B262-81FD1997A216}"/>
    <dgm:cxn modelId="{D70D3EDD-95A6-44D4-9AD3-4E11CCDE8ECA}" type="presOf" srcId="{AA2EBEDC-F33E-4A8C-8BDF-7E71CE7797DB}" destId="{6A497BFC-B70B-4E74-9B0E-81B18C3D8797}" srcOrd="1" destOrd="0" presId="urn:microsoft.com/office/officeart/2005/8/layout/list1"/>
    <dgm:cxn modelId="{EDFBAADE-AA6B-44B6-B10C-AB42010290C3}" srcId="{CAD2002C-CD85-4069-AF54-8B1319154C83}" destId="{D1D02ADB-9BB4-4BE8-8982-5FE88E3A7965}" srcOrd="0" destOrd="0" parTransId="{01ED68B7-2678-4A38-9EF8-EC7F80DC1EBC}" sibTransId="{FB29E706-98B5-49AD-9EE2-1134F1071203}"/>
    <dgm:cxn modelId="{B8C047E4-667B-4C62-919C-B0B746EC56EB}" type="presOf" srcId="{D1D02ADB-9BB4-4BE8-8982-5FE88E3A7965}" destId="{49E42F8B-4F32-4C17-ABB3-04558754501E}" srcOrd="0" destOrd="0" presId="urn:microsoft.com/office/officeart/2005/8/layout/list1"/>
    <dgm:cxn modelId="{E61E4BE4-7596-4562-8DF6-78B6151E3BD7}" srcId="{F45724C9-C7F4-440D-8FDF-9168E8222824}" destId="{CAD2002C-CD85-4069-AF54-8B1319154C83}" srcOrd="1" destOrd="0" parTransId="{E3CF60E9-E667-4C43-B06C-B3AD20161FEE}" sibTransId="{2B36A109-14F9-4B06-A39B-EF7A42FFD0E8}"/>
    <dgm:cxn modelId="{F142F0E6-FD08-48D3-8EF8-1AB45796FB7A}" type="presOf" srcId="{F45724C9-C7F4-440D-8FDF-9168E8222824}" destId="{6AF4A22F-F469-4074-978A-A3F2EAB8FA0E}" srcOrd="0" destOrd="0" presId="urn:microsoft.com/office/officeart/2005/8/layout/list1"/>
    <dgm:cxn modelId="{73980FEA-6A75-4202-B562-EA6B7ADB859A}" type="presOf" srcId="{CAD2002C-CD85-4069-AF54-8B1319154C83}" destId="{2EBEB344-8503-4144-BF4D-21FCB1AEAD9D}" srcOrd="1" destOrd="0" presId="urn:microsoft.com/office/officeart/2005/8/layout/list1"/>
    <dgm:cxn modelId="{7EB7C4EB-896E-4E1B-A290-E7A2A3034883}" srcId="{F45724C9-C7F4-440D-8FDF-9168E8222824}" destId="{AA2EBEDC-F33E-4A8C-8BDF-7E71CE7797DB}" srcOrd="3" destOrd="0" parTransId="{F2BA7CF9-0531-4D8E-8D18-C1AD2D475F76}" sibTransId="{F0A3C0D3-617D-47AD-A11E-CE0E75CF096F}"/>
    <dgm:cxn modelId="{832104F2-7487-4BE4-9B8A-6584BACDC9C2}" srcId="{AA2EBEDC-F33E-4A8C-8BDF-7E71CE7797DB}" destId="{2BB7F459-4789-40FE-AE17-EE9C54AFB50D}" srcOrd="0" destOrd="0" parTransId="{3EB5C447-25E0-45A0-B37C-22A73A1CBCF1}" sibTransId="{B8676E03-DE00-4099-BBDD-86BE05F02066}"/>
    <dgm:cxn modelId="{3860D205-617B-4E26-84A4-462463A90DAE}" type="presParOf" srcId="{6AF4A22F-F469-4074-978A-A3F2EAB8FA0E}" destId="{AF68B67A-79C0-42CD-AAE6-CD23847FA710}" srcOrd="0" destOrd="0" presId="urn:microsoft.com/office/officeart/2005/8/layout/list1"/>
    <dgm:cxn modelId="{23F189B5-ACB9-402B-B171-400D374E3DE8}" type="presParOf" srcId="{AF68B67A-79C0-42CD-AAE6-CD23847FA710}" destId="{E7B68A64-7B57-4D88-A210-F125A41AAA21}" srcOrd="0" destOrd="0" presId="urn:microsoft.com/office/officeart/2005/8/layout/list1"/>
    <dgm:cxn modelId="{C9EB3C0C-9232-4C7D-99D2-82879E6B76C0}" type="presParOf" srcId="{AF68B67A-79C0-42CD-AAE6-CD23847FA710}" destId="{6EBF92F3-E3B1-43AE-8853-F623735F38C4}" srcOrd="1" destOrd="0" presId="urn:microsoft.com/office/officeart/2005/8/layout/list1"/>
    <dgm:cxn modelId="{805E6686-2457-470F-B3B8-16184BE1FEA1}" type="presParOf" srcId="{6AF4A22F-F469-4074-978A-A3F2EAB8FA0E}" destId="{AEB4BDF7-67BE-4F2E-8BA8-83C594D8DD90}" srcOrd="1" destOrd="0" presId="urn:microsoft.com/office/officeart/2005/8/layout/list1"/>
    <dgm:cxn modelId="{81B4367A-039A-49AF-9B83-174874B2634B}" type="presParOf" srcId="{6AF4A22F-F469-4074-978A-A3F2EAB8FA0E}" destId="{E8A1DB9F-310E-4F3E-9047-3CF2A10A8552}" srcOrd="2" destOrd="0" presId="urn:microsoft.com/office/officeart/2005/8/layout/list1"/>
    <dgm:cxn modelId="{7CF96AD6-C2E5-49D9-87C2-CC5ECF20C2B6}" type="presParOf" srcId="{6AF4A22F-F469-4074-978A-A3F2EAB8FA0E}" destId="{04C17C47-50FC-493B-AB00-A4F5EC17F2DC}" srcOrd="3" destOrd="0" presId="urn:microsoft.com/office/officeart/2005/8/layout/list1"/>
    <dgm:cxn modelId="{77E4CF5E-9C0D-4388-BDE4-A77AEE1E9668}" type="presParOf" srcId="{6AF4A22F-F469-4074-978A-A3F2EAB8FA0E}" destId="{A13BC772-E42F-4854-AEC4-59ABF1C2602A}" srcOrd="4" destOrd="0" presId="urn:microsoft.com/office/officeart/2005/8/layout/list1"/>
    <dgm:cxn modelId="{4F2B6D2F-CD85-49A7-804D-17A9674BBD4C}" type="presParOf" srcId="{A13BC772-E42F-4854-AEC4-59ABF1C2602A}" destId="{E4C35CF5-284D-4714-9DDF-8110AB2244E2}" srcOrd="0" destOrd="0" presId="urn:microsoft.com/office/officeart/2005/8/layout/list1"/>
    <dgm:cxn modelId="{E3B663FD-F41E-4756-AB9A-2C7E64983372}" type="presParOf" srcId="{A13BC772-E42F-4854-AEC4-59ABF1C2602A}" destId="{2EBEB344-8503-4144-BF4D-21FCB1AEAD9D}" srcOrd="1" destOrd="0" presId="urn:microsoft.com/office/officeart/2005/8/layout/list1"/>
    <dgm:cxn modelId="{092BD418-8FDE-4D80-B17B-DAB7CFF60518}" type="presParOf" srcId="{6AF4A22F-F469-4074-978A-A3F2EAB8FA0E}" destId="{7815C10C-8AA0-45EF-90CB-7D3D54A08FE0}" srcOrd="5" destOrd="0" presId="urn:microsoft.com/office/officeart/2005/8/layout/list1"/>
    <dgm:cxn modelId="{5FD444BB-64AF-4F8C-9693-93A1FE43A162}" type="presParOf" srcId="{6AF4A22F-F469-4074-978A-A3F2EAB8FA0E}" destId="{49E42F8B-4F32-4C17-ABB3-04558754501E}" srcOrd="6" destOrd="0" presId="urn:microsoft.com/office/officeart/2005/8/layout/list1"/>
    <dgm:cxn modelId="{41C5E549-7B2B-46F3-9DD2-3D79515B4956}" type="presParOf" srcId="{6AF4A22F-F469-4074-978A-A3F2EAB8FA0E}" destId="{F9650C7E-DBC2-465D-AFF6-92635A58F4EA}" srcOrd="7" destOrd="0" presId="urn:microsoft.com/office/officeart/2005/8/layout/list1"/>
    <dgm:cxn modelId="{9578A85F-3A37-4F26-8E42-94FFF91567AE}" type="presParOf" srcId="{6AF4A22F-F469-4074-978A-A3F2EAB8FA0E}" destId="{D25293D6-ED45-447B-B86B-CFABC7293D33}" srcOrd="8" destOrd="0" presId="urn:microsoft.com/office/officeart/2005/8/layout/list1"/>
    <dgm:cxn modelId="{CBD10A27-2B75-4AEE-853D-9BE640DB3416}" type="presParOf" srcId="{D25293D6-ED45-447B-B86B-CFABC7293D33}" destId="{FD2E9E10-3B11-463A-861B-59880FBE98E2}" srcOrd="0" destOrd="0" presId="urn:microsoft.com/office/officeart/2005/8/layout/list1"/>
    <dgm:cxn modelId="{5644D30D-B23F-4E8D-ACB1-3CA74DDDF5B5}" type="presParOf" srcId="{D25293D6-ED45-447B-B86B-CFABC7293D33}" destId="{C22D7036-E88A-485C-A4F7-EB052BC09ED7}" srcOrd="1" destOrd="0" presId="urn:microsoft.com/office/officeart/2005/8/layout/list1"/>
    <dgm:cxn modelId="{503D3020-607F-4C54-9A59-E04DBD3FCFAC}" type="presParOf" srcId="{6AF4A22F-F469-4074-978A-A3F2EAB8FA0E}" destId="{740A7FAF-119C-45AF-BBA6-98EFEF3E3242}" srcOrd="9" destOrd="0" presId="urn:microsoft.com/office/officeart/2005/8/layout/list1"/>
    <dgm:cxn modelId="{C3358ACE-2A40-4F4D-820B-A43389A4EDAB}" type="presParOf" srcId="{6AF4A22F-F469-4074-978A-A3F2EAB8FA0E}" destId="{FC5BBB12-3CC9-4E9E-900A-341564A914D8}" srcOrd="10" destOrd="0" presId="urn:microsoft.com/office/officeart/2005/8/layout/list1"/>
    <dgm:cxn modelId="{25A28E17-BED1-44F6-B2A7-170E68C0D968}" type="presParOf" srcId="{6AF4A22F-F469-4074-978A-A3F2EAB8FA0E}" destId="{76E72A18-A871-43DE-BAC5-42DB796B1EFF}" srcOrd="11" destOrd="0" presId="urn:microsoft.com/office/officeart/2005/8/layout/list1"/>
    <dgm:cxn modelId="{1634AE33-0419-4542-878B-3ECBE9776681}" type="presParOf" srcId="{6AF4A22F-F469-4074-978A-A3F2EAB8FA0E}" destId="{3F02CDF9-5EDC-48D1-8A81-C203F39CBEA0}" srcOrd="12" destOrd="0" presId="urn:microsoft.com/office/officeart/2005/8/layout/list1"/>
    <dgm:cxn modelId="{BC931882-7906-4569-B448-9E79AD97BC8C}" type="presParOf" srcId="{3F02CDF9-5EDC-48D1-8A81-C203F39CBEA0}" destId="{58517C95-ACF9-4BC3-9813-014D29185336}" srcOrd="0" destOrd="0" presId="urn:microsoft.com/office/officeart/2005/8/layout/list1"/>
    <dgm:cxn modelId="{119C7B28-32F6-42F0-8896-5F1EA55FF7A2}" type="presParOf" srcId="{3F02CDF9-5EDC-48D1-8A81-C203F39CBEA0}" destId="{6A497BFC-B70B-4E74-9B0E-81B18C3D8797}" srcOrd="1" destOrd="0" presId="urn:microsoft.com/office/officeart/2005/8/layout/list1"/>
    <dgm:cxn modelId="{3912FDCF-62BB-4DCA-9CCB-1EE5A654073D}" type="presParOf" srcId="{6AF4A22F-F469-4074-978A-A3F2EAB8FA0E}" destId="{A4F095B1-3C38-437F-A494-6300C06F3BE6}" srcOrd="13" destOrd="0" presId="urn:microsoft.com/office/officeart/2005/8/layout/list1"/>
    <dgm:cxn modelId="{46E86002-8FB8-47F8-9671-67690BE315B1}" type="presParOf" srcId="{6AF4A22F-F469-4074-978A-A3F2EAB8FA0E}" destId="{C4D875B2-A501-4802-9474-403FF3B6ADAC}"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9408C7-A3CF-4790-879D-95C8F2CDD024}" type="doc">
      <dgm:prSet loTypeId="urn:microsoft.com/office/officeart/2005/8/layout/vList6" loCatId="list" qsTypeId="urn:microsoft.com/office/officeart/2005/8/quickstyle/simple1" qsCatId="simple" csTypeId="urn:microsoft.com/office/officeart/2005/8/colors/accent1_1" csCatId="accent1" phldr="1"/>
      <dgm:spPr/>
      <dgm:t>
        <a:bodyPr/>
        <a:lstStyle/>
        <a:p>
          <a:endParaRPr lang="fr-FR"/>
        </a:p>
      </dgm:t>
    </dgm:pt>
    <dgm:pt modelId="{7FFE4F0A-9EB1-41B8-9A63-30409B2F6000}">
      <dgm:prSet phldrT="[Texte]" custT="1"/>
      <dgm:spPr/>
      <dgm:t>
        <a:bodyPr/>
        <a:lstStyle/>
        <a:p>
          <a:r>
            <a:rPr lang="fr-FR" sz="2000" b="1" dirty="0"/>
            <a:t> d'identifier les leviers de réduction des délais :</a:t>
          </a:r>
        </a:p>
      </dgm:t>
    </dgm:pt>
    <dgm:pt modelId="{CF6B581B-A9BE-4088-886E-1065EB31BAD6}" type="parTrans" cxnId="{5880E3A3-A23A-4F6F-B56E-61D2FA6289D7}">
      <dgm:prSet/>
      <dgm:spPr/>
      <dgm:t>
        <a:bodyPr/>
        <a:lstStyle/>
        <a:p>
          <a:endParaRPr lang="fr-FR" sz="2400"/>
        </a:p>
      </dgm:t>
    </dgm:pt>
    <dgm:pt modelId="{DFB13155-C5AE-4D03-B3A1-B7B0D2F19FCA}" type="sibTrans" cxnId="{5880E3A3-A23A-4F6F-B56E-61D2FA6289D7}">
      <dgm:prSet/>
      <dgm:spPr/>
      <dgm:t>
        <a:bodyPr/>
        <a:lstStyle/>
        <a:p>
          <a:endParaRPr lang="fr-FR" sz="2400"/>
        </a:p>
      </dgm:t>
    </dgm:pt>
    <dgm:pt modelId="{F0A71479-25B6-4D3F-8016-8F17473879D3}">
      <dgm:prSet custT="1"/>
      <dgm:spPr/>
      <dgm:t>
        <a:bodyPr/>
        <a:lstStyle/>
        <a:p>
          <a:r>
            <a:rPr lang="fr-FR" sz="2000" b="1" dirty="0"/>
            <a:t> de prévenir les dérapages et maîtriser les risques :</a:t>
          </a:r>
        </a:p>
      </dgm:t>
    </dgm:pt>
    <dgm:pt modelId="{A24930CB-EA7D-4895-9928-6DCDF4CC43D5}" type="parTrans" cxnId="{7C37BF9B-4E31-484C-A9B4-4458A178982C}">
      <dgm:prSet/>
      <dgm:spPr/>
      <dgm:t>
        <a:bodyPr/>
        <a:lstStyle/>
        <a:p>
          <a:endParaRPr lang="fr-FR" sz="2400"/>
        </a:p>
      </dgm:t>
    </dgm:pt>
    <dgm:pt modelId="{547E4B03-3DD4-47D4-8BB6-46D858317EA2}" type="sibTrans" cxnId="{7C37BF9B-4E31-484C-A9B4-4458A178982C}">
      <dgm:prSet/>
      <dgm:spPr/>
      <dgm:t>
        <a:bodyPr/>
        <a:lstStyle/>
        <a:p>
          <a:endParaRPr lang="fr-FR" sz="2400"/>
        </a:p>
      </dgm:t>
    </dgm:pt>
    <dgm:pt modelId="{ECBCE59F-D649-4266-B331-D4AB59DF2742}">
      <dgm:prSet custT="1"/>
      <dgm:spPr/>
      <dgm:t>
        <a:bodyPr/>
        <a:lstStyle/>
        <a:p>
          <a:r>
            <a:rPr lang="fr-FR" sz="2000" b="1" dirty="0"/>
            <a:t> d'évaluer des scénarios :</a:t>
          </a:r>
        </a:p>
      </dgm:t>
    </dgm:pt>
    <dgm:pt modelId="{61D0AE9A-BD1D-4C73-A118-73DE59D84901}" type="parTrans" cxnId="{1D04896A-C50A-4AE2-A015-681E1D56F06E}">
      <dgm:prSet/>
      <dgm:spPr/>
      <dgm:t>
        <a:bodyPr/>
        <a:lstStyle/>
        <a:p>
          <a:endParaRPr lang="fr-FR" sz="2400"/>
        </a:p>
      </dgm:t>
    </dgm:pt>
    <dgm:pt modelId="{D581F59B-4C80-4222-A140-A55EDEE5C375}" type="sibTrans" cxnId="{1D04896A-C50A-4AE2-A015-681E1D56F06E}">
      <dgm:prSet/>
      <dgm:spPr/>
      <dgm:t>
        <a:bodyPr/>
        <a:lstStyle/>
        <a:p>
          <a:endParaRPr lang="fr-FR" sz="2400"/>
        </a:p>
      </dgm:t>
    </dgm:pt>
    <dgm:pt modelId="{B1E182D5-493E-423D-AF6D-D7BC504E5AB8}">
      <dgm:prSet phldrT="[Texte]" custT="1"/>
      <dgm:spPr/>
      <dgm:t>
        <a:bodyPr/>
        <a:lstStyle/>
        <a:p>
          <a:r>
            <a:rPr lang="fr-FR" sz="1600" dirty="0"/>
            <a:t>permet de repérer les tâches prioritaires sur lesquelles agir si l’on souhaite réduire la durée du projet dans sa totalité. </a:t>
          </a:r>
        </a:p>
      </dgm:t>
    </dgm:pt>
    <dgm:pt modelId="{28A4EE90-FC52-4A4E-93BC-0CDACAD4B638}" type="parTrans" cxnId="{28FBB3B9-B4F1-4EE2-B892-B89DA71B7ED7}">
      <dgm:prSet/>
      <dgm:spPr/>
      <dgm:t>
        <a:bodyPr/>
        <a:lstStyle/>
        <a:p>
          <a:endParaRPr lang="fr-FR" sz="2400"/>
        </a:p>
      </dgm:t>
    </dgm:pt>
    <dgm:pt modelId="{E494E9E8-C385-4B90-97D8-67FBE748063B}" type="sibTrans" cxnId="{28FBB3B9-B4F1-4EE2-B892-B89DA71B7ED7}">
      <dgm:prSet/>
      <dgm:spPr/>
      <dgm:t>
        <a:bodyPr/>
        <a:lstStyle/>
        <a:p>
          <a:endParaRPr lang="fr-FR" sz="2400"/>
        </a:p>
      </dgm:t>
    </dgm:pt>
    <dgm:pt modelId="{9E45E3C6-A274-4642-9B4B-C364E9FFAB94}">
      <dgm:prSet custT="1"/>
      <dgm:spPr/>
      <dgm:t>
        <a:bodyPr/>
        <a:lstStyle/>
        <a:p>
          <a:r>
            <a:rPr lang="fr-FR" sz="1600" dirty="0"/>
            <a:t>ces mêmes tâches sont à surveiller de près pour éviter que les échéances ne dérapent à cause de retards sur ces tâches critiques. </a:t>
          </a:r>
        </a:p>
      </dgm:t>
    </dgm:pt>
    <dgm:pt modelId="{876C33EF-8120-4247-8E04-B6F5E090C7C9}" type="parTrans" cxnId="{9524178D-CC46-44BF-BBE1-69A2161A08DD}">
      <dgm:prSet/>
      <dgm:spPr/>
      <dgm:t>
        <a:bodyPr/>
        <a:lstStyle/>
        <a:p>
          <a:endParaRPr lang="fr-FR" sz="2400"/>
        </a:p>
      </dgm:t>
    </dgm:pt>
    <dgm:pt modelId="{359E8A00-3D9B-431F-B9E8-183AA3DF9C9E}" type="sibTrans" cxnId="{9524178D-CC46-44BF-BBE1-69A2161A08DD}">
      <dgm:prSet/>
      <dgm:spPr/>
      <dgm:t>
        <a:bodyPr/>
        <a:lstStyle/>
        <a:p>
          <a:endParaRPr lang="fr-FR" sz="2400"/>
        </a:p>
      </dgm:t>
    </dgm:pt>
    <dgm:pt modelId="{CDB509EF-E345-4897-8BDA-93D5A67A241D}">
      <dgm:prSet custT="1"/>
      <dgm:spPr/>
      <dgm:t>
        <a:bodyPr/>
        <a:lstStyle/>
        <a:p>
          <a:r>
            <a:rPr lang="fr-FR" sz="1600" dirty="0"/>
            <a:t>il est pertinent de tester différentes combinaisons sur une échelle de temps (enchaînement des tâches et contenu d’étapes) pour analyser les impacts sur la durée du projet en identifiant les marges du projet et chaque chemin critique. </a:t>
          </a:r>
        </a:p>
      </dgm:t>
    </dgm:pt>
    <dgm:pt modelId="{6D2DE5FB-5C5B-446E-8E86-9D303A7CD330}" type="parTrans" cxnId="{926A9905-F5CD-4C93-8358-51F13AC4BC8A}">
      <dgm:prSet/>
      <dgm:spPr/>
      <dgm:t>
        <a:bodyPr/>
        <a:lstStyle/>
        <a:p>
          <a:endParaRPr lang="fr-FR" sz="2400"/>
        </a:p>
      </dgm:t>
    </dgm:pt>
    <dgm:pt modelId="{BCAA99D6-B234-4AA5-9072-D548410849E2}" type="sibTrans" cxnId="{926A9905-F5CD-4C93-8358-51F13AC4BC8A}">
      <dgm:prSet/>
      <dgm:spPr/>
      <dgm:t>
        <a:bodyPr/>
        <a:lstStyle/>
        <a:p>
          <a:endParaRPr lang="fr-FR" sz="2400"/>
        </a:p>
      </dgm:t>
    </dgm:pt>
    <dgm:pt modelId="{E47BBD5D-91BB-442C-B545-AE0199C83BD0}" type="pres">
      <dgm:prSet presAssocID="{8A9408C7-A3CF-4790-879D-95C8F2CDD024}" presName="Name0" presStyleCnt="0">
        <dgm:presLayoutVars>
          <dgm:dir/>
          <dgm:animLvl val="lvl"/>
          <dgm:resizeHandles/>
        </dgm:presLayoutVars>
      </dgm:prSet>
      <dgm:spPr/>
    </dgm:pt>
    <dgm:pt modelId="{74FDC13D-E0C1-4C28-A7A7-71DDBAEBF2EE}" type="pres">
      <dgm:prSet presAssocID="{7FFE4F0A-9EB1-41B8-9A63-30409B2F6000}" presName="linNode" presStyleCnt="0"/>
      <dgm:spPr/>
    </dgm:pt>
    <dgm:pt modelId="{B1676F89-3D61-47F2-BF1D-CD5521357728}" type="pres">
      <dgm:prSet presAssocID="{7FFE4F0A-9EB1-41B8-9A63-30409B2F6000}" presName="parentShp" presStyleLbl="node1" presStyleIdx="0" presStyleCnt="3">
        <dgm:presLayoutVars>
          <dgm:bulletEnabled val="1"/>
        </dgm:presLayoutVars>
      </dgm:prSet>
      <dgm:spPr/>
    </dgm:pt>
    <dgm:pt modelId="{181A57CD-E60B-4C98-8210-F96883CAB203}" type="pres">
      <dgm:prSet presAssocID="{7FFE4F0A-9EB1-41B8-9A63-30409B2F6000}" presName="childShp" presStyleLbl="bgAccFollowNode1" presStyleIdx="0" presStyleCnt="3">
        <dgm:presLayoutVars>
          <dgm:bulletEnabled val="1"/>
        </dgm:presLayoutVars>
      </dgm:prSet>
      <dgm:spPr/>
    </dgm:pt>
    <dgm:pt modelId="{7767CE45-6E2F-4A72-AF1E-F05B65285FED}" type="pres">
      <dgm:prSet presAssocID="{DFB13155-C5AE-4D03-B3A1-B7B0D2F19FCA}" presName="spacing" presStyleCnt="0"/>
      <dgm:spPr/>
    </dgm:pt>
    <dgm:pt modelId="{1E4BD745-7521-4CF5-86E9-E2FE2A2ACD2E}" type="pres">
      <dgm:prSet presAssocID="{F0A71479-25B6-4D3F-8016-8F17473879D3}" presName="linNode" presStyleCnt="0"/>
      <dgm:spPr/>
    </dgm:pt>
    <dgm:pt modelId="{C0EA1566-BF83-48D1-AD6B-319CE27D2D4B}" type="pres">
      <dgm:prSet presAssocID="{F0A71479-25B6-4D3F-8016-8F17473879D3}" presName="parentShp" presStyleLbl="node1" presStyleIdx="1" presStyleCnt="3">
        <dgm:presLayoutVars>
          <dgm:bulletEnabled val="1"/>
        </dgm:presLayoutVars>
      </dgm:prSet>
      <dgm:spPr/>
    </dgm:pt>
    <dgm:pt modelId="{5169ED65-E3CD-47E4-AA8D-FC81032C14CC}" type="pres">
      <dgm:prSet presAssocID="{F0A71479-25B6-4D3F-8016-8F17473879D3}" presName="childShp" presStyleLbl="bgAccFollowNode1" presStyleIdx="1" presStyleCnt="3">
        <dgm:presLayoutVars>
          <dgm:bulletEnabled val="1"/>
        </dgm:presLayoutVars>
      </dgm:prSet>
      <dgm:spPr/>
    </dgm:pt>
    <dgm:pt modelId="{4A6FF2F3-423B-4F31-8716-32E739989DEC}" type="pres">
      <dgm:prSet presAssocID="{547E4B03-3DD4-47D4-8BB6-46D858317EA2}" presName="spacing" presStyleCnt="0"/>
      <dgm:spPr/>
    </dgm:pt>
    <dgm:pt modelId="{05BDBFC8-5471-4677-9935-425CEE71C8B2}" type="pres">
      <dgm:prSet presAssocID="{ECBCE59F-D649-4266-B331-D4AB59DF2742}" presName="linNode" presStyleCnt="0"/>
      <dgm:spPr/>
    </dgm:pt>
    <dgm:pt modelId="{8AA62B58-839E-4044-AA62-96F8F601519E}" type="pres">
      <dgm:prSet presAssocID="{ECBCE59F-D649-4266-B331-D4AB59DF2742}" presName="parentShp" presStyleLbl="node1" presStyleIdx="2" presStyleCnt="3">
        <dgm:presLayoutVars>
          <dgm:bulletEnabled val="1"/>
        </dgm:presLayoutVars>
      </dgm:prSet>
      <dgm:spPr/>
    </dgm:pt>
    <dgm:pt modelId="{9887D575-BEC0-46D6-98CF-B582CA17E81E}" type="pres">
      <dgm:prSet presAssocID="{ECBCE59F-D649-4266-B331-D4AB59DF2742}" presName="childShp" presStyleLbl="bgAccFollowNode1" presStyleIdx="2" presStyleCnt="3">
        <dgm:presLayoutVars>
          <dgm:bulletEnabled val="1"/>
        </dgm:presLayoutVars>
      </dgm:prSet>
      <dgm:spPr/>
    </dgm:pt>
  </dgm:ptLst>
  <dgm:cxnLst>
    <dgm:cxn modelId="{089A7805-FAC8-4E87-B67D-168A9C2A4F7A}" type="presOf" srcId="{F0A71479-25B6-4D3F-8016-8F17473879D3}" destId="{C0EA1566-BF83-48D1-AD6B-319CE27D2D4B}" srcOrd="0" destOrd="0" presId="urn:microsoft.com/office/officeart/2005/8/layout/vList6"/>
    <dgm:cxn modelId="{926A9905-F5CD-4C93-8358-51F13AC4BC8A}" srcId="{ECBCE59F-D649-4266-B331-D4AB59DF2742}" destId="{CDB509EF-E345-4897-8BDA-93D5A67A241D}" srcOrd="0" destOrd="0" parTransId="{6D2DE5FB-5C5B-446E-8E86-9D303A7CD330}" sibTransId="{BCAA99D6-B234-4AA5-9072-D548410849E2}"/>
    <dgm:cxn modelId="{5C715509-5479-4625-800F-71DF1F425370}" type="presOf" srcId="{9E45E3C6-A274-4642-9B4B-C364E9FFAB94}" destId="{5169ED65-E3CD-47E4-AA8D-FC81032C14CC}" srcOrd="0" destOrd="0" presId="urn:microsoft.com/office/officeart/2005/8/layout/vList6"/>
    <dgm:cxn modelId="{E8ABFF3D-BCD8-438A-A92C-5BA572D4818E}" type="presOf" srcId="{8A9408C7-A3CF-4790-879D-95C8F2CDD024}" destId="{E47BBD5D-91BB-442C-B545-AE0199C83BD0}" srcOrd="0" destOrd="0" presId="urn:microsoft.com/office/officeart/2005/8/layout/vList6"/>
    <dgm:cxn modelId="{636DB95E-8979-4BC2-B870-26997537C64B}" type="presOf" srcId="{ECBCE59F-D649-4266-B331-D4AB59DF2742}" destId="{8AA62B58-839E-4044-AA62-96F8F601519E}" srcOrd="0" destOrd="0" presId="urn:microsoft.com/office/officeart/2005/8/layout/vList6"/>
    <dgm:cxn modelId="{1D04896A-C50A-4AE2-A015-681E1D56F06E}" srcId="{8A9408C7-A3CF-4790-879D-95C8F2CDD024}" destId="{ECBCE59F-D649-4266-B331-D4AB59DF2742}" srcOrd="2" destOrd="0" parTransId="{61D0AE9A-BD1D-4C73-A118-73DE59D84901}" sibTransId="{D581F59B-4C80-4222-A140-A55EDEE5C375}"/>
    <dgm:cxn modelId="{1A1C8154-DCCA-47FF-9AB9-90C9325A7145}" type="presOf" srcId="{7FFE4F0A-9EB1-41B8-9A63-30409B2F6000}" destId="{B1676F89-3D61-47F2-BF1D-CD5521357728}" srcOrd="0" destOrd="0" presId="urn:microsoft.com/office/officeart/2005/8/layout/vList6"/>
    <dgm:cxn modelId="{04F65C7A-C5FF-4B9E-9C17-6697E4BC8456}" type="presOf" srcId="{CDB509EF-E345-4897-8BDA-93D5A67A241D}" destId="{9887D575-BEC0-46D6-98CF-B582CA17E81E}" srcOrd="0" destOrd="0" presId="urn:microsoft.com/office/officeart/2005/8/layout/vList6"/>
    <dgm:cxn modelId="{9524178D-CC46-44BF-BBE1-69A2161A08DD}" srcId="{F0A71479-25B6-4D3F-8016-8F17473879D3}" destId="{9E45E3C6-A274-4642-9B4B-C364E9FFAB94}" srcOrd="0" destOrd="0" parTransId="{876C33EF-8120-4247-8E04-B6F5E090C7C9}" sibTransId="{359E8A00-3D9B-431F-B9E8-183AA3DF9C9E}"/>
    <dgm:cxn modelId="{7C37BF9B-4E31-484C-A9B4-4458A178982C}" srcId="{8A9408C7-A3CF-4790-879D-95C8F2CDD024}" destId="{F0A71479-25B6-4D3F-8016-8F17473879D3}" srcOrd="1" destOrd="0" parTransId="{A24930CB-EA7D-4895-9928-6DCDF4CC43D5}" sibTransId="{547E4B03-3DD4-47D4-8BB6-46D858317EA2}"/>
    <dgm:cxn modelId="{5880E3A3-A23A-4F6F-B56E-61D2FA6289D7}" srcId="{8A9408C7-A3CF-4790-879D-95C8F2CDD024}" destId="{7FFE4F0A-9EB1-41B8-9A63-30409B2F6000}" srcOrd="0" destOrd="0" parTransId="{CF6B581B-A9BE-4088-886E-1065EB31BAD6}" sibTransId="{DFB13155-C5AE-4D03-B3A1-B7B0D2F19FCA}"/>
    <dgm:cxn modelId="{49C9B4AD-C14D-434C-BE3E-D794AB3C9FCE}" type="presOf" srcId="{B1E182D5-493E-423D-AF6D-D7BC504E5AB8}" destId="{181A57CD-E60B-4C98-8210-F96883CAB203}" srcOrd="0" destOrd="0" presId="urn:microsoft.com/office/officeart/2005/8/layout/vList6"/>
    <dgm:cxn modelId="{28FBB3B9-B4F1-4EE2-B892-B89DA71B7ED7}" srcId="{7FFE4F0A-9EB1-41B8-9A63-30409B2F6000}" destId="{B1E182D5-493E-423D-AF6D-D7BC504E5AB8}" srcOrd="0" destOrd="0" parTransId="{28A4EE90-FC52-4A4E-93BC-0CDACAD4B638}" sibTransId="{E494E9E8-C385-4B90-97D8-67FBE748063B}"/>
    <dgm:cxn modelId="{1AB30827-9BBE-4D67-9048-7D7B8B6BF20E}" type="presParOf" srcId="{E47BBD5D-91BB-442C-B545-AE0199C83BD0}" destId="{74FDC13D-E0C1-4C28-A7A7-71DDBAEBF2EE}" srcOrd="0" destOrd="0" presId="urn:microsoft.com/office/officeart/2005/8/layout/vList6"/>
    <dgm:cxn modelId="{2A71D10F-BC01-4221-B1B5-0808CFE163E2}" type="presParOf" srcId="{74FDC13D-E0C1-4C28-A7A7-71DDBAEBF2EE}" destId="{B1676F89-3D61-47F2-BF1D-CD5521357728}" srcOrd="0" destOrd="0" presId="urn:microsoft.com/office/officeart/2005/8/layout/vList6"/>
    <dgm:cxn modelId="{D3381736-D1ED-48A1-A291-71685A6C49C9}" type="presParOf" srcId="{74FDC13D-E0C1-4C28-A7A7-71DDBAEBF2EE}" destId="{181A57CD-E60B-4C98-8210-F96883CAB203}" srcOrd="1" destOrd="0" presId="urn:microsoft.com/office/officeart/2005/8/layout/vList6"/>
    <dgm:cxn modelId="{DDC78A62-9CEA-4393-9DFB-6961A2C5E35A}" type="presParOf" srcId="{E47BBD5D-91BB-442C-B545-AE0199C83BD0}" destId="{7767CE45-6E2F-4A72-AF1E-F05B65285FED}" srcOrd="1" destOrd="0" presId="urn:microsoft.com/office/officeart/2005/8/layout/vList6"/>
    <dgm:cxn modelId="{5BF4F470-61C4-4A27-B448-9BB930650A7A}" type="presParOf" srcId="{E47BBD5D-91BB-442C-B545-AE0199C83BD0}" destId="{1E4BD745-7521-4CF5-86E9-E2FE2A2ACD2E}" srcOrd="2" destOrd="0" presId="urn:microsoft.com/office/officeart/2005/8/layout/vList6"/>
    <dgm:cxn modelId="{77A72A7D-C478-4C78-BBCD-EEBDDABA426F}" type="presParOf" srcId="{1E4BD745-7521-4CF5-86E9-E2FE2A2ACD2E}" destId="{C0EA1566-BF83-48D1-AD6B-319CE27D2D4B}" srcOrd="0" destOrd="0" presId="urn:microsoft.com/office/officeart/2005/8/layout/vList6"/>
    <dgm:cxn modelId="{236A4B10-7348-4B2D-93E7-3BAE5097B1DE}" type="presParOf" srcId="{1E4BD745-7521-4CF5-86E9-E2FE2A2ACD2E}" destId="{5169ED65-E3CD-47E4-AA8D-FC81032C14CC}" srcOrd="1" destOrd="0" presId="urn:microsoft.com/office/officeart/2005/8/layout/vList6"/>
    <dgm:cxn modelId="{9D9BA4B0-B837-4D7D-97AC-5C7D27EC56EF}" type="presParOf" srcId="{E47BBD5D-91BB-442C-B545-AE0199C83BD0}" destId="{4A6FF2F3-423B-4F31-8716-32E739989DEC}" srcOrd="3" destOrd="0" presId="urn:microsoft.com/office/officeart/2005/8/layout/vList6"/>
    <dgm:cxn modelId="{A23D193D-3589-43A8-A437-C76D1326DB0F}" type="presParOf" srcId="{E47BBD5D-91BB-442C-B545-AE0199C83BD0}" destId="{05BDBFC8-5471-4677-9935-425CEE71C8B2}" srcOrd="4" destOrd="0" presId="urn:microsoft.com/office/officeart/2005/8/layout/vList6"/>
    <dgm:cxn modelId="{7F244794-0D62-474B-8780-32551215C64B}" type="presParOf" srcId="{05BDBFC8-5471-4677-9935-425CEE71C8B2}" destId="{8AA62B58-839E-4044-AA62-96F8F601519E}" srcOrd="0" destOrd="0" presId="urn:microsoft.com/office/officeart/2005/8/layout/vList6"/>
    <dgm:cxn modelId="{F031F0C1-FBF0-41DC-9934-42F917BA3125}" type="presParOf" srcId="{05BDBFC8-5471-4677-9935-425CEE71C8B2}" destId="{9887D575-BEC0-46D6-98CF-B582CA17E81E}"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3428E55-ED89-4B6E-B718-8D4A415550C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0D89A5FA-31E3-4550-B12C-9D1DCC4F7345}">
      <dgm:prSet phldrT="[Texte]"/>
      <dgm:spPr/>
      <dgm:t>
        <a:bodyPr/>
        <a:lstStyle/>
        <a:p>
          <a:r>
            <a:rPr lang="fr-FR" dirty="0"/>
            <a:t> 1. Apporter des ressources supplémentaires aux tâches du chemin critique </a:t>
          </a:r>
        </a:p>
      </dgm:t>
    </dgm:pt>
    <dgm:pt modelId="{6D1AF390-A3DB-4BA3-9FC5-2C5EBA235013}" type="parTrans" cxnId="{7E167582-C921-4614-BB41-1BD5D78FDAFB}">
      <dgm:prSet/>
      <dgm:spPr/>
      <dgm:t>
        <a:bodyPr/>
        <a:lstStyle/>
        <a:p>
          <a:endParaRPr lang="fr-FR"/>
        </a:p>
      </dgm:t>
    </dgm:pt>
    <dgm:pt modelId="{3662C04F-EC7A-42B9-8268-CFE12FD93F7D}" type="sibTrans" cxnId="{7E167582-C921-4614-BB41-1BD5D78FDAFB}">
      <dgm:prSet/>
      <dgm:spPr/>
      <dgm:t>
        <a:bodyPr/>
        <a:lstStyle/>
        <a:p>
          <a:endParaRPr lang="fr-FR"/>
        </a:p>
      </dgm:t>
    </dgm:pt>
    <dgm:pt modelId="{006FDA9D-AF3C-44EE-BB96-EF0E48862AD8}">
      <dgm:prSet phldrT="[Texte]"/>
      <dgm:spPr/>
      <dgm:t>
        <a:bodyPr/>
        <a:lstStyle/>
        <a:p>
          <a:pPr algn="just"/>
          <a:r>
            <a:rPr lang="fr-FR" dirty="0"/>
            <a:t> plus de personnel, sous-traitance de certaines activités… Si tant est que ces moyens complémentaires permettent réellement d’en raccourcir la durée et que ces ressources soient mobilisables. </a:t>
          </a:r>
        </a:p>
      </dgm:t>
    </dgm:pt>
    <dgm:pt modelId="{F3C077D8-2E16-44AD-B1B8-0BE819CC6C7C}" type="parTrans" cxnId="{52BDD8E5-89D6-4B5E-A23F-0ADC17A2495E}">
      <dgm:prSet/>
      <dgm:spPr/>
      <dgm:t>
        <a:bodyPr/>
        <a:lstStyle/>
        <a:p>
          <a:endParaRPr lang="fr-FR"/>
        </a:p>
      </dgm:t>
    </dgm:pt>
    <dgm:pt modelId="{52EAE5E4-2BA8-4083-A3C6-4BF3604F89D3}" type="sibTrans" cxnId="{52BDD8E5-89D6-4B5E-A23F-0ADC17A2495E}">
      <dgm:prSet/>
      <dgm:spPr/>
      <dgm:t>
        <a:bodyPr/>
        <a:lstStyle/>
        <a:p>
          <a:endParaRPr lang="fr-FR"/>
        </a:p>
      </dgm:t>
    </dgm:pt>
    <dgm:pt modelId="{45BCABC3-082E-41D1-A99D-FC541CC6B664}">
      <dgm:prSet phldrT="[Texte]"/>
      <dgm:spPr/>
      <dgm:t>
        <a:bodyPr/>
        <a:lstStyle/>
        <a:p>
          <a:pPr algn="just"/>
          <a:r>
            <a:rPr lang="fr-FR" dirty="0"/>
            <a:t>La conséquence est l’inflation du coût du projet par rapport au budget initial.</a:t>
          </a:r>
        </a:p>
      </dgm:t>
    </dgm:pt>
    <dgm:pt modelId="{87DEBA00-1AEE-474D-9BAD-1E4EA8728102}" type="parTrans" cxnId="{D33D8C9B-97DE-47D6-8EDE-FF44F2CDB0C3}">
      <dgm:prSet/>
      <dgm:spPr/>
      <dgm:t>
        <a:bodyPr/>
        <a:lstStyle/>
        <a:p>
          <a:endParaRPr lang="fr-FR"/>
        </a:p>
      </dgm:t>
    </dgm:pt>
    <dgm:pt modelId="{7E1624F9-0288-4641-A920-69655C56EBBE}" type="sibTrans" cxnId="{D33D8C9B-97DE-47D6-8EDE-FF44F2CDB0C3}">
      <dgm:prSet/>
      <dgm:spPr/>
      <dgm:t>
        <a:bodyPr/>
        <a:lstStyle/>
        <a:p>
          <a:endParaRPr lang="fr-FR"/>
        </a:p>
      </dgm:t>
    </dgm:pt>
    <dgm:pt modelId="{6627A401-4ED7-4F9E-9C70-E47D730C9330}">
      <dgm:prSet phldrT="[Texte]"/>
      <dgm:spPr/>
      <dgm:t>
        <a:bodyPr/>
        <a:lstStyle/>
        <a:p>
          <a:pPr algn="just"/>
          <a:endParaRPr lang="fr-FR" dirty="0"/>
        </a:p>
      </dgm:t>
    </dgm:pt>
    <dgm:pt modelId="{EAA8B640-DF8C-428E-84AD-04C805ED18C3}" type="parTrans" cxnId="{EB107124-7113-4D44-8DC7-9F0EC153A497}">
      <dgm:prSet/>
      <dgm:spPr/>
      <dgm:t>
        <a:bodyPr/>
        <a:lstStyle/>
        <a:p>
          <a:endParaRPr lang="fr-FR"/>
        </a:p>
      </dgm:t>
    </dgm:pt>
    <dgm:pt modelId="{4E6EEBB7-358C-4075-BCFA-19A38CCC14A6}" type="sibTrans" cxnId="{EB107124-7113-4D44-8DC7-9F0EC153A497}">
      <dgm:prSet/>
      <dgm:spPr/>
      <dgm:t>
        <a:bodyPr/>
        <a:lstStyle/>
        <a:p>
          <a:endParaRPr lang="fr-FR"/>
        </a:p>
      </dgm:t>
    </dgm:pt>
    <dgm:pt modelId="{00712C71-149C-4D73-84CE-27CD4946E24C}" type="pres">
      <dgm:prSet presAssocID="{03428E55-ED89-4B6E-B718-8D4A415550CA}" presName="linear" presStyleCnt="0">
        <dgm:presLayoutVars>
          <dgm:animLvl val="lvl"/>
          <dgm:resizeHandles val="exact"/>
        </dgm:presLayoutVars>
      </dgm:prSet>
      <dgm:spPr/>
    </dgm:pt>
    <dgm:pt modelId="{9AEDEF3D-56A9-4746-AE7C-B4360881A97C}" type="pres">
      <dgm:prSet presAssocID="{0D89A5FA-31E3-4550-B12C-9D1DCC4F7345}" presName="parentText" presStyleLbl="node1" presStyleIdx="0" presStyleCnt="1">
        <dgm:presLayoutVars>
          <dgm:chMax val="0"/>
          <dgm:bulletEnabled val="1"/>
        </dgm:presLayoutVars>
      </dgm:prSet>
      <dgm:spPr/>
    </dgm:pt>
    <dgm:pt modelId="{3053AC9C-1D00-495E-901F-182B177FD714}" type="pres">
      <dgm:prSet presAssocID="{0D89A5FA-31E3-4550-B12C-9D1DCC4F7345}" presName="childText" presStyleLbl="revTx" presStyleIdx="0" presStyleCnt="1">
        <dgm:presLayoutVars>
          <dgm:bulletEnabled val="1"/>
        </dgm:presLayoutVars>
      </dgm:prSet>
      <dgm:spPr/>
    </dgm:pt>
  </dgm:ptLst>
  <dgm:cxnLst>
    <dgm:cxn modelId="{EB107124-7113-4D44-8DC7-9F0EC153A497}" srcId="{0D89A5FA-31E3-4550-B12C-9D1DCC4F7345}" destId="{6627A401-4ED7-4F9E-9C70-E47D730C9330}" srcOrd="1" destOrd="0" parTransId="{EAA8B640-DF8C-428E-84AD-04C805ED18C3}" sibTransId="{4E6EEBB7-358C-4075-BCFA-19A38CCC14A6}"/>
    <dgm:cxn modelId="{101CC127-5F35-41A1-973D-C1E59CC907C2}" type="presOf" srcId="{03428E55-ED89-4B6E-B718-8D4A415550CA}" destId="{00712C71-149C-4D73-84CE-27CD4946E24C}" srcOrd="0" destOrd="0" presId="urn:microsoft.com/office/officeart/2005/8/layout/vList2"/>
    <dgm:cxn modelId="{0DC7B85B-FBAE-4397-A499-CD61DE42DC72}" type="presOf" srcId="{0D89A5FA-31E3-4550-B12C-9D1DCC4F7345}" destId="{9AEDEF3D-56A9-4746-AE7C-B4360881A97C}" srcOrd="0" destOrd="0" presId="urn:microsoft.com/office/officeart/2005/8/layout/vList2"/>
    <dgm:cxn modelId="{B3B88B65-F553-42D8-A695-3CF03370199E}" type="presOf" srcId="{006FDA9D-AF3C-44EE-BB96-EF0E48862AD8}" destId="{3053AC9C-1D00-495E-901F-182B177FD714}" srcOrd="0" destOrd="0" presId="urn:microsoft.com/office/officeart/2005/8/layout/vList2"/>
    <dgm:cxn modelId="{7E167582-C921-4614-BB41-1BD5D78FDAFB}" srcId="{03428E55-ED89-4B6E-B718-8D4A415550CA}" destId="{0D89A5FA-31E3-4550-B12C-9D1DCC4F7345}" srcOrd="0" destOrd="0" parTransId="{6D1AF390-A3DB-4BA3-9FC5-2C5EBA235013}" sibTransId="{3662C04F-EC7A-42B9-8268-CFE12FD93F7D}"/>
    <dgm:cxn modelId="{C3B0C98F-562B-45E5-912E-818368246CEE}" type="presOf" srcId="{45BCABC3-082E-41D1-A99D-FC541CC6B664}" destId="{3053AC9C-1D00-495E-901F-182B177FD714}" srcOrd="0" destOrd="2" presId="urn:microsoft.com/office/officeart/2005/8/layout/vList2"/>
    <dgm:cxn modelId="{D33D8C9B-97DE-47D6-8EDE-FF44F2CDB0C3}" srcId="{0D89A5FA-31E3-4550-B12C-9D1DCC4F7345}" destId="{45BCABC3-082E-41D1-A99D-FC541CC6B664}" srcOrd="2" destOrd="0" parTransId="{87DEBA00-1AEE-474D-9BAD-1E4EA8728102}" sibTransId="{7E1624F9-0288-4641-A920-69655C56EBBE}"/>
    <dgm:cxn modelId="{52BDD8E5-89D6-4B5E-A23F-0ADC17A2495E}" srcId="{0D89A5FA-31E3-4550-B12C-9D1DCC4F7345}" destId="{006FDA9D-AF3C-44EE-BB96-EF0E48862AD8}" srcOrd="0" destOrd="0" parTransId="{F3C077D8-2E16-44AD-B1B8-0BE819CC6C7C}" sibTransId="{52EAE5E4-2BA8-4083-A3C6-4BF3604F89D3}"/>
    <dgm:cxn modelId="{1D0E49F0-AC95-471E-BB89-3F3AD9E16ABB}" type="presOf" srcId="{6627A401-4ED7-4F9E-9C70-E47D730C9330}" destId="{3053AC9C-1D00-495E-901F-182B177FD714}" srcOrd="0" destOrd="1" presId="urn:microsoft.com/office/officeart/2005/8/layout/vList2"/>
    <dgm:cxn modelId="{63F2FAE5-488C-4B48-A251-7DA65EF20D64}" type="presParOf" srcId="{00712C71-149C-4D73-84CE-27CD4946E24C}" destId="{9AEDEF3D-56A9-4746-AE7C-B4360881A97C}" srcOrd="0" destOrd="0" presId="urn:microsoft.com/office/officeart/2005/8/layout/vList2"/>
    <dgm:cxn modelId="{29EF5238-62F6-4386-BD6F-032F4B421AC6}" type="presParOf" srcId="{00712C71-149C-4D73-84CE-27CD4946E24C}" destId="{3053AC9C-1D00-495E-901F-182B177FD714}"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6D3B538-0A44-4A86-A49E-253836C906A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A29B5988-F5E6-4949-9A1A-6E2A2B281AD9}">
      <dgm:prSet phldrT="[Texte]" custT="1"/>
      <dgm:spPr/>
      <dgm:t>
        <a:bodyPr/>
        <a:lstStyle/>
        <a:p>
          <a:r>
            <a:rPr lang="fr-FR" sz="3200" dirty="0"/>
            <a:t>2.  Traiter des tâches en parallèle alors qu’elles devaient être enchaînées.</a:t>
          </a:r>
        </a:p>
      </dgm:t>
    </dgm:pt>
    <dgm:pt modelId="{A8D45C46-AF41-4A95-8F1D-5565B5930738}" type="parTrans" cxnId="{E382DFB0-4BA8-45B1-B284-B59FFDAF7077}">
      <dgm:prSet/>
      <dgm:spPr/>
      <dgm:t>
        <a:bodyPr/>
        <a:lstStyle/>
        <a:p>
          <a:endParaRPr lang="fr-FR"/>
        </a:p>
      </dgm:t>
    </dgm:pt>
    <dgm:pt modelId="{BFFF1BFE-E28B-4119-88BF-2218379E6932}" type="sibTrans" cxnId="{E382DFB0-4BA8-45B1-B284-B59FFDAF7077}">
      <dgm:prSet/>
      <dgm:spPr/>
      <dgm:t>
        <a:bodyPr/>
        <a:lstStyle/>
        <a:p>
          <a:endParaRPr lang="fr-FR"/>
        </a:p>
      </dgm:t>
    </dgm:pt>
    <dgm:pt modelId="{0C5AED30-BC43-49DB-BC6A-476775F086D8}">
      <dgm:prSet custT="1"/>
      <dgm:spPr/>
      <dgm:t>
        <a:bodyPr/>
        <a:lstStyle/>
        <a:p>
          <a:pPr algn="just">
            <a:lnSpc>
              <a:spcPct val="150000"/>
            </a:lnSpc>
          </a:pPr>
          <a:r>
            <a:rPr lang="fr-FR" sz="2000" dirty="0"/>
            <a:t>Il s’agit de commencer plus tôt que prévu une activité sans attendre la fin de la précédente dont elle dépend</a:t>
          </a:r>
        </a:p>
      </dgm:t>
    </dgm:pt>
    <dgm:pt modelId="{E833B5E9-974F-4E4B-92D8-7F4969FE95A8}" type="parTrans" cxnId="{0123B6C5-AFA9-4898-8DF8-E58AFEB4A38D}">
      <dgm:prSet/>
      <dgm:spPr/>
      <dgm:t>
        <a:bodyPr/>
        <a:lstStyle/>
        <a:p>
          <a:endParaRPr lang="fr-FR"/>
        </a:p>
      </dgm:t>
    </dgm:pt>
    <dgm:pt modelId="{C0040256-6408-4937-81CF-331588A6A550}" type="sibTrans" cxnId="{0123B6C5-AFA9-4898-8DF8-E58AFEB4A38D}">
      <dgm:prSet/>
      <dgm:spPr/>
      <dgm:t>
        <a:bodyPr/>
        <a:lstStyle/>
        <a:p>
          <a:endParaRPr lang="fr-FR"/>
        </a:p>
      </dgm:t>
    </dgm:pt>
    <dgm:pt modelId="{BBD1E7CA-010B-4D1B-903F-A7D9BDD7631B}">
      <dgm:prSet custT="1"/>
      <dgm:spPr/>
      <dgm:t>
        <a:bodyPr/>
        <a:lstStyle/>
        <a:p>
          <a:pPr algn="just">
            <a:lnSpc>
              <a:spcPct val="150000"/>
            </a:lnSpc>
          </a:pPr>
          <a:r>
            <a:rPr lang="fr-FR" sz="2000" dirty="0"/>
            <a:t>- exemple : débuter les travaux avant que le cahier des charges ne soit finalisé, démarrer la construction d’un prototype sans que l’étude soit totalement terminée, etc. </a:t>
          </a:r>
        </a:p>
      </dgm:t>
    </dgm:pt>
    <dgm:pt modelId="{199E7F37-3A4F-4181-A743-8E403768BC38}" type="parTrans" cxnId="{75471704-C2D6-4D2C-977E-42615E63FE6D}">
      <dgm:prSet/>
      <dgm:spPr/>
      <dgm:t>
        <a:bodyPr/>
        <a:lstStyle/>
        <a:p>
          <a:endParaRPr lang="fr-FR"/>
        </a:p>
      </dgm:t>
    </dgm:pt>
    <dgm:pt modelId="{1E3DBBE9-58AB-430E-AF56-F6EFB158398A}" type="sibTrans" cxnId="{75471704-C2D6-4D2C-977E-42615E63FE6D}">
      <dgm:prSet/>
      <dgm:spPr/>
      <dgm:t>
        <a:bodyPr/>
        <a:lstStyle/>
        <a:p>
          <a:endParaRPr lang="fr-FR"/>
        </a:p>
      </dgm:t>
    </dgm:pt>
    <dgm:pt modelId="{BDFAF15D-4809-4A2D-B81C-8478C03AFF97}">
      <dgm:prSet custT="1"/>
      <dgm:spPr/>
      <dgm:t>
        <a:bodyPr/>
        <a:lstStyle/>
        <a:p>
          <a:pPr algn="just">
            <a:lnSpc>
              <a:spcPct val="150000"/>
            </a:lnSpc>
          </a:pPr>
          <a:r>
            <a:rPr lang="fr-FR" sz="2000" dirty="0"/>
            <a:t>Dans cette situation, il convient d’apprécier deux types de risques </a:t>
          </a:r>
          <a:r>
            <a:rPr lang="fr-FR" sz="2000" b="1" dirty="0"/>
            <a:t>: le risque qualité</a:t>
          </a:r>
          <a:r>
            <a:rPr lang="fr-FR" sz="2000" dirty="0"/>
            <a:t>, où ce changement d'organisation peut engendrer un niveau de qualité moindre que ce qui était attendu - et </a:t>
          </a:r>
          <a:r>
            <a:rPr lang="fr-FR" sz="2000" b="1" dirty="0"/>
            <a:t>un risque financier</a:t>
          </a:r>
          <a:r>
            <a:rPr lang="fr-FR" sz="2000" dirty="0"/>
            <a:t>, notamment si la tâche anticipée prend la mauvaise direction et qu’il faille recommencer en totalité ou en partie, ou encore modifier certains points avec, de nouveau, un risque qualité.</a:t>
          </a:r>
        </a:p>
      </dgm:t>
    </dgm:pt>
    <dgm:pt modelId="{A2786D19-15CA-4AAB-A5D7-1B5906904530}" type="parTrans" cxnId="{09D27C12-FB31-48AD-A7EB-C4B5E7F518AA}">
      <dgm:prSet/>
      <dgm:spPr/>
      <dgm:t>
        <a:bodyPr/>
        <a:lstStyle/>
        <a:p>
          <a:endParaRPr lang="fr-FR"/>
        </a:p>
      </dgm:t>
    </dgm:pt>
    <dgm:pt modelId="{1E8DE16F-C6BA-4067-B475-6816311A7BB2}" type="sibTrans" cxnId="{09D27C12-FB31-48AD-A7EB-C4B5E7F518AA}">
      <dgm:prSet/>
      <dgm:spPr/>
      <dgm:t>
        <a:bodyPr/>
        <a:lstStyle/>
        <a:p>
          <a:endParaRPr lang="fr-FR"/>
        </a:p>
      </dgm:t>
    </dgm:pt>
    <dgm:pt modelId="{BC364C36-AC88-47E3-9C9C-438D515AF10C}" type="pres">
      <dgm:prSet presAssocID="{76D3B538-0A44-4A86-A49E-253836C906AA}" presName="linear" presStyleCnt="0">
        <dgm:presLayoutVars>
          <dgm:animLvl val="lvl"/>
          <dgm:resizeHandles val="exact"/>
        </dgm:presLayoutVars>
      </dgm:prSet>
      <dgm:spPr/>
    </dgm:pt>
    <dgm:pt modelId="{6164D353-EB35-4A41-A9AD-269086C8CB4C}" type="pres">
      <dgm:prSet presAssocID="{A29B5988-F5E6-4949-9A1A-6E2A2B281AD9}" presName="parentText" presStyleLbl="node1" presStyleIdx="0" presStyleCnt="1">
        <dgm:presLayoutVars>
          <dgm:chMax val="0"/>
          <dgm:bulletEnabled val="1"/>
        </dgm:presLayoutVars>
      </dgm:prSet>
      <dgm:spPr/>
    </dgm:pt>
    <dgm:pt modelId="{15B405B1-782C-4719-9E6E-1B9E91456EDE}" type="pres">
      <dgm:prSet presAssocID="{A29B5988-F5E6-4949-9A1A-6E2A2B281AD9}" presName="childText" presStyleLbl="revTx" presStyleIdx="0" presStyleCnt="1" custScaleY="115754">
        <dgm:presLayoutVars>
          <dgm:bulletEnabled val="1"/>
        </dgm:presLayoutVars>
      </dgm:prSet>
      <dgm:spPr/>
    </dgm:pt>
  </dgm:ptLst>
  <dgm:cxnLst>
    <dgm:cxn modelId="{75471704-C2D6-4D2C-977E-42615E63FE6D}" srcId="{A29B5988-F5E6-4949-9A1A-6E2A2B281AD9}" destId="{BBD1E7CA-010B-4D1B-903F-A7D9BDD7631B}" srcOrd="1" destOrd="0" parTransId="{199E7F37-3A4F-4181-A743-8E403768BC38}" sibTransId="{1E3DBBE9-58AB-430E-AF56-F6EFB158398A}"/>
    <dgm:cxn modelId="{09D27C12-FB31-48AD-A7EB-C4B5E7F518AA}" srcId="{A29B5988-F5E6-4949-9A1A-6E2A2B281AD9}" destId="{BDFAF15D-4809-4A2D-B81C-8478C03AFF97}" srcOrd="2" destOrd="0" parTransId="{A2786D19-15CA-4AAB-A5D7-1B5906904530}" sibTransId="{1E8DE16F-C6BA-4067-B475-6816311A7BB2}"/>
    <dgm:cxn modelId="{A14B2B29-CC12-41CA-874A-6280E0D2136A}" type="presOf" srcId="{A29B5988-F5E6-4949-9A1A-6E2A2B281AD9}" destId="{6164D353-EB35-4A41-A9AD-269086C8CB4C}" srcOrd="0" destOrd="0" presId="urn:microsoft.com/office/officeart/2005/8/layout/vList2"/>
    <dgm:cxn modelId="{DDCBE746-0B51-4F20-A05D-09809CA7C30E}" type="presOf" srcId="{BBD1E7CA-010B-4D1B-903F-A7D9BDD7631B}" destId="{15B405B1-782C-4719-9E6E-1B9E91456EDE}" srcOrd="0" destOrd="1" presId="urn:microsoft.com/office/officeart/2005/8/layout/vList2"/>
    <dgm:cxn modelId="{B7E2F687-1EF6-4907-952A-3EB6B12DE6F1}" type="presOf" srcId="{BDFAF15D-4809-4A2D-B81C-8478C03AFF97}" destId="{15B405B1-782C-4719-9E6E-1B9E91456EDE}" srcOrd="0" destOrd="2" presId="urn:microsoft.com/office/officeart/2005/8/layout/vList2"/>
    <dgm:cxn modelId="{E382DFB0-4BA8-45B1-B284-B59FFDAF7077}" srcId="{76D3B538-0A44-4A86-A49E-253836C906AA}" destId="{A29B5988-F5E6-4949-9A1A-6E2A2B281AD9}" srcOrd="0" destOrd="0" parTransId="{A8D45C46-AF41-4A95-8F1D-5565B5930738}" sibTransId="{BFFF1BFE-E28B-4119-88BF-2218379E6932}"/>
    <dgm:cxn modelId="{0123B6C5-AFA9-4898-8DF8-E58AFEB4A38D}" srcId="{A29B5988-F5E6-4949-9A1A-6E2A2B281AD9}" destId="{0C5AED30-BC43-49DB-BC6A-476775F086D8}" srcOrd="0" destOrd="0" parTransId="{E833B5E9-974F-4E4B-92D8-7F4969FE95A8}" sibTransId="{C0040256-6408-4937-81CF-331588A6A550}"/>
    <dgm:cxn modelId="{4C123FD1-A5CB-48F3-B3B5-D90385DA5EAA}" type="presOf" srcId="{0C5AED30-BC43-49DB-BC6A-476775F086D8}" destId="{15B405B1-782C-4719-9E6E-1B9E91456EDE}" srcOrd="0" destOrd="0" presId="urn:microsoft.com/office/officeart/2005/8/layout/vList2"/>
    <dgm:cxn modelId="{9DAE96EA-9FCF-4431-B2D1-2080F9CD66CA}" type="presOf" srcId="{76D3B538-0A44-4A86-A49E-253836C906AA}" destId="{BC364C36-AC88-47E3-9C9C-438D515AF10C}" srcOrd="0" destOrd="0" presId="urn:microsoft.com/office/officeart/2005/8/layout/vList2"/>
    <dgm:cxn modelId="{E54D45B2-047B-4511-8BD6-DD48F2891429}" type="presParOf" srcId="{BC364C36-AC88-47E3-9C9C-438D515AF10C}" destId="{6164D353-EB35-4A41-A9AD-269086C8CB4C}" srcOrd="0" destOrd="0" presId="urn:microsoft.com/office/officeart/2005/8/layout/vList2"/>
    <dgm:cxn modelId="{5ABF3A35-D519-4034-A42B-FF0A8AEF92BB}" type="presParOf" srcId="{BC364C36-AC88-47E3-9C9C-438D515AF10C}" destId="{15B405B1-782C-4719-9E6E-1B9E91456ED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A5FE493-6A98-4844-B8B0-A36CE83ECA8B}" type="doc">
      <dgm:prSet loTypeId="urn:microsoft.com/office/officeart/2005/8/layout/vList5" loCatId="list" qsTypeId="urn:microsoft.com/office/officeart/2005/8/quickstyle/simple1" qsCatId="simple" csTypeId="urn:microsoft.com/office/officeart/2005/8/colors/colorful1#1" csCatId="colorful" phldr="1"/>
      <dgm:spPr/>
      <dgm:t>
        <a:bodyPr/>
        <a:lstStyle/>
        <a:p>
          <a:endParaRPr lang="fr-FR"/>
        </a:p>
      </dgm:t>
    </dgm:pt>
    <dgm:pt modelId="{AE59F2AE-85DA-4466-8064-1BA00BFDAE6F}">
      <dgm:prSet phldrT="[Texte]"/>
      <dgm:spPr/>
      <dgm:t>
        <a:bodyPr/>
        <a:lstStyle/>
        <a:p>
          <a:r>
            <a:rPr lang="fr-FR" b="0" dirty="0"/>
            <a:t>Matière</a:t>
          </a:r>
        </a:p>
      </dgm:t>
    </dgm:pt>
    <dgm:pt modelId="{FF587ED7-7D44-4F6A-847C-E027118C4D52}" type="parTrans" cxnId="{FE1E152B-5C2A-45E6-AD28-8AFF41C1E0F4}">
      <dgm:prSet/>
      <dgm:spPr/>
      <dgm:t>
        <a:bodyPr/>
        <a:lstStyle/>
        <a:p>
          <a:endParaRPr lang="fr-FR" b="0"/>
        </a:p>
      </dgm:t>
    </dgm:pt>
    <dgm:pt modelId="{8FE4FFAD-BFAC-407C-800B-BE0EB9B0B6F6}" type="sibTrans" cxnId="{FE1E152B-5C2A-45E6-AD28-8AFF41C1E0F4}">
      <dgm:prSet/>
      <dgm:spPr/>
      <dgm:t>
        <a:bodyPr/>
        <a:lstStyle/>
        <a:p>
          <a:endParaRPr lang="fr-FR" b="0"/>
        </a:p>
      </dgm:t>
    </dgm:pt>
    <dgm:pt modelId="{458E98AE-9830-4C2A-950A-D0822DCD1BBB}">
      <dgm:prSet/>
      <dgm:spPr/>
      <dgm:t>
        <a:bodyPr/>
        <a:lstStyle/>
        <a:p>
          <a:r>
            <a:rPr lang="fr-FR" b="0" dirty="0"/>
            <a:t>Main d’œuvre </a:t>
          </a:r>
        </a:p>
      </dgm:t>
    </dgm:pt>
    <dgm:pt modelId="{891B35C6-8F1C-4154-B32E-063A4A5DD645}" type="parTrans" cxnId="{448C247C-ECDF-4353-9E87-B53D21691F20}">
      <dgm:prSet/>
      <dgm:spPr/>
      <dgm:t>
        <a:bodyPr/>
        <a:lstStyle/>
        <a:p>
          <a:endParaRPr lang="fr-FR" b="0"/>
        </a:p>
      </dgm:t>
    </dgm:pt>
    <dgm:pt modelId="{C6624BEC-9841-4317-9944-A724EDF1BC1C}" type="sibTrans" cxnId="{448C247C-ECDF-4353-9E87-B53D21691F20}">
      <dgm:prSet/>
      <dgm:spPr/>
      <dgm:t>
        <a:bodyPr/>
        <a:lstStyle/>
        <a:p>
          <a:endParaRPr lang="fr-FR" b="0"/>
        </a:p>
      </dgm:t>
    </dgm:pt>
    <dgm:pt modelId="{DA8496E1-0EF3-44A1-9E34-E95A3916994F}">
      <dgm:prSet/>
      <dgm:spPr/>
      <dgm:t>
        <a:bodyPr/>
        <a:lstStyle/>
        <a:p>
          <a:r>
            <a:rPr lang="fr-FR" b="0" dirty="0"/>
            <a:t>Matériel</a:t>
          </a:r>
        </a:p>
      </dgm:t>
    </dgm:pt>
    <dgm:pt modelId="{ED7AD817-6189-4B00-AAA9-506FEE5F1CDC}" type="parTrans" cxnId="{24A6BDC5-1EFB-4032-9CEC-4FD228CF8CAF}">
      <dgm:prSet/>
      <dgm:spPr/>
      <dgm:t>
        <a:bodyPr/>
        <a:lstStyle/>
        <a:p>
          <a:endParaRPr lang="fr-FR" b="0"/>
        </a:p>
      </dgm:t>
    </dgm:pt>
    <dgm:pt modelId="{48DF659E-5E84-4D45-82CF-13488C25ED2A}" type="sibTrans" cxnId="{24A6BDC5-1EFB-4032-9CEC-4FD228CF8CAF}">
      <dgm:prSet/>
      <dgm:spPr/>
      <dgm:t>
        <a:bodyPr/>
        <a:lstStyle/>
        <a:p>
          <a:endParaRPr lang="fr-FR" b="0"/>
        </a:p>
      </dgm:t>
    </dgm:pt>
    <dgm:pt modelId="{4C84A18D-9673-450D-A980-CB7EECB2F3BC}">
      <dgm:prSet/>
      <dgm:spPr/>
      <dgm:t>
        <a:bodyPr/>
        <a:lstStyle/>
        <a:p>
          <a:r>
            <a:rPr lang="fr-FR" b="0" dirty="0"/>
            <a:t>Méthode</a:t>
          </a:r>
        </a:p>
      </dgm:t>
    </dgm:pt>
    <dgm:pt modelId="{CC9EBD61-746F-482F-856E-1ABB1CEB754C}" type="parTrans" cxnId="{7D12CB5F-3B40-421B-B06C-7FDB873DFB47}">
      <dgm:prSet/>
      <dgm:spPr/>
      <dgm:t>
        <a:bodyPr/>
        <a:lstStyle/>
        <a:p>
          <a:endParaRPr lang="fr-FR" b="0"/>
        </a:p>
      </dgm:t>
    </dgm:pt>
    <dgm:pt modelId="{6F23F076-9603-434F-A3E6-43915E3F7D80}" type="sibTrans" cxnId="{7D12CB5F-3B40-421B-B06C-7FDB873DFB47}">
      <dgm:prSet/>
      <dgm:spPr/>
      <dgm:t>
        <a:bodyPr/>
        <a:lstStyle/>
        <a:p>
          <a:endParaRPr lang="fr-FR" b="0"/>
        </a:p>
      </dgm:t>
    </dgm:pt>
    <dgm:pt modelId="{7D48E5CC-C5D3-489D-A5B2-9CFA23F57A1D}">
      <dgm:prSet/>
      <dgm:spPr/>
      <dgm:t>
        <a:bodyPr/>
        <a:lstStyle/>
        <a:p>
          <a:r>
            <a:rPr lang="fr-FR" b="0" dirty="0"/>
            <a:t>Milieu</a:t>
          </a:r>
        </a:p>
      </dgm:t>
    </dgm:pt>
    <dgm:pt modelId="{E9A03138-CB29-4867-B366-D7B3D994C193}" type="parTrans" cxnId="{1D41422C-465A-438F-83D1-89BE9DACC693}">
      <dgm:prSet/>
      <dgm:spPr/>
      <dgm:t>
        <a:bodyPr/>
        <a:lstStyle/>
        <a:p>
          <a:endParaRPr lang="fr-FR" b="0"/>
        </a:p>
      </dgm:t>
    </dgm:pt>
    <dgm:pt modelId="{F69D5C8F-9D1F-4437-9B7C-6F25F15F5E4B}" type="sibTrans" cxnId="{1D41422C-465A-438F-83D1-89BE9DACC693}">
      <dgm:prSet/>
      <dgm:spPr/>
      <dgm:t>
        <a:bodyPr/>
        <a:lstStyle/>
        <a:p>
          <a:endParaRPr lang="fr-FR" b="0"/>
        </a:p>
      </dgm:t>
    </dgm:pt>
    <dgm:pt modelId="{41613103-2B62-4C92-9FB3-83CCFC859DB8}">
      <dgm:prSet phldrT="[Texte]"/>
      <dgm:spPr/>
      <dgm:t>
        <a:bodyPr/>
        <a:lstStyle/>
        <a:p>
          <a:r>
            <a:rPr lang="fr-FR" b="0" dirty="0"/>
            <a:t>produits et matières utilisés. </a:t>
          </a:r>
        </a:p>
      </dgm:t>
    </dgm:pt>
    <dgm:pt modelId="{FDA1DFA9-3CBF-4D75-B269-B0EECE2DEAE4}" type="parTrans" cxnId="{7E690AD2-E883-4E94-9AA7-CE78D20E0A2E}">
      <dgm:prSet/>
      <dgm:spPr/>
      <dgm:t>
        <a:bodyPr/>
        <a:lstStyle/>
        <a:p>
          <a:endParaRPr lang="fr-FR" b="0"/>
        </a:p>
      </dgm:t>
    </dgm:pt>
    <dgm:pt modelId="{B5B55F9F-E881-4F8B-B931-DEEDD64F5FEC}" type="sibTrans" cxnId="{7E690AD2-E883-4E94-9AA7-CE78D20E0A2E}">
      <dgm:prSet/>
      <dgm:spPr/>
      <dgm:t>
        <a:bodyPr/>
        <a:lstStyle/>
        <a:p>
          <a:endParaRPr lang="fr-FR" b="0"/>
        </a:p>
      </dgm:t>
    </dgm:pt>
    <dgm:pt modelId="{F8FF53AF-0A17-4390-9FFB-77873EEA129C}">
      <dgm:prSet/>
      <dgm:spPr/>
      <dgm:t>
        <a:bodyPr/>
        <a:lstStyle/>
        <a:p>
          <a:r>
            <a:rPr lang="fr-FR" b="0" dirty="0"/>
            <a:t>compétence, absences, sabotage</a:t>
          </a:r>
        </a:p>
      </dgm:t>
    </dgm:pt>
    <dgm:pt modelId="{0CDC6889-A5A5-4798-A1AC-9C0BD61C8E15}" type="parTrans" cxnId="{E3E1F38A-E1C7-4B67-AC94-6B24EECA145E}">
      <dgm:prSet/>
      <dgm:spPr/>
      <dgm:t>
        <a:bodyPr/>
        <a:lstStyle/>
        <a:p>
          <a:endParaRPr lang="fr-FR" b="0"/>
        </a:p>
      </dgm:t>
    </dgm:pt>
    <dgm:pt modelId="{975B9293-E260-497E-B457-B3DA541BCC9A}" type="sibTrans" cxnId="{E3E1F38A-E1C7-4B67-AC94-6B24EECA145E}">
      <dgm:prSet/>
      <dgm:spPr/>
      <dgm:t>
        <a:bodyPr/>
        <a:lstStyle/>
        <a:p>
          <a:endParaRPr lang="fr-FR" b="0"/>
        </a:p>
      </dgm:t>
    </dgm:pt>
    <dgm:pt modelId="{29DFA7AC-53B8-4ED7-B4D9-BE6E93C042F8}">
      <dgm:prSet/>
      <dgm:spPr/>
      <dgm:t>
        <a:bodyPr/>
        <a:lstStyle/>
        <a:p>
          <a:r>
            <a:rPr lang="fr-FR" b="0" dirty="0"/>
            <a:t>machines et équipements utilisés. </a:t>
          </a:r>
        </a:p>
      </dgm:t>
    </dgm:pt>
    <dgm:pt modelId="{A93B6371-C0F5-4D30-B439-7FBCE6C5654D}" type="parTrans" cxnId="{E7EB7EA2-BE3C-4B5D-836A-49FB32F313C2}">
      <dgm:prSet/>
      <dgm:spPr/>
      <dgm:t>
        <a:bodyPr/>
        <a:lstStyle/>
        <a:p>
          <a:endParaRPr lang="fr-FR" b="0"/>
        </a:p>
      </dgm:t>
    </dgm:pt>
    <dgm:pt modelId="{55C72417-123E-4B3F-9792-643E31696160}" type="sibTrans" cxnId="{E7EB7EA2-BE3C-4B5D-836A-49FB32F313C2}">
      <dgm:prSet/>
      <dgm:spPr/>
      <dgm:t>
        <a:bodyPr/>
        <a:lstStyle/>
        <a:p>
          <a:endParaRPr lang="fr-FR" b="0"/>
        </a:p>
      </dgm:t>
    </dgm:pt>
    <dgm:pt modelId="{AED554E5-82F4-4E27-A772-304E70A137FD}">
      <dgm:prSet/>
      <dgm:spPr/>
      <dgm:t>
        <a:bodyPr/>
        <a:lstStyle/>
        <a:p>
          <a:r>
            <a:rPr lang="fr-FR" b="0" dirty="0"/>
            <a:t>procédures ou modes opératoires utilisés. </a:t>
          </a:r>
        </a:p>
      </dgm:t>
    </dgm:pt>
    <dgm:pt modelId="{C8DD53A2-96D2-4945-91AF-4E5119170542}" type="parTrans" cxnId="{807BA32B-0A4A-4E4D-A592-F84F72AA6904}">
      <dgm:prSet/>
      <dgm:spPr/>
      <dgm:t>
        <a:bodyPr/>
        <a:lstStyle/>
        <a:p>
          <a:endParaRPr lang="fr-FR" b="0"/>
        </a:p>
      </dgm:t>
    </dgm:pt>
    <dgm:pt modelId="{1CE65888-8C4B-4A32-BF71-006622799B1D}" type="sibTrans" cxnId="{807BA32B-0A4A-4E4D-A592-F84F72AA6904}">
      <dgm:prSet/>
      <dgm:spPr/>
      <dgm:t>
        <a:bodyPr/>
        <a:lstStyle/>
        <a:p>
          <a:endParaRPr lang="fr-FR" b="0"/>
        </a:p>
      </dgm:t>
    </dgm:pt>
    <dgm:pt modelId="{770B445F-A991-4289-AD2B-D3E94AC38401}">
      <dgm:prSet/>
      <dgm:spPr/>
      <dgm:t>
        <a:bodyPr/>
        <a:lstStyle/>
        <a:p>
          <a:r>
            <a:rPr lang="fr-FR" b="0" dirty="0"/>
            <a:t>environnement : lumière, bruit, poussière, lieu</a:t>
          </a:r>
        </a:p>
      </dgm:t>
    </dgm:pt>
    <dgm:pt modelId="{7347D1D0-E852-48DD-87A1-D80350671C78}" type="parTrans" cxnId="{90F048F9-F7C1-4CAF-8365-A5A4AF2583E9}">
      <dgm:prSet/>
      <dgm:spPr/>
      <dgm:t>
        <a:bodyPr/>
        <a:lstStyle/>
        <a:p>
          <a:endParaRPr lang="fr-FR" b="0"/>
        </a:p>
      </dgm:t>
    </dgm:pt>
    <dgm:pt modelId="{67A5FF9E-E679-4C90-A785-43D81B27D53A}" type="sibTrans" cxnId="{90F048F9-F7C1-4CAF-8365-A5A4AF2583E9}">
      <dgm:prSet/>
      <dgm:spPr/>
      <dgm:t>
        <a:bodyPr/>
        <a:lstStyle/>
        <a:p>
          <a:endParaRPr lang="fr-FR" b="0"/>
        </a:p>
      </dgm:t>
    </dgm:pt>
    <dgm:pt modelId="{304D44B4-0AC1-495A-870C-B75556A22993}" type="pres">
      <dgm:prSet presAssocID="{1A5FE493-6A98-4844-B8B0-A36CE83ECA8B}" presName="Name0" presStyleCnt="0">
        <dgm:presLayoutVars>
          <dgm:dir/>
          <dgm:animLvl val="lvl"/>
          <dgm:resizeHandles val="exact"/>
        </dgm:presLayoutVars>
      </dgm:prSet>
      <dgm:spPr/>
    </dgm:pt>
    <dgm:pt modelId="{00673711-0E1D-4B27-9018-BBB87DD1EE5B}" type="pres">
      <dgm:prSet presAssocID="{AE59F2AE-85DA-4466-8064-1BA00BFDAE6F}" presName="linNode" presStyleCnt="0"/>
      <dgm:spPr/>
    </dgm:pt>
    <dgm:pt modelId="{CDDD4C22-C306-4BAF-B52C-F4029FED7DAA}" type="pres">
      <dgm:prSet presAssocID="{AE59F2AE-85DA-4466-8064-1BA00BFDAE6F}" presName="parentText" presStyleLbl="node1" presStyleIdx="0" presStyleCnt="5">
        <dgm:presLayoutVars>
          <dgm:chMax val="1"/>
          <dgm:bulletEnabled val="1"/>
        </dgm:presLayoutVars>
      </dgm:prSet>
      <dgm:spPr/>
    </dgm:pt>
    <dgm:pt modelId="{F99510E7-4CFD-4E27-8421-7CC6C791072B}" type="pres">
      <dgm:prSet presAssocID="{AE59F2AE-85DA-4466-8064-1BA00BFDAE6F}" presName="descendantText" presStyleLbl="alignAccFollowNode1" presStyleIdx="0" presStyleCnt="5">
        <dgm:presLayoutVars>
          <dgm:bulletEnabled val="1"/>
        </dgm:presLayoutVars>
      </dgm:prSet>
      <dgm:spPr/>
    </dgm:pt>
    <dgm:pt modelId="{EF5C6009-80DC-46E3-86DB-72F6B39E719F}" type="pres">
      <dgm:prSet presAssocID="{8FE4FFAD-BFAC-407C-800B-BE0EB9B0B6F6}" presName="sp" presStyleCnt="0"/>
      <dgm:spPr/>
    </dgm:pt>
    <dgm:pt modelId="{DF4CA26D-D513-4E54-8EE8-6338847C6341}" type="pres">
      <dgm:prSet presAssocID="{458E98AE-9830-4C2A-950A-D0822DCD1BBB}" presName="linNode" presStyleCnt="0"/>
      <dgm:spPr/>
    </dgm:pt>
    <dgm:pt modelId="{322B918F-507A-419E-BDCC-1645FD0F794B}" type="pres">
      <dgm:prSet presAssocID="{458E98AE-9830-4C2A-950A-D0822DCD1BBB}" presName="parentText" presStyleLbl="node1" presStyleIdx="1" presStyleCnt="5">
        <dgm:presLayoutVars>
          <dgm:chMax val="1"/>
          <dgm:bulletEnabled val="1"/>
        </dgm:presLayoutVars>
      </dgm:prSet>
      <dgm:spPr/>
    </dgm:pt>
    <dgm:pt modelId="{0C2D5D7A-7170-4361-B0A7-330574C260BA}" type="pres">
      <dgm:prSet presAssocID="{458E98AE-9830-4C2A-950A-D0822DCD1BBB}" presName="descendantText" presStyleLbl="alignAccFollowNode1" presStyleIdx="1" presStyleCnt="5">
        <dgm:presLayoutVars>
          <dgm:bulletEnabled val="1"/>
        </dgm:presLayoutVars>
      </dgm:prSet>
      <dgm:spPr/>
    </dgm:pt>
    <dgm:pt modelId="{567B168A-C703-46A3-A5D9-7AF310D4C0F5}" type="pres">
      <dgm:prSet presAssocID="{C6624BEC-9841-4317-9944-A724EDF1BC1C}" presName="sp" presStyleCnt="0"/>
      <dgm:spPr/>
    </dgm:pt>
    <dgm:pt modelId="{774C4597-7B1F-453F-8C31-E49F0F59D52C}" type="pres">
      <dgm:prSet presAssocID="{DA8496E1-0EF3-44A1-9E34-E95A3916994F}" presName="linNode" presStyleCnt="0"/>
      <dgm:spPr/>
    </dgm:pt>
    <dgm:pt modelId="{C25633EA-35E6-419A-8EAD-59B112FD8930}" type="pres">
      <dgm:prSet presAssocID="{DA8496E1-0EF3-44A1-9E34-E95A3916994F}" presName="parentText" presStyleLbl="node1" presStyleIdx="2" presStyleCnt="5">
        <dgm:presLayoutVars>
          <dgm:chMax val="1"/>
          <dgm:bulletEnabled val="1"/>
        </dgm:presLayoutVars>
      </dgm:prSet>
      <dgm:spPr/>
    </dgm:pt>
    <dgm:pt modelId="{4D3A5513-5884-4DE1-A878-E5C7BA8CD8A9}" type="pres">
      <dgm:prSet presAssocID="{DA8496E1-0EF3-44A1-9E34-E95A3916994F}" presName="descendantText" presStyleLbl="alignAccFollowNode1" presStyleIdx="2" presStyleCnt="5">
        <dgm:presLayoutVars>
          <dgm:bulletEnabled val="1"/>
        </dgm:presLayoutVars>
      </dgm:prSet>
      <dgm:spPr/>
    </dgm:pt>
    <dgm:pt modelId="{711A44F9-4159-41D6-B4DC-785ED244035C}" type="pres">
      <dgm:prSet presAssocID="{48DF659E-5E84-4D45-82CF-13488C25ED2A}" presName="sp" presStyleCnt="0"/>
      <dgm:spPr/>
    </dgm:pt>
    <dgm:pt modelId="{24085DEF-5166-4281-ABFF-F7D9CF8AF31E}" type="pres">
      <dgm:prSet presAssocID="{4C84A18D-9673-450D-A980-CB7EECB2F3BC}" presName="linNode" presStyleCnt="0"/>
      <dgm:spPr/>
    </dgm:pt>
    <dgm:pt modelId="{0DC05950-E5FD-4D3C-BB03-A8793F899F98}" type="pres">
      <dgm:prSet presAssocID="{4C84A18D-9673-450D-A980-CB7EECB2F3BC}" presName="parentText" presStyleLbl="node1" presStyleIdx="3" presStyleCnt="5">
        <dgm:presLayoutVars>
          <dgm:chMax val="1"/>
          <dgm:bulletEnabled val="1"/>
        </dgm:presLayoutVars>
      </dgm:prSet>
      <dgm:spPr/>
    </dgm:pt>
    <dgm:pt modelId="{A378CBC2-FCBD-404E-96E4-E02E56F1B988}" type="pres">
      <dgm:prSet presAssocID="{4C84A18D-9673-450D-A980-CB7EECB2F3BC}" presName="descendantText" presStyleLbl="alignAccFollowNode1" presStyleIdx="3" presStyleCnt="5">
        <dgm:presLayoutVars>
          <dgm:bulletEnabled val="1"/>
        </dgm:presLayoutVars>
      </dgm:prSet>
      <dgm:spPr/>
    </dgm:pt>
    <dgm:pt modelId="{861D67EC-BEC9-4917-BB35-2E51164ED795}" type="pres">
      <dgm:prSet presAssocID="{6F23F076-9603-434F-A3E6-43915E3F7D80}" presName="sp" presStyleCnt="0"/>
      <dgm:spPr/>
    </dgm:pt>
    <dgm:pt modelId="{0929F24B-7AEE-4660-A27F-AB94219F3C6F}" type="pres">
      <dgm:prSet presAssocID="{7D48E5CC-C5D3-489D-A5B2-9CFA23F57A1D}" presName="linNode" presStyleCnt="0"/>
      <dgm:spPr/>
    </dgm:pt>
    <dgm:pt modelId="{6AF7457B-4265-4F6C-8E21-3AE6F57419F8}" type="pres">
      <dgm:prSet presAssocID="{7D48E5CC-C5D3-489D-A5B2-9CFA23F57A1D}" presName="parentText" presStyleLbl="node1" presStyleIdx="4" presStyleCnt="5">
        <dgm:presLayoutVars>
          <dgm:chMax val="1"/>
          <dgm:bulletEnabled val="1"/>
        </dgm:presLayoutVars>
      </dgm:prSet>
      <dgm:spPr/>
    </dgm:pt>
    <dgm:pt modelId="{5FB6E8CC-0721-4066-9BFF-583E72A92E0A}" type="pres">
      <dgm:prSet presAssocID="{7D48E5CC-C5D3-489D-A5B2-9CFA23F57A1D}" presName="descendantText" presStyleLbl="alignAccFollowNode1" presStyleIdx="4" presStyleCnt="5">
        <dgm:presLayoutVars>
          <dgm:bulletEnabled val="1"/>
        </dgm:presLayoutVars>
      </dgm:prSet>
      <dgm:spPr/>
    </dgm:pt>
  </dgm:ptLst>
  <dgm:cxnLst>
    <dgm:cxn modelId="{702F2511-981A-4840-AC2F-C45A36E6C72C}" type="presOf" srcId="{7D48E5CC-C5D3-489D-A5B2-9CFA23F57A1D}" destId="{6AF7457B-4265-4F6C-8E21-3AE6F57419F8}" srcOrd="0" destOrd="0" presId="urn:microsoft.com/office/officeart/2005/8/layout/vList5"/>
    <dgm:cxn modelId="{DC7F7413-E31B-4352-8D91-A7C7B3A8A1C0}" type="presOf" srcId="{DA8496E1-0EF3-44A1-9E34-E95A3916994F}" destId="{C25633EA-35E6-419A-8EAD-59B112FD8930}" srcOrd="0" destOrd="0" presId="urn:microsoft.com/office/officeart/2005/8/layout/vList5"/>
    <dgm:cxn modelId="{2ECEC218-376C-4E39-B238-CF1ED3FC2858}" type="presOf" srcId="{F8FF53AF-0A17-4390-9FFB-77873EEA129C}" destId="{0C2D5D7A-7170-4361-B0A7-330574C260BA}" srcOrd="0" destOrd="0" presId="urn:microsoft.com/office/officeart/2005/8/layout/vList5"/>
    <dgm:cxn modelId="{14CF7029-2F6B-42B4-8D58-4D19539C900B}" type="presOf" srcId="{AED554E5-82F4-4E27-A772-304E70A137FD}" destId="{A378CBC2-FCBD-404E-96E4-E02E56F1B988}" srcOrd="0" destOrd="0" presId="urn:microsoft.com/office/officeart/2005/8/layout/vList5"/>
    <dgm:cxn modelId="{FE1E152B-5C2A-45E6-AD28-8AFF41C1E0F4}" srcId="{1A5FE493-6A98-4844-B8B0-A36CE83ECA8B}" destId="{AE59F2AE-85DA-4466-8064-1BA00BFDAE6F}" srcOrd="0" destOrd="0" parTransId="{FF587ED7-7D44-4F6A-847C-E027118C4D52}" sibTransId="{8FE4FFAD-BFAC-407C-800B-BE0EB9B0B6F6}"/>
    <dgm:cxn modelId="{807BA32B-0A4A-4E4D-A592-F84F72AA6904}" srcId="{4C84A18D-9673-450D-A980-CB7EECB2F3BC}" destId="{AED554E5-82F4-4E27-A772-304E70A137FD}" srcOrd="0" destOrd="0" parTransId="{C8DD53A2-96D2-4945-91AF-4E5119170542}" sibTransId="{1CE65888-8C4B-4A32-BF71-006622799B1D}"/>
    <dgm:cxn modelId="{1D41422C-465A-438F-83D1-89BE9DACC693}" srcId="{1A5FE493-6A98-4844-B8B0-A36CE83ECA8B}" destId="{7D48E5CC-C5D3-489D-A5B2-9CFA23F57A1D}" srcOrd="4" destOrd="0" parTransId="{E9A03138-CB29-4867-B366-D7B3D994C193}" sibTransId="{F69D5C8F-9D1F-4437-9B7C-6F25F15F5E4B}"/>
    <dgm:cxn modelId="{7D12CB5F-3B40-421B-B06C-7FDB873DFB47}" srcId="{1A5FE493-6A98-4844-B8B0-A36CE83ECA8B}" destId="{4C84A18D-9673-450D-A980-CB7EECB2F3BC}" srcOrd="3" destOrd="0" parTransId="{CC9EBD61-746F-482F-856E-1ABB1CEB754C}" sibTransId="{6F23F076-9603-434F-A3E6-43915E3F7D80}"/>
    <dgm:cxn modelId="{11A8516C-D61E-4997-9343-423E1478DD52}" type="presOf" srcId="{AE59F2AE-85DA-4466-8064-1BA00BFDAE6F}" destId="{CDDD4C22-C306-4BAF-B52C-F4029FED7DAA}" srcOrd="0" destOrd="0" presId="urn:microsoft.com/office/officeart/2005/8/layout/vList5"/>
    <dgm:cxn modelId="{58A83970-2114-41CA-920D-A3339C02DF66}" type="presOf" srcId="{29DFA7AC-53B8-4ED7-B4D9-BE6E93C042F8}" destId="{4D3A5513-5884-4DE1-A878-E5C7BA8CD8A9}" srcOrd="0" destOrd="0" presId="urn:microsoft.com/office/officeart/2005/8/layout/vList5"/>
    <dgm:cxn modelId="{448C247C-ECDF-4353-9E87-B53D21691F20}" srcId="{1A5FE493-6A98-4844-B8B0-A36CE83ECA8B}" destId="{458E98AE-9830-4C2A-950A-D0822DCD1BBB}" srcOrd="1" destOrd="0" parTransId="{891B35C6-8F1C-4154-B32E-063A4A5DD645}" sibTransId="{C6624BEC-9841-4317-9944-A724EDF1BC1C}"/>
    <dgm:cxn modelId="{E3E1F38A-E1C7-4B67-AC94-6B24EECA145E}" srcId="{458E98AE-9830-4C2A-950A-D0822DCD1BBB}" destId="{F8FF53AF-0A17-4390-9FFB-77873EEA129C}" srcOrd="0" destOrd="0" parTransId="{0CDC6889-A5A5-4798-A1AC-9C0BD61C8E15}" sibTransId="{975B9293-E260-497E-B457-B3DA541BCC9A}"/>
    <dgm:cxn modelId="{EABDCB8C-980F-4289-83DB-1E9346089AF8}" type="presOf" srcId="{770B445F-A991-4289-AD2B-D3E94AC38401}" destId="{5FB6E8CC-0721-4066-9BFF-583E72A92E0A}" srcOrd="0" destOrd="0" presId="urn:microsoft.com/office/officeart/2005/8/layout/vList5"/>
    <dgm:cxn modelId="{E7EB7EA2-BE3C-4B5D-836A-49FB32F313C2}" srcId="{DA8496E1-0EF3-44A1-9E34-E95A3916994F}" destId="{29DFA7AC-53B8-4ED7-B4D9-BE6E93C042F8}" srcOrd="0" destOrd="0" parTransId="{A93B6371-C0F5-4D30-B439-7FBCE6C5654D}" sibTransId="{55C72417-123E-4B3F-9792-643E31696160}"/>
    <dgm:cxn modelId="{24A6BDC5-1EFB-4032-9CEC-4FD228CF8CAF}" srcId="{1A5FE493-6A98-4844-B8B0-A36CE83ECA8B}" destId="{DA8496E1-0EF3-44A1-9E34-E95A3916994F}" srcOrd="2" destOrd="0" parTransId="{ED7AD817-6189-4B00-AAA9-506FEE5F1CDC}" sibTransId="{48DF659E-5E84-4D45-82CF-13488C25ED2A}"/>
    <dgm:cxn modelId="{7E690AD2-E883-4E94-9AA7-CE78D20E0A2E}" srcId="{AE59F2AE-85DA-4466-8064-1BA00BFDAE6F}" destId="{41613103-2B62-4C92-9FB3-83CCFC859DB8}" srcOrd="0" destOrd="0" parTransId="{FDA1DFA9-3CBF-4D75-B269-B0EECE2DEAE4}" sibTransId="{B5B55F9F-E881-4F8B-B931-DEEDD64F5FEC}"/>
    <dgm:cxn modelId="{A9D54CD5-6285-4599-9F9A-78C54619DAA6}" type="presOf" srcId="{458E98AE-9830-4C2A-950A-D0822DCD1BBB}" destId="{322B918F-507A-419E-BDCC-1645FD0F794B}" srcOrd="0" destOrd="0" presId="urn:microsoft.com/office/officeart/2005/8/layout/vList5"/>
    <dgm:cxn modelId="{3E4E3DD7-FEEF-462B-BDF7-DBAA46C99692}" type="presOf" srcId="{1A5FE493-6A98-4844-B8B0-A36CE83ECA8B}" destId="{304D44B4-0AC1-495A-870C-B75556A22993}" srcOrd="0" destOrd="0" presId="urn:microsoft.com/office/officeart/2005/8/layout/vList5"/>
    <dgm:cxn modelId="{05BE79DB-CB5B-4B22-8BA8-51CF369ED458}" type="presOf" srcId="{4C84A18D-9673-450D-A980-CB7EECB2F3BC}" destId="{0DC05950-E5FD-4D3C-BB03-A8793F899F98}" srcOrd="0" destOrd="0" presId="urn:microsoft.com/office/officeart/2005/8/layout/vList5"/>
    <dgm:cxn modelId="{9430D1F0-B161-4FDC-9EC7-C67B671C54ED}" type="presOf" srcId="{41613103-2B62-4C92-9FB3-83CCFC859DB8}" destId="{F99510E7-4CFD-4E27-8421-7CC6C791072B}" srcOrd="0" destOrd="0" presId="urn:microsoft.com/office/officeart/2005/8/layout/vList5"/>
    <dgm:cxn modelId="{90F048F9-F7C1-4CAF-8365-A5A4AF2583E9}" srcId="{7D48E5CC-C5D3-489D-A5B2-9CFA23F57A1D}" destId="{770B445F-A991-4289-AD2B-D3E94AC38401}" srcOrd="0" destOrd="0" parTransId="{7347D1D0-E852-48DD-87A1-D80350671C78}" sibTransId="{67A5FF9E-E679-4C90-A785-43D81B27D53A}"/>
    <dgm:cxn modelId="{7D556DD2-41B0-4A56-BC55-2051FFFC455F}" type="presParOf" srcId="{304D44B4-0AC1-495A-870C-B75556A22993}" destId="{00673711-0E1D-4B27-9018-BBB87DD1EE5B}" srcOrd="0" destOrd="0" presId="urn:microsoft.com/office/officeart/2005/8/layout/vList5"/>
    <dgm:cxn modelId="{A34E0D59-0326-45E0-AC5C-FF47302ADB4E}" type="presParOf" srcId="{00673711-0E1D-4B27-9018-BBB87DD1EE5B}" destId="{CDDD4C22-C306-4BAF-B52C-F4029FED7DAA}" srcOrd="0" destOrd="0" presId="urn:microsoft.com/office/officeart/2005/8/layout/vList5"/>
    <dgm:cxn modelId="{2E7F56BB-5AB7-447D-A70B-A53EC8861557}" type="presParOf" srcId="{00673711-0E1D-4B27-9018-BBB87DD1EE5B}" destId="{F99510E7-4CFD-4E27-8421-7CC6C791072B}" srcOrd="1" destOrd="0" presId="urn:microsoft.com/office/officeart/2005/8/layout/vList5"/>
    <dgm:cxn modelId="{604A25D5-3891-4CE5-939D-58B745A6CCF6}" type="presParOf" srcId="{304D44B4-0AC1-495A-870C-B75556A22993}" destId="{EF5C6009-80DC-46E3-86DB-72F6B39E719F}" srcOrd="1" destOrd="0" presId="urn:microsoft.com/office/officeart/2005/8/layout/vList5"/>
    <dgm:cxn modelId="{773031A6-02E2-4AE5-93EC-6764283ED52A}" type="presParOf" srcId="{304D44B4-0AC1-495A-870C-B75556A22993}" destId="{DF4CA26D-D513-4E54-8EE8-6338847C6341}" srcOrd="2" destOrd="0" presId="urn:microsoft.com/office/officeart/2005/8/layout/vList5"/>
    <dgm:cxn modelId="{58438835-D317-4363-8C41-0A01E7258E7E}" type="presParOf" srcId="{DF4CA26D-D513-4E54-8EE8-6338847C6341}" destId="{322B918F-507A-419E-BDCC-1645FD0F794B}" srcOrd="0" destOrd="0" presId="urn:microsoft.com/office/officeart/2005/8/layout/vList5"/>
    <dgm:cxn modelId="{39387F79-32FD-4D5C-881C-3EFA628F99BC}" type="presParOf" srcId="{DF4CA26D-D513-4E54-8EE8-6338847C6341}" destId="{0C2D5D7A-7170-4361-B0A7-330574C260BA}" srcOrd="1" destOrd="0" presId="urn:microsoft.com/office/officeart/2005/8/layout/vList5"/>
    <dgm:cxn modelId="{C63F7F26-AECD-4D5E-B381-E8AEBCEEF113}" type="presParOf" srcId="{304D44B4-0AC1-495A-870C-B75556A22993}" destId="{567B168A-C703-46A3-A5D9-7AF310D4C0F5}" srcOrd="3" destOrd="0" presId="urn:microsoft.com/office/officeart/2005/8/layout/vList5"/>
    <dgm:cxn modelId="{8F87AD29-9675-40FD-8A2F-E55CCB9C7698}" type="presParOf" srcId="{304D44B4-0AC1-495A-870C-B75556A22993}" destId="{774C4597-7B1F-453F-8C31-E49F0F59D52C}" srcOrd="4" destOrd="0" presId="urn:microsoft.com/office/officeart/2005/8/layout/vList5"/>
    <dgm:cxn modelId="{2629C331-9199-45DC-8587-2E2CF58E6173}" type="presParOf" srcId="{774C4597-7B1F-453F-8C31-E49F0F59D52C}" destId="{C25633EA-35E6-419A-8EAD-59B112FD8930}" srcOrd="0" destOrd="0" presId="urn:microsoft.com/office/officeart/2005/8/layout/vList5"/>
    <dgm:cxn modelId="{00F6990A-EB3F-4E2C-82A6-56E710BFD691}" type="presParOf" srcId="{774C4597-7B1F-453F-8C31-E49F0F59D52C}" destId="{4D3A5513-5884-4DE1-A878-E5C7BA8CD8A9}" srcOrd="1" destOrd="0" presId="urn:microsoft.com/office/officeart/2005/8/layout/vList5"/>
    <dgm:cxn modelId="{CBAFF9C0-6652-42DF-8741-B937BC807573}" type="presParOf" srcId="{304D44B4-0AC1-495A-870C-B75556A22993}" destId="{711A44F9-4159-41D6-B4DC-785ED244035C}" srcOrd="5" destOrd="0" presId="urn:microsoft.com/office/officeart/2005/8/layout/vList5"/>
    <dgm:cxn modelId="{CFFF21AC-5CC0-4800-AA42-C5F7C7F08A94}" type="presParOf" srcId="{304D44B4-0AC1-495A-870C-B75556A22993}" destId="{24085DEF-5166-4281-ABFF-F7D9CF8AF31E}" srcOrd="6" destOrd="0" presId="urn:microsoft.com/office/officeart/2005/8/layout/vList5"/>
    <dgm:cxn modelId="{6C20D2FF-207C-460A-AE60-660E29BC627E}" type="presParOf" srcId="{24085DEF-5166-4281-ABFF-F7D9CF8AF31E}" destId="{0DC05950-E5FD-4D3C-BB03-A8793F899F98}" srcOrd="0" destOrd="0" presId="urn:microsoft.com/office/officeart/2005/8/layout/vList5"/>
    <dgm:cxn modelId="{9C90B2F8-C214-4D86-A38E-8DC6980DC137}" type="presParOf" srcId="{24085DEF-5166-4281-ABFF-F7D9CF8AF31E}" destId="{A378CBC2-FCBD-404E-96E4-E02E56F1B988}" srcOrd="1" destOrd="0" presId="urn:microsoft.com/office/officeart/2005/8/layout/vList5"/>
    <dgm:cxn modelId="{A48DB636-91F4-4A80-9CFC-4C12D206734D}" type="presParOf" srcId="{304D44B4-0AC1-495A-870C-B75556A22993}" destId="{861D67EC-BEC9-4917-BB35-2E51164ED795}" srcOrd="7" destOrd="0" presId="urn:microsoft.com/office/officeart/2005/8/layout/vList5"/>
    <dgm:cxn modelId="{BD044142-128F-448E-8517-2ADCF5ABDE39}" type="presParOf" srcId="{304D44B4-0AC1-495A-870C-B75556A22993}" destId="{0929F24B-7AEE-4660-A27F-AB94219F3C6F}" srcOrd="8" destOrd="0" presId="urn:microsoft.com/office/officeart/2005/8/layout/vList5"/>
    <dgm:cxn modelId="{7553FEDE-E5C8-4E7F-B7A2-73C9DCD926FD}" type="presParOf" srcId="{0929F24B-7AEE-4660-A27F-AB94219F3C6F}" destId="{6AF7457B-4265-4F6C-8E21-3AE6F57419F8}" srcOrd="0" destOrd="0" presId="urn:microsoft.com/office/officeart/2005/8/layout/vList5"/>
    <dgm:cxn modelId="{2ABEEB48-A009-4C14-82F3-4E167F5E3546}" type="presParOf" srcId="{0929F24B-7AEE-4660-A27F-AB94219F3C6F}" destId="{5FB6E8CC-0721-4066-9BFF-583E72A92E0A}"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1759BA8-CC1B-403C-8239-36700983B070}" type="doc">
      <dgm:prSet loTypeId="urn:microsoft.com/office/officeart/2005/8/layout/vList2" loCatId="list" qsTypeId="urn:microsoft.com/office/officeart/2005/8/quickstyle/3d3" qsCatId="3D" csTypeId="urn:microsoft.com/office/officeart/2005/8/colors/colorful1#2" csCatId="colorful" phldr="1"/>
      <dgm:spPr/>
      <dgm:t>
        <a:bodyPr/>
        <a:lstStyle/>
        <a:p>
          <a:endParaRPr lang="fr-FR"/>
        </a:p>
      </dgm:t>
    </dgm:pt>
    <dgm:pt modelId="{702B94A8-AB45-4BD8-981A-10EF001147EF}">
      <dgm:prSet phldrT="[Texte]"/>
      <dgm:spPr/>
      <dgm:t>
        <a:bodyPr/>
        <a:lstStyle/>
        <a:p>
          <a:r>
            <a:rPr lang="fr-FR" dirty="0"/>
            <a:t>1. Contexte et définition du problème</a:t>
          </a:r>
        </a:p>
      </dgm:t>
    </dgm:pt>
    <dgm:pt modelId="{F479CAB3-24FA-481D-A62B-E18EE5630455}" type="parTrans" cxnId="{2E2FF856-B944-44FA-980B-B0C0477D24AB}">
      <dgm:prSet/>
      <dgm:spPr/>
      <dgm:t>
        <a:bodyPr/>
        <a:lstStyle/>
        <a:p>
          <a:endParaRPr lang="fr-FR"/>
        </a:p>
      </dgm:t>
    </dgm:pt>
    <dgm:pt modelId="{F6523C0C-AB38-4ED1-8684-58006F8ABF49}" type="sibTrans" cxnId="{2E2FF856-B944-44FA-980B-B0C0477D24AB}">
      <dgm:prSet/>
      <dgm:spPr/>
      <dgm:t>
        <a:bodyPr/>
        <a:lstStyle/>
        <a:p>
          <a:endParaRPr lang="fr-FR"/>
        </a:p>
      </dgm:t>
    </dgm:pt>
    <dgm:pt modelId="{9FCF2AE9-9635-4314-88EC-829FA6FDC80C}">
      <dgm:prSet phldrT="[Texte]"/>
      <dgm:spPr/>
      <dgm:t>
        <a:bodyPr/>
        <a:lstStyle/>
        <a:p>
          <a:r>
            <a:rPr lang="fr-FR" b="0" i="0" dirty="0"/>
            <a:t>Démontrer le bien-fondé de votre requête</a:t>
          </a:r>
          <a:endParaRPr lang="fr-FR" dirty="0"/>
        </a:p>
      </dgm:t>
    </dgm:pt>
    <dgm:pt modelId="{DCD09845-A2B4-4315-8878-20F18A0BAB40}" type="parTrans" cxnId="{58E628AA-CC8D-43F5-871B-66684DE802B9}">
      <dgm:prSet/>
      <dgm:spPr/>
      <dgm:t>
        <a:bodyPr/>
        <a:lstStyle/>
        <a:p>
          <a:endParaRPr lang="fr-FR"/>
        </a:p>
      </dgm:t>
    </dgm:pt>
    <dgm:pt modelId="{EA7D846E-AF09-48A6-840D-2F6498D7737E}" type="sibTrans" cxnId="{58E628AA-CC8D-43F5-871B-66684DE802B9}">
      <dgm:prSet/>
      <dgm:spPr/>
      <dgm:t>
        <a:bodyPr/>
        <a:lstStyle/>
        <a:p>
          <a:endParaRPr lang="fr-FR"/>
        </a:p>
      </dgm:t>
    </dgm:pt>
    <dgm:pt modelId="{58D33909-58CB-4E83-A141-5DDE6CBD9851}">
      <dgm:prSet phldrT="[Texte]"/>
      <dgm:spPr/>
      <dgm:t>
        <a:bodyPr/>
        <a:lstStyle/>
        <a:p>
          <a:r>
            <a:rPr lang="fr-FR" dirty="0"/>
            <a:t>2. Objectif du projet</a:t>
          </a:r>
        </a:p>
      </dgm:t>
    </dgm:pt>
    <dgm:pt modelId="{73D2A5F3-B711-4BBB-A839-C5CC7DFD8A81}" type="parTrans" cxnId="{B93C099B-FC83-4ADE-AF04-D55A7C27CF2E}">
      <dgm:prSet/>
      <dgm:spPr/>
      <dgm:t>
        <a:bodyPr/>
        <a:lstStyle/>
        <a:p>
          <a:endParaRPr lang="fr-FR"/>
        </a:p>
      </dgm:t>
    </dgm:pt>
    <dgm:pt modelId="{25B35119-C3FA-4000-8D98-600D9B2FAEE1}" type="sibTrans" cxnId="{B93C099B-FC83-4ADE-AF04-D55A7C27CF2E}">
      <dgm:prSet/>
      <dgm:spPr/>
      <dgm:t>
        <a:bodyPr/>
        <a:lstStyle/>
        <a:p>
          <a:endParaRPr lang="fr-FR"/>
        </a:p>
      </dgm:t>
    </dgm:pt>
    <dgm:pt modelId="{25E0D6CE-83E1-4470-A9E4-262CBCBD2B8A}">
      <dgm:prSet phldrT="[Texte]"/>
      <dgm:spPr/>
      <dgm:t>
        <a:bodyPr/>
        <a:lstStyle/>
        <a:p>
          <a:r>
            <a:rPr lang="fr-FR" b="0" i="0" dirty="0"/>
            <a:t>Définir le niveau de vos attentes et les résultats attendus.</a:t>
          </a:r>
          <a:endParaRPr lang="fr-FR" b="0" dirty="0"/>
        </a:p>
      </dgm:t>
    </dgm:pt>
    <dgm:pt modelId="{69F1CC95-1B90-4E97-B2F5-D6C652440B22}" type="parTrans" cxnId="{B00D7AC5-C1E4-4317-9494-712DC045A6BF}">
      <dgm:prSet/>
      <dgm:spPr/>
      <dgm:t>
        <a:bodyPr/>
        <a:lstStyle/>
        <a:p>
          <a:endParaRPr lang="fr-FR"/>
        </a:p>
      </dgm:t>
    </dgm:pt>
    <dgm:pt modelId="{7C4138C5-65FF-4EAE-A3A6-DCCC2324E916}" type="sibTrans" cxnId="{B00D7AC5-C1E4-4317-9494-712DC045A6BF}">
      <dgm:prSet/>
      <dgm:spPr/>
      <dgm:t>
        <a:bodyPr/>
        <a:lstStyle/>
        <a:p>
          <a:endParaRPr lang="fr-FR"/>
        </a:p>
      </dgm:t>
    </dgm:pt>
    <dgm:pt modelId="{56228A6D-7D5F-46DA-91B1-94DFD4FF275C}">
      <dgm:prSet phldrT="[Texte]"/>
      <dgm:spPr/>
      <dgm:t>
        <a:bodyPr/>
        <a:lstStyle/>
        <a:p>
          <a:r>
            <a:rPr lang="fr-FR" b="0" dirty="0"/>
            <a:t>3. </a:t>
          </a:r>
          <a:r>
            <a:rPr lang="fr-FR" b="0" i="0" dirty="0"/>
            <a:t>Périmètre</a:t>
          </a:r>
          <a:endParaRPr lang="fr-FR" b="0" dirty="0"/>
        </a:p>
      </dgm:t>
    </dgm:pt>
    <dgm:pt modelId="{79FDE49D-F032-4E7E-A664-84B3E5276CC0}" type="parTrans" cxnId="{43C1A5EC-DA4D-48E2-B3C9-0B31B78D56FA}">
      <dgm:prSet/>
      <dgm:spPr/>
      <dgm:t>
        <a:bodyPr/>
        <a:lstStyle/>
        <a:p>
          <a:endParaRPr lang="fr-FR"/>
        </a:p>
      </dgm:t>
    </dgm:pt>
    <dgm:pt modelId="{1CD79650-0DF5-44F2-9AAF-729734B9CE78}" type="sibTrans" cxnId="{43C1A5EC-DA4D-48E2-B3C9-0B31B78D56FA}">
      <dgm:prSet/>
      <dgm:spPr/>
      <dgm:t>
        <a:bodyPr/>
        <a:lstStyle/>
        <a:p>
          <a:endParaRPr lang="fr-FR"/>
        </a:p>
      </dgm:t>
    </dgm:pt>
    <dgm:pt modelId="{57A23034-FB2C-4B65-911F-E39DA802787B}">
      <dgm:prSet phldrT="[Texte]"/>
      <dgm:spPr/>
      <dgm:t>
        <a:bodyPr/>
        <a:lstStyle/>
        <a:p>
          <a:r>
            <a:rPr lang="fr-FR" b="0" i="0" dirty="0"/>
            <a:t>Fixez les limites que vous donnez à votre projet.</a:t>
          </a:r>
          <a:endParaRPr lang="fr-FR" b="0" dirty="0"/>
        </a:p>
      </dgm:t>
    </dgm:pt>
    <dgm:pt modelId="{24052B79-C447-456D-B26B-FCAC44B69019}" type="parTrans" cxnId="{D35C1769-D166-4967-9FA6-7A9966AA2EF3}">
      <dgm:prSet/>
      <dgm:spPr/>
      <dgm:t>
        <a:bodyPr/>
        <a:lstStyle/>
        <a:p>
          <a:endParaRPr lang="fr-FR"/>
        </a:p>
      </dgm:t>
    </dgm:pt>
    <dgm:pt modelId="{41D2B16E-DE71-4231-85F1-2C1A03FBB46F}" type="sibTrans" cxnId="{D35C1769-D166-4967-9FA6-7A9966AA2EF3}">
      <dgm:prSet/>
      <dgm:spPr/>
      <dgm:t>
        <a:bodyPr/>
        <a:lstStyle/>
        <a:p>
          <a:endParaRPr lang="fr-FR"/>
        </a:p>
      </dgm:t>
    </dgm:pt>
    <dgm:pt modelId="{EF4DDCAE-17C6-4F0F-B913-65416B3DC9C3}">
      <dgm:prSet phldrT="[Texte]"/>
      <dgm:spPr/>
      <dgm:t>
        <a:bodyPr/>
        <a:lstStyle/>
        <a:p>
          <a:r>
            <a:rPr lang="fr-FR" b="0" dirty="0"/>
            <a:t>4. </a:t>
          </a:r>
          <a:r>
            <a:rPr lang="fr-FR" b="0" i="0" dirty="0"/>
            <a:t>Description fonctionnelle des besoins</a:t>
          </a:r>
          <a:endParaRPr lang="fr-FR" b="0" dirty="0"/>
        </a:p>
      </dgm:t>
    </dgm:pt>
    <dgm:pt modelId="{710CA131-8F60-47D5-ABD2-71325F4A7DC1}" type="parTrans" cxnId="{D49D5C9E-CB6A-42F6-A489-140B606E5F09}">
      <dgm:prSet/>
      <dgm:spPr/>
      <dgm:t>
        <a:bodyPr/>
        <a:lstStyle/>
        <a:p>
          <a:endParaRPr lang="fr-FR"/>
        </a:p>
      </dgm:t>
    </dgm:pt>
    <dgm:pt modelId="{2A254F3A-AF6F-421E-B4C5-59A07B0C0A7D}" type="sibTrans" cxnId="{D49D5C9E-CB6A-42F6-A489-140B606E5F09}">
      <dgm:prSet/>
      <dgm:spPr/>
      <dgm:t>
        <a:bodyPr/>
        <a:lstStyle/>
        <a:p>
          <a:endParaRPr lang="fr-FR"/>
        </a:p>
      </dgm:t>
    </dgm:pt>
    <dgm:pt modelId="{90E7EC3B-49C9-4D6A-A05C-B185F56B7B9A}">
      <dgm:prSet phldrT="[Texte]"/>
      <dgm:spPr/>
      <dgm:t>
        <a:bodyPr/>
        <a:lstStyle/>
        <a:p>
          <a:r>
            <a:rPr lang="fr-FR" b="0" dirty="0"/>
            <a:t>Description des besoins en termes de fonctionnalités</a:t>
          </a:r>
        </a:p>
      </dgm:t>
    </dgm:pt>
    <dgm:pt modelId="{302E54FE-129A-4600-9D84-5075BC8786CC}" type="parTrans" cxnId="{5F5C326A-7B40-495B-A86D-9BC11A814177}">
      <dgm:prSet/>
      <dgm:spPr/>
      <dgm:t>
        <a:bodyPr/>
        <a:lstStyle/>
        <a:p>
          <a:endParaRPr lang="fr-FR"/>
        </a:p>
      </dgm:t>
    </dgm:pt>
    <dgm:pt modelId="{28013EAF-9E71-4F72-9F6D-23FCFEC5F1B3}" type="sibTrans" cxnId="{5F5C326A-7B40-495B-A86D-9BC11A814177}">
      <dgm:prSet/>
      <dgm:spPr/>
      <dgm:t>
        <a:bodyPr/>
        <a:lstStyle/>
        <a:p>
          <a:endParaRPr lang="fr-FR"/>
        </a:p>
      </dgm:t>
    </dgm:pt>
    <dgm:pt modelId="{2C1BB8EA-BD3C-4DA5-9782-1ECB1B5A243A}">
      <dgm:prSet phldrT="[Texte]"/>
      <dgm:spPr/>
      <dgm:t>
        <a:bodyPr/>
        <a:lstStyle/>
        <a:p>
          <a:r>
            <a:rPr lang="fr-FR" b="0" dirty="0"/>
            <a:t>5. Enveloppe budgétaire</a:t>
          </a:r>
        </a:p>
      </dgm:t>
    </dgm:pt>
    <dgm:pt modelId="{4ED4522A-DC6D-4309-9ED1-50351C99D7DA}" type="parTrans" cxnId="{B2B91E17-C618-4F4B-9518-9A49FDB0E6E2}">
      <dgm:prSet/>
      <dgm:spPr/>
      <dgm:t>
        <a:bodyPr/>
        <a:lstStyle/>
        <a:p>
          <a:endParaRPr lang="fr-FR"/>
        </a:p>
      </dgm:t>
    </dgm:pt>
    <dgm:pt modelId="{800B8B4C-B91D-44D7-B025-C2E6AEB08C5A}" type="sibTrans" cxnId="{B2B91E17-C618-4F4B-9518-9A49FDB0E6E2}">
      <dgm:prSet/>
      <dgm:spPr/>
      <dgm:t>
        <a:bodyPr/>
        <a:lstStyle/>
        <a:p>
          <a:endParaRPr lang="fr-FR"/>
        </a:p>
      </dgm:t>
    </dgm:pt>
    <dgm:pt modelId="{1C57FC0C-8302-49C0-A09E-0A41AC2C3267}">
      <dgm:prSet phldrT="[Texte]"/>
      <dgm:spPr/>
      <dgm:t>
        <a:bodyPr/>
        <a:lstStyle/>
        <a:p>
          <a:r>
            <a:rPr lang="fr-FR" b="0" dirty="0"/>
            <a:t>6. Délais</a:t>
          </a:r>
        </a:p>
      </dgm:t>
    </dgm:pt>
    <dgm:pt modelId="{0D3EDCD1-DC57-45BF-888A-CA632F0CDAF8}" type="parTrans" cxnId="{EDBF5286-F085-4867-9BD5-9E77B3142793}">
      <dgm:prSet/>
      <dgm:spPr/>
      <dgm:t>
        <a:bodyPr/>
        <a:lstStyle/>
        <a:p>
          <a:endParaRPr lang="fr-FR"/>
        </a:p>
      </dgm:t>
    </dgm:pt>
    <dgm:pt modelId="{78F70B0D-73A3-4CC2-A48F-103E3F7B1427}" type="sibTrans" cxnId="{EDBF5286-F085-4867-9BD5-9E77B3142793}">
      <dgm:prSet/>
      <dgm:spPr/>
      <dgm:t>
        <a:bodyPr/>
        <a:lstStyle/>
        <a:p>
          <a:endParaRPr lang="fr-FR"/>
        </a:p>
      </dgm:t>
    </dgm:pt>
    <dgm:pt modelId="{B54F8C0A-6722-49B0-947B-E6E38E3633C8}" type="pres">
      <dgm:prSet presAssocID="{71759BA8-CC1B-403C-8239-36700983B070}" presName="linear" presStyleCnt="0">
        <dgm:presLayoutVars>
          <dgm:animLvl val="lvl"/>
          <dgm:resizeHandles val="exact"/>
        </dgm:presLayoutVars>
      </dgm:prSet>
      <dgm:spPr/>
    </dgm:pt>
    <dgm:pt modelId="{F55D83B8-79BF-45CB-BDC0-6BD99DB5BAF5}" type="pres">
      <dgm:prSet presAssocID="{702B94A8-AB45-4BD8-981A-10EF001147EF}" presName="parentText" presStyleLbl="node1" presStyleIdx="0" presStyleCnt="6">
        <dgm:presLayoutVars>
          <dgm:chMax val="0"/>
          <dgm:bulletEnabled val="1"/>
        </dgm:presLayoutVars>
      </dgm:prSet>
      <dgm:spPr/>
    </dgm:pt>
    <dgm:pt modelId="{04877706-C846-440E-8F1B-C745D9BC3B04}" type="pres">
      <dgm:prSet presAssocID="{702B94A8-AB45-4BD8-981A-10EF001147EF}" presName="childText" presStyleLbl="revTx" presStyleIdx="0" presStyleCnt="4">
        <dgm:presLayoutVars>
          <dgm:bulletEnabled val="1"/>
        </dgm:presLayoutVars>
      </dgm:prSet>
      <dgm:spPr/>
    </dgm:pt>
    <dgm:pt modelId="{F9D0E958-ABB2-4C9F-A8E8-D9F39F9727D7}" type="pres">
      <dgm:prSet presAssocID="{58D33909-58CB-4E83-A141-5DDE6CBD9851}" presName="parentText" presStyleLbl="node1" presStyleIdx="1" presStyleCnt="6">
        <dgm:presLayoutVars>
          <dgm:chMax val="0"/>
          <dgm:bulletEnabled val="1"/>
        </dgm:presLayoutVars>
      </dgm:prSet>
      <dgm:spPr/>
    </dgm:pt>
    <dgm:pt modelId="{20D18E5B-B57A-407B-B94E-D12C9CF43DC8}" type="pres">
      <dgm:prSet presAssocID="{58D33909-58CB-4E83-A141-5DDE6CBD9851}" presName="childText" presStyleLbl="revTx" presStyleIdx="1" presStyleCnt="4">
        <dgm:presLayoutVars>
          <dgm:bulletEnabled val="1"/>
        </dgm:presLayoutVars>
      </dgm:prSet>
      <dgm:spPr/>
    </dgm:pt>
    <dgm:pt modelId="{93430D01-1072-442F-907C-960598A028C1}" type="pres">
      <dgm:prSet presAssocID="{56228A6D-7D5F-46DA-91B1-94DFD4FF275C}" presName="parentText" presStyleLbl="node1" presStyleIdx="2" presStyleCnt="6">
        <dgm:presLayoutVars>
          <dgm:chMax val="0"/>
          <dgm:bulletEnabled val="1"/>
        </dgm:presLayoutVars>
      </dgm:prSet>
      <dgm:spPr/>
    </dgm:pt>
    <dgm:pt modelId="{BA029DF8-8286-4AE6-BD8E-03AF4F1C1050}" type="pres">
      <dgm:prSet presAssocID="{56228A6D-7D5F-46DA-91B1-94DFD4FF275C}" presName="childText" presStyleLbl="revTx" presStyleIdx="2" presStyleCnt="4">
        <dgm:presLayoutVars>
          <dgm:bulletEnabled val="1"/>
        </dgm:presLayoutVars>
      </dgm:prSet>
      <dgm:spPr/>
    </dgm:pt>
    <dgm:pt modelId="{F59B2778-BC3D-4450-B139-BE809A04BFFD}" type="pres">
      <dgm:prSet presAssocID="{EF4DDCAE-17C6-4F0F-B913-65416B3DC9C3}" presName="parentText" presStyleLbl="node1" presStyleIdx="3" presStyleCnt="6">
        <dgm:presLayoutVars>
          <dgm:chMax val="0"/>
          <dgm:bulletEnabled val="1"/>
        </dgm:presLayoutVars>
      </dgm:prSet>
      <dgm:spPr/>
    </dgm:pt>
    <dgm:pt modelId="{19DF2A30-C47E-4CDE-B46C-47D6F05FF78B}" type="pres">
      <dgm:prSet presAssocID="{EF4DDCAE-17C6-4F0F-B913-65416B3DC9C3}" presName="childText" presStyleLbl="revTx" presStyleIdx="3" presStyleCnt="4">
        <dgm:presLayoutVars>
          <dgm:bulletEnabled val="1"/>
        </dgm:presLayoutVars>
      </dgm:prSet>
      <dgm:spPr/>
    </dgm:pt>
    <dgm:pt modelId="{F6670706-E9D4-4842-AFD0-B2F66081C76C}" type="pres">
      <dgm:prSet presAssocID="{2C1BB8EA-BD3C-4DA5-9782-1ECB1B5A243A}" presName="parentText" presStyleLbl="node1" presStyleIdx="4" presStyleCnt="6">
        <dgm:presLayoutVars>
          <dgm:chMax val="0"/>
          <dgm:bulletEnabled val="1"/>
        </dgm:presLayoutVars>
      </dgm:prSet>
      <dgm:spPr/>
    </dgm:pt>
    <dgm:pt modelId="{84B76B86-1268-4178-A3DD-3AE8C0687AB2}" type="pres">
      <dgm:prSet presAssocID="{800B8B4C-B91D-44D7-B025-C2E6AEB08C5A}" presName="spacer" presStyleCnt="0"/>
      <dgm:spPr/>
    </dgm:pt>
    <dgm:pt modelId="{681C05F4-A6E2-4AEC-A9A3-C9495E93C2FB}" type="pres">
      <dgm:prSet presAssocID="{1C57FC0C-8302-49C0-A09E-0A41AC2C3267}" presName="parentText" presStyleLbl="node1" presStyleIdx="5" presStyleCnt="6">
        <dgm:presLayoutVars>
          <dgm:chMax val="0"/>
          <dgm:bulletEnabled val="1"/>
        </dgm:presLayoutVars>
      </dgm:prSet>
      <dgm:spPr/>
    </dgm:pt>
  </dgm:ptLst>
  <dgm:cxnLst>
    <dgm:cxn modelId="{0AC89E0C-CC4F-4728-A167-7FEDFC6FBFA8}" type="presOf" srcId="{58D33909-58CB-4E83-A141-5DDE6CBD9851}" destId="{F9D0E958-ABB2-4C9F-A8E8-D9F39F9727D7}" srcOrd="0" destOrd="0" presId="urn:microsoft.com/office/officeart/2005/8/layout/vList2"/>
    <dgm:cxn modelId="{D0FFBB12-A6EA-41A9-BB55-D30FD4D611A5}" type="presOf" srcId="{1C57FC0C-8302-49C0-A09E-0A41AC2C3267}" destId="{681C05F4-A6E2-4AEC-A9A3-C9495E93C2FB}" srcOrd="0" destOrd="0" presId="urn:microsoft.com/office/officeart/2005/8/layout/vList2"/>
    <dgm:cxn modelId="{672DD215-0957-4AB0-99F1-1471E31B1C47}" type="presOf" srcId="{71759BA8-CC1B-403C-8239-36700983B070}" destId="{B54F8C0A-6722-49B0-947B-E6E38E3633C8}" srcOrd="0" destOrd="0" presId="urn:microsoft.com/office/officeart/2005/8/layout/vList2"/>
    <dgm:cxn modelId="{B2B91E17-C618-4F4B-9518-9A49FDB0E6E2}" srcId="{71759BA8-CC1B-403C-8239-36700983B070}" destId="{2C1BB8EA-BD3C-4DA5-9782-1ECB1B5A243A}" srcOrd="4" destOrd="0" parTransId="{4ED4522A-DC6D-4309-9ED1-50351C99D7DA}" sibTransId="{800B8B4C-B91D-44D7-B025-C2E6AEB08C5A}"/>
    <dgm:cxn modelId="{90479E1C-813F-46CC-BBF3-C23A38018584}" type="presOf" srcId="{25E0D6CE-83E1-4470-A9E4-262CBCBD2B8A}" destId="{20D18E5B-B57A-407B-B94E-D12C9CF43DC8}" srcOrd="0" destOrd="0" presId="urn:microsoft.com/office/officeart/2005/8/layout/vList2"/>
    <dgm:cxn modelId="{71176C5F-CAA5-4952-8451-B85A97C3B74C}" type="presOf" srcId="{2C1BB8EA-BD3C-4DA5-9782-1ECB1B5A243A}" destId="{F6670706-E9D4-4842-AFD0-B2F66081C76C}" srcOrd="0" destOrd="0" presId="urn:microsoft.com/office/officeart/2005/8/layout/vList2"/>
    <dgm:cxn modelId="{A220E764-C68A-40E4-BE90-A60C62605B78}" type="presOf" srcId="{90E7EC3B-49C9-4D6A-A05C-B185F56B7B9A}" destId="{19DF2A30-C47E-4CDE-B46C-47D6F05FF78B}" srcOrd="0" destOrd="0" presId="urn:microsoft.com/office/officeart/2005/8/layout/vList2"/>
    <dgm:cxn modelId="{D35C1769-D166-4967-9FA6-7A9966AA2EF3}" srcId="{56228A6D-7D5F-46DA-91B1-94DFD4FF275C}" destId="{57A23034-FB2C-4B65-911F-E39DA802787B}" srcOrd="0" destOrd="0" parTransId="{24052B79-C447-456D-B26B-FCAC44B69019}" sibTransId="{41D2B16E-DE71-4231-85F1-2C1A03FBB46F}"/>
    <dgm:cxn modelId="{5F5C326A-7B40-495B-A86D-9BC11A814177}" srcId="{EF4DDCAE-17C6-4F0F-B913-65416B3DC9C3}" destId="{90E7EC3B-49C9-4D6A-A05C-B185F56B7B9A}" srcOrd="0" destOrd="0" parTransId="{302E54FE-129A-4600-9D84-5075BC8786CC}" sibTransId="{28013EAF-9E71-4F72-9F6D-23FCFEC5F1B3}"/>
    <dgm:cxn modelId="{2E2FF856-B944-44FA-980B-B0C0477D24AB}" srcId="{71759BA8-CC1B-403C-8239-36700983B070}" destId="{702B94A8-AB45-4BD8-981A-10EF001147EF}" srcOrd="0" destOrd="0" parTransId="{F479CAB3-24FA-481D-A62B-E18EE5630455}" sibTransId="{F6523C0C-AB38-4ED1-8684-58006F8ABF49}"/>
    <dgm:cxn modelId="{D4EA6459-F4B7-4D02-A221-E3D643E4C2B5}" type="presOf" srcId="{57A23034-FB2C-4B65-911F-E39DA802787B}" destId="{BA029DF8-8286-4AE6-BD8E-03AF4F1C1050}" srcOrd="0" destOrd="0" presId="urn:microsoft.com/office/officeart/2005/8/layout/vList2"/>
    <dgm:cxn modelId="{2C552C83-B5E1-455E-B84E-A5004097AA87}" type="presOf" srcId="{702B94A8-AB45-4BD8-981A-10EF001147EF}" destId="{F55D83B8-79BF-45CB-BDC0-6BD99DB5BAF5}" srcOrd="0" destOrd="0" presId="urn:microsoft.com/office/officeart/2005/8/layout/vList2"/>
    <dgm:cxn modelId="{EDBF5286-F085-4867-9BD5-9E77B3142793}" srcId="{71759BA8-CC1B-403C-8239-36700983B070}" destId="{1C57FC0C-8302-49C0-A09E-0A41AC2C3267}" srcOrd="5" destOrd="0" parTransId="{0D3EDCD1-DC57-45BF-888A-CA632F0CDAF8}" sibTransId="{78F70B0D-73A3-4CC2-A48F-103E3F7B1427}"/>
    <dgm:cxn modelId="{B93C099B-FC83-4ADE-AF04-D55A7C27CF2E}" srcId="{71759BA8-CC1B-403C-8239-36700983B070}" destId="{58D33909-58CB-4E83-A141-5DDE6CBD9851}" srcOrd="1" destOrd="0" parTransId="{73D2A5F3-B711-4BBB-A839-C5CC7DFD8A81}" sibTransId="{25B35119-C3FA-4000-8D98-600D9B2FAEE1}"/>
    <dgm:cxn modelId="{D49D5C9E-CB6A-42F6-A489-140B606E5F09}" srcId="{71759BA8-CC1B-403C-8239-36700983B070}" destId="{EF4DDCAE-17C6-4F0F-B913-65416B3DC9C3}" srcOrd="3" destOrd="0" parTransId="{710CA131-8F60-47D5-ABD2-71325F4A7DC1}" sibTransId="{2A254F3A-AF6F-421E-B4C5-59A07B0C0A7D}"/>
    <dgm:cxn modelId="{470A4C9E-AD91-4DB0-AEE9-C0CD403A7092}" type="presOf" srcId="{56228A6D-7D5F-46DA-91B1-94DFD4FF275C}" destId="{93430D01-1072-442F-907C-960598A028C1}" srcOrd="0" destOrd="0" presId="urn:microsoft.com/office/officeart/2005/8/layout/vList2"/>
    <dgm:cxn modelId="{C29B3AA2-D7B2-4B14-9715-9B825E292DC2}" type="presOf" srcId="{9FCF2AE9-9635-4314-88EC-829FA6FDC80C}" destId="{04877706-C846-440E-8F1B-C745D9BC3B04}" srcOrd="0" destOrd="0" presId="urn:microsoft.com/office/officeart/2005/8/layout/vList2"/>
    <dgm:cxn modelId="{58E628AA-CC8D-43F5-871B-66684DE802B9}" srcId="{702B94A8-AB45-4BD8-981A-10EF001147EF}" destId="{9FCF2AE9-9635-4314-88EC-829FA6FDC80C}" srcOrd="0" destOrd="0" parTransId="{DCD09845-A2B4-4315-8878-20F18A0BAB40}" sibTransId="{EA7D846E-AF09-48A6-840D-2F6498D7737E}"/>
    <dgm:cxn modelId="{B00D7AC5-C1E4-4317-9494-712DC045A6BF}" srcId="{58D33909-58CB-4E83-A141-5DDE6CBD9851}" destId="{25E0D6CE-83E1-4470-A9E4-262CBCBD2B8A}" srcOrd="0" destOrd="0" parTransId="{69F1CC95-1B90-4E97-B2F5-D6C652440B22}" sibTransId="{7C4138C5-65FF-4EAE-A3A6-DCCC2324E916}"/>
    <dgm:cxn modelId="{02AD77CC-C056-4248-BBFE-36DF2D493865}" type="presOf" srcId="{EF4DDCAE-17C6-4F0F-B913-65416B3DC9C3}" destId="{F59B2778-BC3D-4450-B139-BE809A04BFFD}" srcOrd="0" destOrd="0" presId="urn:microsoft.com/office/officeart/2005/8/layout/vList2"/>
    <dgm:cxn modelId="{43C1A5EC-DA4D-48E2-B3C9-0B31B78D56FA}" srcId="{71759BA8-CC1B-403C-8239-36700983B070}" destId="{56228A6D-7D5F-46DA-91B1-94DFD4FF275C}" srcOrd="2" destOrd="0" parTransId="{79FDE49D-F032-4E7E-A664-84B3E5276CC0}" sibTransId="{1CD79650-0DF5-44F2-9AAF-729734B9CE78}"/>
    <dgm:cxn modelId="{9B1A646B-8C05-4A53-9E85-AC6BFDF9361E}" type="presParOf" srcId="{B54F8C0A-6722-49B0-947B-E6E38E3633C8}" destId="{F55D83B8-79BF-45CB-BDC0-6BD99DB5BAF5}" srcOrd="0" destOrd="0" presId="urn:microsoft.com/office/officeart/2005/8/layout/vList2"/>
    <dgm:cxn modelId="{5D37B1FF-A84B-4AB2-9679-FB916019909D}" type="presParOf" srcId="{B54F8C0A-6722-49B0-947B-E6E38E3633C8}" destId="{04877706-C846-440E-8F1B-C745D9BC3B04}" srcOrd="1" destOrd="0" presId="urn:microsoft.com/office/officeart/2005/8/layout/vList2"/>
    <dgm:cxn modelId="{2985C8A2-A8B5-4CCD-AC2F-986B25FC47EA}" type="presParOf" srcId="{B54F8C0A-6722-49B0-947B-E6E38E3633C8}" destId="{F9D0E958-ABB2-4C9F-A8E8-D9F39F9727D7}" srcOrd="2" destOrd="0" presId="urn:microsoft.com/office/officeart/2005/8/layout/vList2"/>
    <dgm:cxn modelId="{EB1EA117-81B1-4E06-AA8F-EE09E5348B8E}" type="presParOf" srcId="{B54F8C0A-6722-49B0-947B-E6E38E3633C8}" destId="{20D18E5B-B57A-407B-B94E-D12C9CF43DC8}" srcOrd="3" destOrd="0" presId="urn:microsoft.com/office/officeart/2005/8/layout/vList2"/>
    <dgm:cxn modelId="{74CB1336-15E9-4DD4-9E1B-9AE904D4D0D9}" type="presParOf" srcId="{B54F8C0A-6722-49B0-947B-E6E38E3633C8}" destId="{93430D01-1072-442F-907C-960598A028C1}" srcOrd="4" destOrd="0" presId="urn:microsoft.com/office/officeart/2005/8/layout/vList2"/>
    <dgm:cxn modelId="{CF787455-49B5-4E20-B6DF-4B1A4AA41085}" type="presParOf" srcId="{B54F8C0A-6722-49B0-947B-E6E38E3633C8}" destId="{BA029DF8-8286-4AE6-BD8E-03AF4F1C1050}" srcOrd="5" destOrd="0" presId="urn:microsoft.com/office/officeart/2005/8/layout/vList2"/>
    <dgm:cxn modelId="{78F91272-AF97-4DEA-91E5-7713B3BF9355}" type="presParOf" srcId="{B54F8C0A-6722-49B0-947B-E6E38E3633C8}" destId="{F59B2778-BC3D-4450-B139-BE809A04BFFD}" srcOrd="6" destOrd="0" presId="urn:microsoft.com/office/officeart/2005/8/layout/vList2"/>
    <dgm:cxn modelId="{7BDD8DCF-059E-4C74-A57A-C1B28482A586}" type="presParOf" srcId="{B54F8C0A-6722-49B0-947B-E6E38E3633C8}" destId="{19DF2A30-C47E-4CDE-B46C-47D6F05FF78B}" srcOrd="7" destOrd="0" presId="urn:microsoft.com/office/officeart/2005/8/layout/vList2"/>
    <dgm:cxn modelId="{A07DD005-ABB1-4F40-AE50-69527A251C37}" type="presParOf" srcId="{B54F8C0A-6722-49B0-947B-E6E38E3633C8}" destId="{F6670706-E9D4-4842-AFD0-B2F66081C76C}" srcOrd="8" destOrd="0" presId="urn:microsoft.com/office/officeart/2005/8/layout/vList2"/>
    <dgm:cxn modelId="{C076E95A-6E71-4808-9071-9F886E22931D}" type="presParOf" srcId="{B54F8C0A-6722-49B0-947B-E6E38E3633C8}" destId="{84B76B86-1268-4178-A3DD-3AE8C0687AB2}" srcOrd="9" destOrd="0" presId="urn:microsoft.com/office/officeart/2005/8/layout/vList2"/>
    <dgm:cxn modelId="{75E81CB8-04A9-4DE3-A5B6-85632B0A9827}" type="presParOf" srcId="{B54F8C0A-6722-49B0-947B-E6E38E3633C8}" destId="{681C05F4-A6E2-4AEC-A9A3-C9495E93C2FB}"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EF207F2-8F18-4CB0-BCD6-853E3752C01A}" type="doc">
      <dgm:prSet loTypeId="urn:microsoft.com/office/officeart/2005/8/layout/vList6" loCatId="list" qsTypeId="urn:microsoft.com/office/officeart/2005/8/quickstyle/simple1" qsCatId="simple" csTypeId="urn:microsoft.com/office/officeart/2005/8/colors/colorful1#3" csCatId="colorful" phldr="1"/>
      <dgm:spPr/>
      <dgm:t>
        <a:bodyPr/>
        <a:lstStyle/>
        <a:p>
          <a:endParaRPr lang="fr-FR"/>
        </a:p>
      </dgm:t>
    </dgm:pt>
    <dgm:pt modelId="{BBA5C050-2233-4E2B-A19E-E307D2B53CB1}">
      <dgm:prSet phldrT="[Texte]" custT="1"/>
      <dgm:spPr/>
      <dgm:t>
        <a:bodyPr/>
        <a:lstStyle/>
        <a:p>
          <a:r>
            <a:rPr lang="fr-FR" sz="2000" dirty="0"/>
            <a:t>Rappels descriptifs</a:t>
          </a:r>
        </a:p>
      </dgm:t>
    </dgm:pt>
    <dgm:pt modelId="{48A8D87D-A88E-4C3E-B4B1-388824F68F44}" type="parTrans" cxnId="{C41C1DB8-6DA4-4FB5-8B83-254B690258BF}">
      <dgm:prSet/>
      <dgm:spPr/>
      <dgm:t>
        <a:bodyPr/>
        <a:lstStyle/>
        <a:p>
          <a:endParaRPr lang="fr-FR"/>
        </a:p>
      </dgm:t>
    </dgm:pt>
    <dgm:pt modelId="{B37ECA0D-F87B-43E3-A294-BE78D2EFE7BE}" type="sibTrans" cxnId="{C41C1DB8-6DA4-4FB5-8B83-254B690258BF}">
      <dgm:prSet/>
      <dgm:spPr/>
      <dgm:t>
        <a:bodyPr/>
        <a:lstStyle/>
        <a:p>
          <a:endParaRPr lang="fr-FR"/>
        </a:p>
      </dgm:t>
    </dgm:pt>
    <dgm:pt modelId="{41CC01CB-31E0-441A-9AE3-3987685897DB}">
      <dgm:prSet phldrT="[Texte]" custT="1"/>
      <dgm:spPr/>
      <dgm:t>
        <a:bodyPr/>
        <a:lstStyle/>
        <a:p>
          <a:r>
            <a:rPr lang="fr-FR" sz="1400" dirty="0"/>
            <a:t>Finalité, équipe, parties prenantes</a:t>
          </a:r>
        </a:p>
      </dgm:t>
    </dgm:pt>
    <dgm:pt modelId="{41008087-6ADC-43B7-9D49-2CE15B04896C}" type="parTrans" cxnId="{EDADB2A6-35D7-4EBB-B26D-DC9BFFF2A378}">
      <dgm:prSet/>
      <dgm:spPr/>
      <dgm:t>
        <a:bodyPr/>
        <a:lstStyle/>
        <a:p>
          <a:endParaRPr lang="fr-FR"/>
        </a:p>
      </dgm:t>
    </dgm:pt>
    <dgm:pt modelId="{CA2EB1E3-1F57-4DCE-A002-84C889AFE171}" type="sibTrans" cxnId="{EDADB2A6-35D7-4EBB-B26D-DC9BFFF2A378}">
      <dgm:prSet/>
      <dgm:spPr/>
      <dgm:t>
        <a:bodyPr/>
        <a:lstStyle/>
        <a:p>
          <a:endParaRPr lang="fr-FR"/>
        </a:p>
      </dgm:t>
    </dgm:pt>
    <dgm:pt modelId="{C70FFFDF-CCAB-4CD7-BBC4-3686A336C249}">
      <dgm:prSet phldrT="[Texte]" custT="1"/>
      <dgm:spPr/>
      <dgm:t>
        <a:bodyPr/>
        <a:lstStyle/>
        <a:p>
          <a:r>
            <a:rPr lang="fr-FR" sz="2000" dirty="0"/>
            <a:t>Les objectifs fixés vs les résultats</a:t>
          </a:r>
        </a:p>
      </dgm:t>
    </dgm:pt>
    <dgm:pt modelId="{531C6ED5-C768-49FD-814D-DFC31D48D45F}" type="parTrans" cxnId="{FDF69B69-367E-4E52-A7A5-EC9548C9427B}">
      <dgm:prSet/>
      <dgm:spPr/>
      <dgm:t>
        <a:bodyPr/>
        <a:lstStyle/>
        <a:p>
          <a:endParaRPr lang="fr-FR"/>
        </a:p>
      </dgm:t>
    </dgm:pt>
    <dgm:pt modelId="{123EF7AE-1BB5-4D8E-AE20-DB3C268AF377}" type="sibTrans" cxnId="{FDF69B69-367E-4E52-A7A5-EC9548C9427B}">
      <dgm:prSet/>
      <dgm:spPr/>
      <dgm:t>
        <a:bodyPr/>
        <a:lstStyle/>
        <a:p>
          <a:endParaRPr lang="fr-FR"/>
        </a:p>
      </dgm:t>
    </dgm:pt>
    <dgm:pt modelId="{018DBAF3-40AB-4AB9-BE60-F43B1C7FC201}">
      <dgm:prSet phldrT="[Texte]" custT="1"/>
      <dgm:spPr/>
      <dgm:t>
        <a:bodyPr/>
        <a:lstStyle/>
        <a:p>
          <a:r>
            <a:rPr lang="fr-FR" sz="2000" dirty="0"/>
            <a:t>Bilan technique</a:t>
          </a:r>
        </a:p>
      </dgm:t>
    </dgm:pt>
    <dgm:pt modelId="{3989632A-D4FF-49F0-8B7C-0209205C5C62}" type="parTrans" cxnId="{F56063B1-B8A8-4A58-8F98-446464C7FC6F}">
      <dgm:prSet/>
      <dgm:spPr/>
      <dgm:t>
        <a:bodyPr/>
        <a:lstStyle/>
        <a:p>
          <a:endParaRPr lang="fr-FR"/>
        </a:p>
      </dgm:t>
    </dgm:pt>
    <dgm:pt modelId="{3F30567A-DDB2-4D1C-83C9-306B12317FC9}" type="sibTrans" cxnId="{F56063B1-B8A8-4A58-8F98-446464C7FC6F}">
      <dgm:prSet/>
      <dgm:spPr/>
      <dgm:t>
        <a:bodyPr/>
        <a:lstStyle/>
        <a:p>
          <a:endParaRPr lang="fr-FR"/>
        </a:p>
      </dgm:t>
    </dgm:pt>
    <dgm:pt modelId="{98189BD6-1CB7-4B12-8B23-8784DDFEAAA7}">
      <dgm:prSet phldrT="[Texte]" custT="1"/>
      <dgm:spPr/>
      <dgm:t>
        <a:bodyPr/>
        <a:lstStyle/>
        <a:p>
          <a:r>
            <a:rPr lang="fr-FR" sz="1400" b="0" i="0" dirty="0"/>
            <a:t>Evaluez le résultat produit</a:t>
          </a:r>
          <a:endParaRPr lang="fr-FR" sz="1400" dirty="0"/>
        </a:p>
      </dgm:t>
    </dgm:pt>
    <dgm:pt modelId="{D5E45F6E-726C-4A0C-B10F-A6088B5D6C78}" type="parTrans" cxnId="{8120F80C-FD0D-47D3-9309-769E7227B404}">
      <dgm:prSet/>
      <dgm:spPr/>
      <dgm:t>
        <a:bodyPr/>
        <a:lstStyle/>
        <a:p>
          <a:endParaRPr lang="fr-FR"/>
        </a:p>
      </dgm:t>
    </dgm:pt>
    <dgm:pt modelId="{EBE3AD2C-E3CF-4D1B-BF07-44CFF618711B}" type="sibTrans" cxnId="{8120F80C-FD0D-47D3-9309-769E7227B404}">
      <dgm:prSet/>
      <dgm:spPr/>
      <dgm:t>
        <a:bodyPr/>
        <a:lstStyle/>
        <a:p>
          <a:endParaRPr lang="fr-FR"/>
        </a:p>
      </dgm:t>
    </dgm:pt>
    <dgm:pt modelId="{9BF805D2-9D09-4E25-BC8A-BA72D6027B68}">
      <dgm:prSet phldrT="[Texte]" custT="1"/>
      <dgm:spPr/>
      <dgm:t>
        <a:bodyPr/>
        <a:lstStyle/>
        <a:p>
          <a:r>
            <a:rPr lang="fr-FR" sz="2000" dirty="0"/>
            <a:t>Ressources planifiées vs utilisées</a:t>
          </a:r>
        </a:p>
      </dgm:t>
    </dgm:pt>
    <dgm:pt modelId="{2833577D-1330-4E89-BEED-0BBC58A03F30}" type="parTrans" cxnId="{03990667-D93A-4A5E-84A8-4A83E47ED6F9}">
      <dgm:prSet/>
      <dgm:spPr/>
      <dgm:t>
        <a:bodyPr/>
        <a:lstStyle/>
        <a:p>
          <a:endParaRPr lang="fr-FR"/>
        </a:p>
      </dgm:t>
    </dgm:pt>
    <dgm:pt modelId="{B3E46985-A715-4325-A346-DF59E93CBAE7}" type="sibTrans" cxnId="{03990667-D93A-4A5E-84A8-4A83E47ED6F9}">
      <dgm:prSet/>
      <dgm:spPr/>
      <dgm:t>
        <a:bodyPr/>
        <a:lstStyle/>
        <a:p>
          <a:endParaRPr lang="fr-FR"/>
        </a:p>
      </dgm:t>
    </dgm:pt>
    <dgm:pt modelId="{D33280D5-1A32-4C96-A1D9-70C4DD5A3D68}">
      <dgm:prSet phldrT="[Texte]" custT="1"/>
      <dgm:spPr/>
      <dgm:t>
        <a:bodyPr/>
        <a:lstStyle/>
        <a:p>
          <a:r>
            <a:rPr lang="fr-FR" sz="1400" b="0" i="0" dirty="0"/>
            <a:t>Faites le bilan de ce qui a réellement été consommé .</a:t>
          </a:r>
          <a:endParaRPr lang="fr-FR" sz="1400" b="0" dirty="0"/>
        </a:p>
      </dgm:t>
    </dgm:pt>
    <dgm:pt modelId="{70F07AAC-159F-4205-ABA3-87D16373FAD0}" type="parTrans" cxnId="{5EEB2A15-7D24-45A8-8273-BF38BD6FF772}">
      <dgm:prSet/>
      <dgm:spPr/>
      <dgm:t>
        <a:bodyPr/>
        <a:lstStyle/>
        <a:p>
          <a:endParaRPr lang="fr-FR"/>
        </a:p>
      </dgm:t>
    </dgm:pt>
    <dgm:pt modelId="{7427AB35-4A80-4E66-BA28-39FB01EA3B1F}" type="sibTrans" cxnId="{5EEB2A15-7D24-45A8-8273-BF38BD6FF772}">
      <dgm:prSet/>
      <dgm:spPr/>
      <dgm:t>
        <a:bodyPr/>
        <a:lstStyle/>
        <a:p>
          <a:endParaRPr lang="fr-FR"/>
        </a:p>
      </dgm:t>
    </dgm:pt>
    <dgm:pt modelId="{66047BC8-FDDD-443B-BC4F-F26DB345EFD5}">
      <dgm:prSet phldrT="[Texte]" custT="1"/>
      <dgm:spPr/>
      <dgm:t>
        <a:bodyPr/>
        <a:lstStyle/>
        <a:p>
          <a:r>
            <a:rPr lang="fr-FR" sz="2000" dirty="0"/>
            <a:t>Date de fin prévue vs date réelle</a:t>
          </a:r>
        </a:p>
      </dgm:t>
    </dgm:pt>
    <dgm:pt modelId="{E13F972F-298A-4CBD-9D8E-2D1649E31D1A}" type="parTrans" cxnId="{80036191-153F-4EFF-8610-8B297CFFE405}">
      <dgm:prSet/>
      <dgm:spPr/>
      <dgm:t>
        <a:bodyPr/>
        <a:lstStyle/>
        <a:p>
          <a:endParaRPr lang="fr-FR"/>
        </a:p>
      </dgm:t>
    </dgm:pt>
    <dgm:pt modelId="{F2221E9B-2CAA-4FAB-B14F-5578BD246BF2}" type="sibTrans" cxnId="{80036191-153F-4EFF-8610-8B297CFFE405}">
      <dgm:prSet/>
      <dgm:spPr/>
      <dgm:t>
        <a:bodyPr/>
        <a:lstStyle/>
        <a:p>
          <a:endParaRPr lang="fr-FR"/>
        </a:p>
      </dgm:t>
    </dgm:pt>
    <dgm:pt modelId="{BAB2880F-9A21-40A9-BE93-2DC0534928B4}">
      <dgm:prSet phldrT="[Texte]" custT="1"/>
      <dgm:spPr/>
      <dgm:t>
        <a:bodyPr/>
        <a:lstStyle/>
        <a:p>
          <a:r>
            <a:rPr lang="fr-FR" sz="1400" dirty="0"/>
            <a:t>Qualité, coûts et délais</a:t>
          </a:r>
        </a:p>
      </dgm:t>
    </dgm:pt>
    <dgm:pt modelId="{C9B1D39A-8EC2-4C86-9293-E8E4DC418207}" type="parTrans" cxnId="{69F5762C-9A78-4FC6-921E-03BCFD739280}">
      <dgm:prSet/>
      <dgm:spPr/>
      <dgm:t>
        <a:bodyPr/>
        <a:lstStyle/>
        <a:p>
          <a:endParaRPr lang="fr-FR"/>
        </a:p>
      </dgm:t>
    </dgm:pt>
    <dgm:pt modelId="{576161F3-11AD-487E-A1DB-C3B92F9D3C48}" type="sibTrans" cxnId="{69F5762C-9A78-4FC6-921E-03BCFD739280}">
      <dgm:prSet/>
      <dgm:spPr/>
      <dgm:t>
        <a:bodyPr/>
        <a:lstStyle/>
        <a:p>
          <a:endParaRPr lang="fr-FR"/>
        </a:p>
      </dgm:t>
    </dgm:pt>
    <dgm:pt modelId="{954DD3D5-3B2D-45A0-BBC3-A6F9F523D687}">
      <dgm:prSet phldrT="[Texte]" custT="1"/>
      <dgm:spPr/>
      <dgm:t>
        <a:bodyPr/>
        <a:lstStyle/>
        <a:p>
          <a:r>
            <a:rPr lang="fr-FR" sz="1400" b="0" i="0" dirty="0"/>
            <a:t>En cas de dérapage, détaillez les raisons à l’origine d'une dérive</a:t>
          </a:r>
          <a:endParaRPr lang="fr-FR" sz="1400" dirty="0"/>
        </a:p>
      </dgm:t>
    </dgm:pt>
    <dgm:pt modelId="{E01C3D0B-849E-4D28-9EBA-928147FFDA06}" type="parTrans" cxnId="{01521D52-44DF-4966-A144-8D41AA871D54}">
      <dgm:prSet/>
      <dgm:spPr/>
      <dgm:t>
        <a:bodyPr/>
        <a:lstStyle/>
        <a:p>
          <a:endParaRPr lang="fr-FR"/>
        </a:p>
      </dgm:t>
    </dgm:pt>
    <dgm:pt modelId="{D12517D3-8E16-4CBC-9426-98267CBE6FAD}" type="sibTrans" cxnId="{01521D52-44DF-4966-A144-8D41AA871D54}">
      <dgm:prSet/>
      <dgm:spPr/>
      <dgm:t>
        <a:bodyPr/>
        <a:lstStyle/>
        <a:p>
          <a:endParaRPr lang="fr-FR"/>
        </a:p>
      </dgm:t>
    </dgm:pt>
    <dgm:pt modelId="{A427DA56-E5DE-45E5-920D-0FDE07606D3D}">
      <dgm:prSet phldrT="[Texte]" custT="1"/>
      <dgm:spPr/>
      <dgm:t>
        <a:bodyPr/>
        <a:lstStyle/>
        <a:p>
          <a:r>
            <a:rPr lang="fr-FR" sz="2000" dirty="0"/>
            <a:t>Bilan méthodologique</a:t>
          </a:r>
        </a:p>
      </dgm:t>
    </dgm:pt>
    <dgm:pt modelId="{A1AC3B4D-7EB7-4206-80B4-B5ADF44635A1}" type="parTrans" cxnId="{E66C65D3-A919-4012-B6AC-875AE0F7EE38}">
      <dgm:prSet/>
      <dgm:spPr/>
      <dgm:t>
        <a:bodyPr/>
        <a:lstStyle/>
        <a:p>
          <a:endParaRPr lang="fr-FR"/>
        </a:p>
      </dgm:t>
    </dgm:pt>
    <dgm:pt modelId="{CD1350C7-8A31-4363-91DA-33301B3C35A3}" type="sibTrans" cxnId="{E66C65D3-A919-4012-B6AC-875AE0F7EE38}">
      <dgm:prSet/>
      <dgm:spPr/>
      <dgm:t>
        <a:bodyPr/>
        <a:lstStyle/>
        <a:p>
          <a:endParaRPr lang="fr-FR"/>
        </a:p>
      </dgm:t>
    </dgm:pt>
    <dgm:pt modelId="{48040D2F-A8F4-46B2-BA54-EA976E9CDDEB}">
      <dgm:prSet phldrT="[Texte]" custT="1"/>
      <dgm:spPr/>
      <dgm:t>
        <a:bodyPr/>
        <a:lstStyle/>
        <a:p>
          <a:r>
            <a:rPr lang="fr-FR" sz="1400" dirty="0"/>
            <a:t>Répartition des rôles et responsabilités, conduite du projet</a:t>
          </a:r>
        </a:p>
      </dgm:t>
    </dgm:pt>
    <dgm:pt modelId="{AB53AB27-E3E8-4BF6-B663-5ABF4D1CA920}" type="parTrans" cxnId="{87F116FC-DCB9-4568-9F51-09F809BD5447}">
      <dgm:prSet/>
      <dgm:spPr/>
      <dgm:t>
        <a:bodyPr/>
        <a:lstStyle/>
        <a:p>
          <a:endParaRPr lang="fr-FR"/>
        </a:p>
      </dgm:t>
    </dgm:pt>
    <dgm:pt modelId="{23D8A51A-B4A1-448B-ABE1-71C89C921AC2}" type="sibTrans" cxnId="{87F116FC-DCB9-4568-9F51-09F809BD5447}">
      <dgm:prSet/>
      <dgm:spPr/>
      <dgm:t>
        <a:bodyPr/>
        <a:lstStyle/>
        <a:p>
          <a:endParaRPr lang="fr-FR"/>
        </a:p>
      </dgm:t>
    </dgm:pt>
    <dgm:pt modelId="{759B32C0-16B0-488D-AB22-DC7080F37284}">
      <dgm:prSet phldrT="[Texte]" custT="1"/>
      <dgm:spPr/>
      <dgm:t>
        <a:bodyPr/>
        <a:lstStyle/>
        <a:p>
          <a:r>
            <a:rPr lang="fr-FR" sz="2000" dirty="0"/>
            <a:t>Satisfaction du commanditaire</a:t>
          </a:r>
        </a:p>
      </dgm:t>
    </dgm:pt>
    <dgm:pt modelId="{40AF753E-F175-4E10-A4DD-D88141C8D803}" type="parTrans" cxnId="{8DC984F9-EAC6-43CD-BAC3-2CE04C75FDBE}">
      <dgm:prSet/>
      <dgm:spPr/>
      <dgm:t>
        <a:bodyPr/>
        <a:lstStyle/>
        <a:p>
          <a:endParaRPr lang="fr-FR"/>
        </a:p>
      </dgm:t>
    </dgm:pt>
    <dgm:pt modelId="{5908267A-97A9-411D-9171-69EE8A4FB0A9}" type="sibTrans" cxnId="{8DC984F9-EAC6-43CD-BAC3-2CE04C75FDBE}">
      <dgm:prSet/>
      <dgm:spPr/>
      <dgm:t>
        <a:bodyPr/>
        <a:lstStyle/>
        <a:p>
          <a:endParaRPr lang="fr-FR"/>
        </a:p>
      </dgm:t>
    </dgm:pt>
    <dgm:pt modelId="{D9BCA534-E454-4936-9B2B-27F0F2504B22}">
      <dgm:prSet phldrT="[Texte]" custT="1"/>
      <dgm:spPr/>
      <dgm:t>
        <a:bodyPr/>
        <a:lstStyle/>
        <a:p>
          <a:r>
            <a:rPr lang="fr-FR" sz="1400" b="0" i="0" dirty="0"/>
            <a:t>Relevez l'évaluation globale du donneur d'ordre et des utilisateurs. </a:t>
          </a:r>
          <a:endParaRPr lang="fr-FR" sz="1400" dirty="0"/>
        </a:p>
      </dgm:t>
    </dgm:pt>
    <dgm:pt modelId="{4354F548-48D4-4471-A68C-85F4C49FAA90}" type="parTrans" cxnId="{665C8675-3BE6-4600-A0E4-E9200D656728}">
      <dgm:prSet/>
      <dgm:spPr/>
      <dgm:t>
        <a:bodyPr/>
        <a:lstStyle/>
        <a:p>
          <a:endParaRPr lang="fr-FR"/>
        </a:p>
      </dgm:t>
    </dgm:pt>
    <dgm:pt modelId="{CEF34623-2F9B-4E4A-AAAD-3104CFE737F4}" type="sibTrans" cxnId="{665C8675-3BE6-4600-A0E4-E9200D656728}">
      <dgm:prSet/>
      <dgm:spPr/>
      <dgm:t>
        <a:bodyPr/>
        <a:lstStyle/>
        <a:p>
          <a:endParaRPr lang="fr-FR"/>
        </a:p>
      </dgm:t>
    </dgm:pt>
    <dgm:pt modelId="{CFFCE789-E0C0-4824-807F-F6F07D812208}">
      <dgm:prSet phldrT="[Texte]" custT="1"/>
      <dgm:spPr/>
      <dgm:t>
        <a:bodyPr/>
        <a:lstStyle/>
        <a:p>
          <a:r>
            <a:rPr lang="fr-FR" sz="2000" dirty="0"/>
            <a:t>Synthèse</a:t>
          </a:r>
        </a:p>
      </dgm:t>
    </dgm:pt>
    <dgm:pt modelId="{FCCD18E9-5AD3-40E6-8FFC-41B6397779BE}" type="parTrans" cxnId="{C0A6F6AC-B5F7-4A3D-B87D-C9669961B67B}">
      <dgm:prSet/>
      <dgm:spPr/>
      <dgm:t>
        <a:bodyPr/>
        <a:lstStyle/>
        <a:p>
          <a:endParaRPr lang="fr-FR"/>
        </a:p>
      </dgm:t>
    </dgm:pt>
    <dgm:pt modelId="{3198F181-0FBD-4D75-BA3B-44C5FA09F4F1}" type="sibTrans" cxnId="{C0A6F6AC-B5F7-4A3D-B87D-C9669961B67B}">
      <dgm:prSet/>
      <dgm:spPr/>
      <dgm:t>
        <a:bodyPr/>
        <a:lstStyle/>
        <a:p>
          <a:endParaRPr lang="fr-FR"/>
        </a:p>
      </dgm:t>
    </dgm:pt>
    <dgm:pt modelId="{95535BCE-3024-4988-BEB6-9F2BF9049625}">
      <dgm:prSet phldrT="[Texte]" custT="1"/>
      <dgm:spPr/>
      <dgm:t>
        <a:bodyPr/>
        <a:lstStyle/>
        <a:p>
          <a:r>
            <a:rPr lang="fr-FR" sz="1400" dirty="0"/>
            <a:t>Points à améliorer</a:t>
          </a:r>
        </a:p>
      </dgm:t>
    </dgm:pt>
    <dgm:pt modelId="{F73E4A91-F645-49AF-9BFC-D87731C8D2B5}" type="parTrans" cxnId="{D1439905-E626-4B3E-8973-1A341AC03CB5}">
      <dgm:prSet/>
      <dgm:spPr/>
      <dgm:t>
        <a:bodyPr/>
        <a:lstStyle/>
        <a:p>
          <a:endParaRPr lang="fr-FR"/>
        </a:p>
      </dgm:t>
    </dgm:pt>
    <dgm:pt modelId="{91386F8C-405C-4A8E-9847-7F68D63A6B38}" type="sibTrans" cxnId="{D1439905-E626-4B3E-8973-1A341AC03CB5}">
      <dgm:prSet/>
      <dgm:spPr/>
      <dgm:t>
        <a:bodyPr/>
        <a:lstStyle/>
        <a:p>
          <a:endParaRPr lang="fr-FR"/>
        </a:p>
      </dgm:t>
    </dgm:pt>
    <dgm:pt modelId="{A5CB3C1E-63E1-462A-A027-B7541CE885EE}">
      <dgm:prSet phldrT="[Texte]" custT="1"/>
      <dgm:spPr/>
      <dgm:t>
        <a:bodyPr/>
        <a:lstStyle/>
        <a:p>
          <a:r>
            <a:rPr lang="fr-FR" sz="1400" dirty="0"/>
            <a:t>Bonnes pratiques</a:t>
          </a:r>
        </a:p>
      </dgm:t>
    </dgm:pt>
    <dgm:pt modelId="{1FD622BD-75C4-493B-9D61-1383A7101C76}" type="parTrans" cxnId="{0D840033-7C36-4FE2-A0EE-2C882A47191B}">
      <dgm:prSet/>
      <dgm:spPr/>
      <dgm:t>
        <a:bodyPr/>
        <a:lstStyle/>
        <a:p>
          <a:endParaRPr lang="fr-FR"/>
        </a:p>
      </dgm:t>
    </dgm:pt>
    <dgm:pt modelId="{88C05AF5-3F59-4F1E-A527-4F6596942BFF}" type="sibTrans" cxnId="{0D840033-7C36-4FE2-A0EE-2C882A47191B}">
      <dgm:prSet/>
      <dgm:spPr/>
      <dgm:t>
        <a:bodyPr/>
        <a:lstStyle/>
        <a:p>
          <a:endParaRPr lang="fr-FR"/>
        </a:p>
      </dgm:t>
    </dgm:pt>
    <dgm:pt modelId="{8F4FCFCF-F468-44E0-8E4D-C10692E04159}" type="pres">
      <dgm:prSet presAssocID="{2EF207F2-8F18-4CB0-BCD6-853E3752C01A}" presName="Name0" presStyleCnt="0">
        <dgm:presLayoutVars>
          <dgm:dir/>
          <dgm:animLvl val="lvl"/>
          <dgm:resizeHandles/>
        </dgm:presLayoutVars>
      </dgm:prSet>
      <dgm:spPr/>
    </dgm:pt>
    <dgm:pt modelId="{8BBFA5D3-BB6A-44F4-872D-09EA7B9FF4AE}" type="pres">
      <dgm:prSet presAssocID="{BBA5C050-2233-4E2B-A19E-E307D2B53CB1}" presName="linNode" presStyleCnt="0"/>
      <dgm:spPr/>
    </dgm:pt>
    <dgm:pt modelId="{30E90D0A-2F43-4754-BB90-654593DDE05A}" type="pres">
      <dgm:prSet presAssocID="{BBA5C050-2233-4E2B-A19E-E307D2B53CB1}" presName="parentShp" presStyleLbl="node1" presStyleIdx="0" presStyleCnt="8">
        <dgm:presLayoutVars>
          <dgm:bulletEnabled val="1"/>
        </dgm:presLayoutVars>
      </dgm:prSet>
      <dgm:spPr/>
    </dgm:pt>
    <dgm:pt modelId="{117E3F82-865B-46C0-A614-29D6E4A08FCA}" type="pres">
      <dgm:prSet presAssocID="{BBA5C050-2233-4E2B-A19E-E307D2B53CB1}" presName="childShp" presStyleLbl="bgAccFollowNode1" presStyleIdx="0" presStyleCnt="8">
        <dgm:presLayoutVars>
          <dgm:bulletEnabled val="1"/>
        </dgm:presLayoutVars>
      </dgm:prSet>
      <dgm:spPr/>
    </dgm:pt>
    <dgm:pt modelId="{3ABB2BDF-3A0F-4671-9019-8DDC33C9284E}" type="pres">
      <dgm:prSet presAssocID="{B37ECA0D-F87B-43E3-A294-BE78D2EFE7BE}" presName="spacing" presStyleCnt="0"/>
      <dgm:spPr/>
    </dgm:pt>
    <dgm:pt modelId="{7DD47246-96E6-44BD-86E5-C23CC818040A}" type="pres">
      <dgm:prSet presAssocID="{C70FFFDF-CCAB-4CD7-BBC4-3686A336C249}" presName="linNode" presStyleCnt="0"/>
      <dgm:spPr/>
    </dgm:pt>
    <dgm:pt modelId="{C42B7D35-AAFB-451A-AAA3-EE9C324E1C2A}" type="pres">
      <dgm:prSet presAssocID="{C70FFFDF-CCAB-4CD7-BBC4-3686A336C249}" presName="parentShp" presStyleLbl="node1" presStyleIdx="1" presStyleCnt="8">
        <dgm:presLayoutVars>
          <dgm:bulletEnabled val="1"/>
        </dgm:presLayoutVars>
      </dgm:prSet>
      <dgm:spPr/>
    </dgm:pt>
    <dgm:pt modelId="{DEA2F814-7E86-4E3A-9AD1-13474A982A6A}" type="pres">
      <dgm:prSet presAssocID="{C70FFFDF-CCAB-4CD7-BBC4-3686A336C249}" presName="childShp" presStyleLbl="bgAccFollowNode1" presStyleIdx="1" presStyleCnt="8">
        <dgm:presLayoutVars>
          <dgm:bulletEnabled val="1"/>
        </dgm:presLayoutVars>
      </dgm:prSet>
      <dgm:spPr/>
    </dgm:pt>
    <dgm:pt modelId="{E72EAF67-4CFA-4517-90B5-D175D76C77C6}" type="pres">
      <dgm:prSet presAssocID="{123EF7AE-1BB5-4D8E-AE20-DB3C268AF377}" presName="spacing" presStyleCnt="0"/>
      <dgm:spPr/>
    </dgm:pt>
    <dgm:pt modelId="{2BEDD418-081A-4A2F-B26F-AE843AE8235F}" type="pres">
      <dgm:prSet presAssocID="{018DBAF3-40AB-4AB9-BE60-F43B1C7FC201}" presName="linNode" presStyleCnt="0"/>
      <dgm:spPr/>
    </dgm:pt>
    <dgm:pt modelId="{68F5E0D4-5FC7-47B9-BCF6-34EC3B071536}" type="pres">
      <dgm:prSet presAssocID="{018DBAF3-40AB-4AB9-BE60-F43B1C7FC201}" presName="parentShp" presStyleLbl="node1" presStyleIdx="2" presStyleCnt="8">
        <dgm:presLayoutVars>
          <dgm:bulletEnabled val="1"/>
        </dgm:presLayoutVars>
      </dgm:prSet>
      <dgm:spPr/>
    </dgm:pt>
    <dgm:pt modelId="{FEC3F57E-DDBF-406E-A9BA-86D222DB27EB}" type="pres">
      <dgm:prSet presAssocID="{018DBAF3-40AB-4AB9-BE60-F43B1C7FC201}" presName="childShp" presStyleLbl="bgAccFollowNode1" presStyleIdx="2" presStyleCnt="8">
        <dgm:presLayoutVars>
          <dgm:bulletEnabled val="1"/>
        </dgm:presLayoutVars>
      </dgm:prSet>
      <dgm:spPr/>
    </dgm:pt>
    <dgm:pt modelId="{43FB0642-C13D-4418-9461-F4D8ACF82A32}" type="pres">
      <dgm:prSet presAssocID="{3F30567A-DDB2-4D1C-83C9-306B12317FC9}" presName="spacing" presStyleCnt="0"/>
      <dgm:spPr/>
    </dgm:pt>
    <dgm:pt modelId="{A1D912E1-A010-4C7E-B021-223D1FCBD3D6}" type="pres">
      <dgm:prSet presAssocID="{9BF805D2-9D09-4E25-BC8A-BA72D6027B68}" presName="linNode" presStyleCnt="0"/>
      <dgm:spPr/>
    </dgm:pt>
    <dgm:pt modelId="{235AC316-8683-4CA8-80A2-D8E5130B06F1}" type="pres">
      <dgm:prSet presAssocID="{9BF805D2-9D09-4E25-BC8A-BA72D6027B68}" presName="parentShp" presStyleLbl="node1" presStyleIdx="3" presStyleCnt="8">
        <dgm:presLayoutVars>
          <dgm:bulletEnabled val="1"/>
        </dgm:presLayoutVars>
      </dgm:prSet>
      <dgm:spPr/>
    </dgm:pt>
    <dgm:pt modelId="{5036D518-7247-42B1-BFE3-1CC8F7C8A09B}" type="pres">
      <dgm:prSet presAssocID="{9BF805D2-9D09-4E25-BC8A-BA72D6027B68}" presName="childShp" presStyleLbl="bgAccFollowNode1" presStyleIdx="3" presStyleCnt="8">
        <dgm:presLayoutVars>
          <dgm:bulletEnabled val="1"/>
        </dgm:presLayoutVars>
      </dgm:prSet>
      <dgm:spPr/>
    </dgm:pt>
    <dgm:pt modelId="{B74D7623-01D7-42D5-A040-533043976E7B}" type="pres">
      <dgm:prSet presAssocID="{B3E46985-A715-4325-A346-DF59E93CBAE7}" presName="spacing" presStyleCnt="0"/>
      <dgm:spPr/>
    </dgm:pt>
    <dgm:pt modelId="{10B3E698-4AC3-4AC1-B4F2-F14DF8C64BC2}" type="pres">
      <dgm:prSet presAssocID="{66047BC8-FDDD-443B-BC4F-F26DB345EFD5}" presName="linNode" presStyleCnt="0"/>
      <dgm:spPr/>
    </dgm:pt>
    <dgm:pt modelId="{6E35187C-3055-4F32-B8C6-3493ACF448A8}" type="pres">
      <dgm:prSet presAssocID="{66047BC8-FDDD-443B-BC4F-F26DB345EFD5}" presName="parentShp" presStyleLbl="node1" presStyleIdx="4" presStyleCnt="8">
        <dgm:presLayoutVars>
          <dgm:bulletEnabled val="1"/>
        </dgm:presLayoutVars>
      </dgm:prSet>
      <dgm:spPr/>
    </dgm:pt>
    <dgm:pt modelId="{799B2B07-F04A-4BD3-938B-870223EA06F8}" type="pres">
      <dgm:prSet presAssocID="{66047BC8-FDDD-443B-BC4F-F26DB345EFD5}" presName="childShp" presStyleLbl="bgAccFollowNode1" presStyleIdx="4" presStyleCnt="8">
        <dgm:presLayoutVars>
          <dgm:bulletEnabled val="1"/>
        </dgm:presLayoutVars>
      </dgm:prSet>
      <dgm:spPr/>
    </dgm:pt>
    <dgm:pt modelId="{519D580A-C5F9-486B-B0F6-DBE1F0BFE6F1}" type="pres">
      <dgm:prSet presAssocID="{F2221E9B-2CAA-4FAB-B14F-5578BD246BF2}" presName="spacing" presStyleCnt="0"/>
      <dgm:spPr/>
    </dgm:pt>
    <dgm:pt modelId="{44B88D80-CC56-48E8-B9FE-01BF314A4EE9}" type="pres">
      <dgm:prSet presAssocID="{A427DA56-E5DE-45E5-920D-0FDE07606D3D}" presName="linNode" presStyleCnt="0"/>
      <dgm:spPr/>
    </dgm:pt>
    <dgm:pt modelId="{D0B2E171-5EC1-4822-98CE-BFAED3C5E50B}" type="pres">
      <dgm:prSet presAssocID="{A427DA56-E5DE-45E5-920D-0FDE07606D3D}" presName="parentShp" presStyleLbl="node1" presStyleIdx="5" presStyleCnt="8">
        <dgm:presLayoutVars>
          <dgm:bulletEnabled val="1"/>
        </dgm:presLayoutVars>
      </dgm:prSet>
      <dgm:spPr/>
    </dgm:pt>
    <dgm:pt modelId="{3F143387-C278-4C7F-BBB6-1AAD3B919CDE}" type="pres">
      <dgm:prSet presAssocID="{A427DA56-E5DE-45E5-920D-0FDE07606D3D}" presName="childShp" presStyleLbl="bgAccFollowNode1" presStyleIdx="5" presStyleCnt="8">
        <dgm:presLayoutVars>
          <dgm:bulletEnabled val="1"/>
        </dgm:presLayoutVars>
      </dgm:prSet>
      <dgm:spPr/>
    </dgm:pt>
    <dgm:pt modelId="{BC10F902-0B5B-4FF3-AC3F-67EC77F43147}" type="pres">
      <dgm:prSet presAssocID="{CD1350C7-8A31-4363-91DA-33301B3C35A3}" presName="spacing" presStyleCnt="0"/>
      <dgm:spPr/>
    </dgm:pt>
    <dgm:pt modelId="{12D4F919-5CD9-4470-B4FA-125AA9792D65}" type="pres">
      <dgm:prSet presAssocID="{759B32C0-16B0-488D-AB22-DC7080F37284}" presName="linNode" presStyleCnt="0"/>
      <dgm:spPr/>
    </dgm:pt>
    <dgm:pt modelId="{4AB0ED34-E7C4-4AB8-8447-25F27ABEB1EE}" type="pres">
      <dgm:prSet presAssocID="{759B32C0-16B0-488D-AB22-DC7080F37284}" presName="parentShp" presStyleLbl="node1" presStyleIdx="6" presStyleCnt="8">
        <dgm:presLayoutVars>
          <dgm:bulletEnabled val="1"/>
        </dgm:presLayoutVars>
      </dgm:prSet>
      <dgm:spPr/>
    </dgm:pt>
    <dgm:pt modelId="{9E5E3E53-438D-42EA-81DC-65501A2E44BD}" type="pres">
      <dgm:prSet presAssocID="{759B32C0-16B0-488D-AB22-DC7080F37284}" presName="childShp" presStyleLbl="bgAccFollowNode1" presStyleIdx="6" presStyleCnt="8">
        <dgm:presLayoutVars>
          <dgm:bulletEnabled val="1"/>
        </dgm:presLayoutVars>
      </dgm:prSet>
      <dgm:spPr/>
    </dgm:pt>
    <dgm:pt modelId="{69AA98D3-084E-45A0-A77E-CE343305ADCC}" type="pres">
      <dgm:prSet presAssocID="{5908267A-97A9-411D-9171-69EE8A4FB0A9}" presName="spacing" presStyleCnt="0"/>
      <dgm:spPr/>
    </dgm:pt>
    <dgm:pt modelId="{D6A391C3-A8FE-4A7B-A4DF-D2F8982A0BD9}" type="pres">
      <dgm:prSet presAssocID="{CFFCE789-E0C0-4824-807F-F6F07D812208}" presName="linNode" presStyleCnt="0"/>
      <dgm:spPr/>
    </dgm:pt>
    <dgm:pt modelId="{D6057AE4-A2A9-440F-BE19-FBF061C0617A}" type="pres">
      <dgm:prSet presAssocID="{CFFCE789-E0C0-4824-807F-F6F07D812208}" presName="parentShp" presStyleLbl="node1" presStyleIdx="7" presStyleCnt="8">
        <dgm:presLayoutVars>
          <dgm:bulletEnabled val="1"/>
        </dgm:presLayoutVars>
      </dgm:prSet>
      <dgm:spPr/>
    </dgm:pt>
    <dgm:pt modelId="{C411E988-810C-4EF5-97AE-A80AAF7D5EFB}" type="pres">
      <dgm:prSet presAssocID="{CFFCE789-E0C0-4824-807F-F6F07D812208}" presName="childShp" presStyleLbl="bgAccFollowNode1" presStyleIdx="7" presStyleCnt="8">
        <dgm:presLayoutVars>
          <dgm:bulletEnabled val="1"/>
        </dgm:presLayoutVars>
      </dgm:prSet>
      <dgm:spPr/>
    </dgm:pt>
  </dgm:ptLst>
  <dgm:cxnLst>
    <dgm:cxn modelId="{D1439905-E626-4B3E-8973-1A341AC03CB5}" srcId="{CFFCE789-E0C0-4824-807F-F6F07D812208}" destId="{95535BCE-3024-4988-BEB6-9F2BF9049625}" srcOrd="0" destOrd="0" parTransId="{F73E4A91-F645-49AF-9BFC-D87731C8D2B5}" sibTransId="{91386F8C-405C-4A8E-9847-7F68D63A6B38}"/>
    <dgm:cxn modelId="{FB7B0308-F01B-4B97-BAF9-2DC86AA7E1FF}" type="presOf" srcId="{BAB2880F-9A21-40A9-BE93-2DC0534928B4}" destId="{DEA2F814-7E86-4E3A-9AD1-13474A982A6A}" srcOrd="0" destOrd="0" presId="urn:microsoft.com/office/officeart/2005/8/layout/vList6"/>
    <dgm:cxn modelId="{8120F80C-FD0D-47D3-9309-769E7227B404}" srcId="{018DBAF3-40AB-4AB9-BE60-F43B1C7FC201}" destId="{98189BD6-1CB7-4B12-8B23-8784DDFEAAA7}" srcOrd="0" destOrd="0" parTransId="{D5E45F6E-726C-4A0C-B10F-A6088B5D6C78}" sibTransId="{EBE3AD2C-E3CF-4D1B-BF07-44CFF618711B}"/>
    <dgm:cxn modelId="{DF7C150E-BB2E-4359-A97C-D2E1B368EFA0}" type="presOf" srcId="{48040D2F-A8F4-46B2-BA54-EA976E9CDDEB}" destId="{3F143387-C278-4C7F-BBB6-1AAD3B919CDE}" srcOrd="0" destOrd="0" presId="urn:microsoft.com/office/officeart/2005/8/layout/vList6"/>
    <dgm:cxn modelId="{D3A18E14-E730-4248-B81A-2C7DC7FFCBF3}" type="presOf" srcId="{9BF805D2-9D09-4E25-BC8A-BA72D6027B68}" destId="{235AC316-8683-4CA8-80A2-D8E5130B06F1}" srcOrd="0" destOrd="0" presId="urn:microsoft.com/office/officeart/2005/8/layout/vList6"/>
    <dgm:cxn modelId="{5EEB2A15-7D24-45A8-8273-BF38BD6FF772}" srcId="{9BF805D2-9D09-4E25-BC8A-BA72D6027B68}" destId="{D33280D5-1A32-4C96-A1D9-70C4DD5A3D68}" srcOrd="0" destOrd="0" parTransId="{70F07AAC-159F-4205-ABA3-87D16373FAD0}" sibTransId="{7427AB35-4A80-4E66-BA28-39FB01EA3B1F}"/>
    <dgm:cxn modelId="{69F5762C-9A78-4FC6-921E-03BCFD739280}" srcId="{C70FFFDF-CCAB-4CD7-BBC4-3686A336C249}" destId="{BAB2880F-9A21-40A9-BE93-2DC0534928B4}" srcOrd="0" destOrd="0" parTransId="{C9B1D39A-8EC2-4C86-9293-E8E4DC418207}" sibTransId="{576161F3-11AD-487E-A1DB-C3B92F9D3C48}"/>
    <dgm:cxn modelId="{886CA732-7E5D-4EE1-BA29-7302E73EE8DE}" type="presOf" srcId="{98189BD6-1CB7-4B12-8B23-8784DDFEAAA7}" destId="{FEC3F57E-DDBF-406E-A9BA-86D222DB27EB}" srcOrd="0" destOrd="0" presId="urn:microsoft.com/office/officeart/2005/8/layout/vList6"/>
    <dgm:cxn modelId="{0D840033-7C36-4FE2-A0EE-2C882A47191B}" srcId="{CFFCE789-E0C0-4824-807F-F6F07D812208}" destId="{A5CB3C1E-63E1-462A-A027-B7541CE885EE}" srcOrd="1" destOrd="0" parTransId="{1FD622BD-75C4-493B-9D61-1383A7101C76}" sibTransId="{88C05AF5-3F59-4F1E-A527-4F6596942BFF}"/>
    <dgm:cxn modelId="{11768861-E432-4A62-83CA-EB4601D83239}" type="presOf" srcId="{759B32C0-16B0-488D-AB22-DC7080F37284}" destId="{4AB0ED34-E7C4-4AB8-8447-25F27ABEB1EE}" srcOrd="0" destOrd="0" presId="urn:microsoft.com/office/officeart/2005/8/layout/vList6"/>
    <dgm:cxn modelId="{2918A444-56B4-4B79-8C56-63986D5BA29D}" type="presOf" srcId="{66047BC8-FDDD-443B-BC4F-F26DB345EFD5}" destId="{6E35187C-3055-4F32-B8C6-3493ACF448A8}" srcOrd="0" destOrd="0" presId="urn:microsoft.com/office/officeart/2005/8/layout/vList6"/>
    <dgm:cxn modelId="{03990667-D93A-4A5E-84A8-4A83E47ED6F9}" srcId="{2EF207F2-8F18-4CB0-BCD6-853E3752C01A}" destId="{9BF805D2-9D09-4E25-BC8A-BA72D6027B68}" srcOrd="3" destOrd="0" parTransId="{2833577D-1330-4E89-BEED-0BBC58A03F30}" sibTransId="{B3E46985-A715-4325-A346-DF59E93CBAE7}"/>
    <dgm:cxn modelId="{71A53948-1BF7-44B9-8A2F-4E1338495481}" type="presOf" srcId="{CFFCE789-E0C0-4824-807F-F6F07D812208}" destId="{D6057AE4-A2A9-440F-BE19-FBF061C0617A}" srcOrd="0" destOrd="0" presId="urn:microsoft.com/office/officeart/2005/8/layout/vList6"/>
    <dgm:cxn modelId="{FDF69B69-367E-4E52-A7A5-EC9548C9427B}" srcId="{2EF207F2-8F18-4CB0-BCD6-853E3752C01A}" destId="{C70FFFDF-CCAB-4CD7-BBC4-3686A336C249}" srcOrd="1" destOrd="0" parTransId="{531C6ED5-C768-49FD-814D-DFC31D48D45F}" sibTransId="{123EF7AE-1BB5-4D8E-AE20-DB3C268AF377}"/>
    <dgm:cxn modelId="{8F6CFD4A-E61D-44EB-8A32-E4A23420BF40}" type="presOf" srcId="{954DD3D5-3B2D-45A0-BBC3-A6F9F523D687}" destId="{799B2B07-F04A-4BD3-938B-870223EA06F8}" srcOrd="0" destOrd="0" presId="urn:microsoft.com/office/officeart/2005/8/layout/vList6"/>
    <dgm:cxn modelId="{01521D52-44DF-4966-A144-8D41AA871D54}" srcId="{66047BC8-FDDD-443B-BC4F-F26DB345EFD5}" destId="{954DD3D5-3B2D-45A0-BBC3-A6F9F523D687}" srcOrd="0" destOrd="0" parTransId="{E01C3D0B-849E-4D28-9EBA-928147FFDA06}" sibTransId="{D12517D3-8E16-4CBC-9426-98267CBE6FAD}"/>
    <dgm:cxn modelId="{665C8675-3BE6-4600-A0E4-E9200D656728}" srcId="{759B32C0-16B0-488D-AB22-DC7080F37284}" destId="{D9BCA534-E454-4936-9B2B-27F0F2504B22}" srcOrd="0" destOrd="0" parTransId="{4354F548-48D4-4471-A68C-85F4C49FAA90}" sibTransId="{CEF34623-2F9B-4E4A-AAAD-3104CFE737F4}"/>
    <dgm:cxn modelId="{D593C056-24B9-418D-92A8-7DCCEDE8F425}" type="presOf" srcId="{95535BCE-3024-4988-BEB6-9F2BF9049625}" destId="{C411E988-810C-4EF5-97AE-A80AAF7D5EFB}" srcOrd="0" destOrd="0" presId="urn:microsoft.com/office/officeart/2005/8/layout/vList6"/>
    <dgm:cxn modelId="{80036191-153F-4EFF-8610-8B297CFFE405}" srcId="{2EF207F2-8F18-4CB0-BCD6-853E3752C01A}" destId="{66047BC8-FDDD-443B-BC4F-F26DB345EFD5}" srcOrd="4" destOrd="0" parTransId="{E13F972F-298A-4CBD-9D8E-2D1649E31D1A}" sibTransId="{F2221E9B-2CAA-4FAB-B14F-5578BD246BF2}"/>
    <dgm:cxn modelId="{1870DB98-2A7E-476B-9BFA-58F4E16890BC}" type="presOf" srcId="{2EF207F2-8F18-4CB0-BCD6-853E3752C01A}" destId="{8F4FCFCF-F468-44E0-8E4D-C10692E04159}" srcOrd="0" destOrd="0" presId="urn:microsoft.com/office/officeart/2005/8/layout/vList6"/>
    <dgm:cxn modelId="{1ABC69A0-0B21-4BD0-92DA-5A1CAF7E68A2}" type="presOf" srcId="{41CC01CB-31E0-441A-9AE3-3987685897DB}" destId="{117E3F82-865B-46C0-A614-29D6E4A08FCA}" srcOrd="0" destOrd="0" presId="urn:microsoft.com/office/officeart/2005/8/layout/vList6"/>
    <dgm:cxn modelId="{EDADB2A6-35D7-4EBB-B26D-DC9BFFF2A378}" srcId="{BBA5C050-2233-4E2B-A19E-E307D2B53CB1}" destId="{41CC01CB-31E0-441A-9AE3-3987685897DB}" srcOrd="0" destOrd="0" parTransId="{41008087-6ADC-43B7-9D49-2CE15B04896C}" sibTransId="{CA2EB1E3-1F57-4DCE-A002-84C889AFE171}"/>
    <dgm:cxn modelId="{FCBBFEA9-F4DB-42CB-8200-87D309B9E4C0}" type="presOf" srcId="{D33280D5-1A32-4C96-A1D9-70C4DD5A3D68}" destId="{5036D518-7247-42B1-BFE3-1CC8F7C8A09B}" srcOrd="0" destOrd="0" presId="urn:microsoft.com/office/officeart/2005/8/layout/vList6"/>
    <dgm:cxn modelId="{C0A6F6AC-B5F7-4A3D-B87D-C9669961B67B}" srcId="{2EF207F2-8F18-4CB0-BCD6-853E3752C01A}" destId="{CFFCE789-E0C0-4824-807F-F6F07D812208}" srcOrd="7" destOrd="0" parTransId="{FCCD18E9-5AD3-40E6-8FFC-41B6397779BE}" sibTransId="{3198F181-0FBD-4D75-BA3B-44C5FA09F4F1}"/>
    <dgm:cxn modelId="{3C3527B1-BA51-40CE-8936-24AC2BCD4902}" type="presOf" srcId="{018DBAF3-40AB-4AB9-BE60-F43B1C7FC201}" destId="{68F5E0D4-5FC7-47B9-BCF6-34EC3B071536}" srcOrd="0" destOrd="0" presId="urn:microsoft.com/office/officeart/2005/8/layout/vList6"/>
    <dgm:cxn modelId="{F56063B1-B8A8-4A58-8F98-446464C7FC6F}" srcId="{2EF207F2-8F18-4CB0-BCD6-853E3752C01A}" destId="{018DBAF3-40AB-4AB9-BE60-F43B1C7FC201}" srcOrd="2" destOrd="0" parTransId="{3989632A-D4FF-49F0-8B7C-0209205C5C62}" sibTransId="{3F30567A-DDB2-4D1C-83C9-306B12317FC9}"/>
    <dgm:cxn modelId="{C41C1DB8-6DA4-4FB5-8B83-254B690258BF}" srcId="{2EF207F2-8F18-4CB0-BCD6-853E3752C01A}" destId="{BBA5C050-2233-4E2B-A19E-E307D2B53CB1}" srcOrd="0" destOrd="0" parTransId="{48A8D87D-A88E-4C3E-B4B1-388824F68F44}" sibTransId="{B37ECA0D-F87B-43E3-A294-BE78D2EFE7BE}"/>
    <dgm:cxn modelId="{AB9BC6BF-FAE4-4668-B7A8-76B96B807DB1}" type="presOf" srcId="{A427DA56-E5DE-45E5-920D-0FDE07606D3D}" destId="{D0B2E171-5EC1-4822-98CE-BFAED3C5E50B}" srcOrd="0" destOrd="0" presId="urn:microsoft.com/office/officeart/2005/8/layout/vList6"/>
    <dgm:cxn modelId="{E28A52CD-6555-451F-BABE-48713D1047A4}" type="presOf" srcId="{A5CB3C1E-63E1-462A-A027-B7541CE885EE}" destId="{C411E988-810C-4EF5-97AE-A80AAF7D5EFB}" srcOrd="0" destOrd="1" presId="urn:microsoft.com/office/officeart/2005/8/layout/vList6"/>
    <dgm:cxn modelId="{0CA07FCF-7F9C-429E-B327-34CBB3479F27}" type="presOf" srcId="{BBA5C050-2233-4E2B-A19E-E307D2B53CB1}" destId="{30E90D0A-2F43-4754-BB90-654593DDE05A}" srcOrd="0" destOrd="0" presId="urn:microsoft.com/office/officeart/2005/8/layout/vList6"/>
    <dgm:cxn modelId="{E66C65D3-A919-4012-B6AC-875AE0F7EE38}" srcId="{2EF207F2-8F18-4CB0-BCD6-853E3752C01A}" destId="{A427DA56-E5DE-45E5-920D-0FDE07606D3D}" srcOrd="5" destOrd="0" parTransId="{A1AC3B4D-7EB7-4206-80B4-B5ADF44635A1}" sibTransId="{CD1350C7-8A31-4363-91DA-33301B3C35A3}"/>
    <dgm:cxn modelId="{5836B4D3-4168-4A07-9951-08D9F898068E}" type="presOf" srcId="{C70FFFDF-CCAB-4CD7-BBC4-3686A336C249}" destId="{C42B7D35-AAFB-451A-AAA3-EE9C324E1C2A}" srcOrd="0" destOrd="0" presId="urn:microsoft.com/office/officeart/2005/8/layout/vList6"/>
    <dgm:cxn modelId="{98299FD9-F93A-4813-B90A-02AF39E159DA}" type="presOf" srcId="{D9BCA534-E454-4936-9B2B-27F0F2504B22}" destId="{9E5E3E53-438D-42EA-81DC-65501A2E44BD}" srcOrd="0" destOrd="0" presId="urn:microsoft.com/office/officeart/2005/8/layout/vList6"/>
    <dgm:cxn modelId="{8DC984F9-EAC6-43CD-BAC3-2CE04C75FDBE}" srcId="{2EF207F2-8F18-4CB0-BCD6-853E3752C01A}" destId="{759B32C0-16B0-488D-AB22-DC7080F37284}" srcOrd="6" destOrd="0" parTransId="{40AF753E-F175-4E10-A4DD-D88141C8D803}" sibTransId="{5908267A-97A9-411D-9171-69EE8A4FB0A9}"/>
    <dgm:cxn modelId="{87F116FC-DCB9-4568-9F51-09F809BD5447}" srcId="{A427DA56-E5DE-45E5-920D-0FDE07606D3D}" destId="{48040D2F-A8F4-46B2-BA54-EA976E9CDDEB}" srcOrd="0" destOrd="0" parTransId="{AB53AB27-E3E8-4BF6-B663-5ABF4D1CA920}" sibTransId="{23D8A51A-B4A1-448B-ABE1-71C89C921AC2}"/>
    <dgm:cxn modelId="{51406BB8-8C0A-400E-B46E-D3D8C7E65411}" type="presParOf" srcId="{8F4FCFCF-F468-44E0-8E4D-C10692E04159}" destId="{8BBFA5D3-BB6A-44F4-872D-09EA7B9FF4AE}" srcOrd="0" destOrd="0" presId="urn:microsoft.com/office/officeart/2005/8/layout/vList6"/>
    <dgm:cxn modelId="{D642BE4F-0F20-4812-ABD1-4E3E43C17C79}" type="presParOf" srcId="{8BBFA5D3-BB6A-44F4-872D-09EA7B9FF4AE}" destId="{30E90D0A-2F43-4754-BB90-654593DDE05A}" srcOrd="0" destOrd="0" presId="urn:microsoft.com/office/officeart/2005/8/layout/vList6"/>
    <dgm:cxn modelId="{40423BD4-E5CD-4EE5-B9C8-D9335C3EC977}" type="presParOf" srcId="{8BBFA5D3-BB6A-44F4-872D-09EA7B9FF4AE}" destId="{117E3F82-865B-46C0-A614-29D6E4A08FCA}" srcOrd="1" destOrd="0" presId="urn:microsoft.com/office/officeart/2005/8/layout/vList6"/>
    <dgm:cxn modelId="{4E4C6AFB-4B85-40BD-BBBA-34615937DB9A}" type="presParOf" srcId="{8F4FCFCF-F468-44E0-8E4D-C10692E04159}" destId="{3ABB2BDF-3A0F-4671-9019-8DDC33C9284E}" srcOrd="1" destOrd="0" presId="urn:microsoft.com/office/officeart/2005/8/layout/vList6"/>
    <dgm:cxn modelId="{49516576-7CE9-48E3-8581-6B664D9D6D5E}" type="presParOf" srcId="{8F4FCFCF-F468-44E0-8E4D-C10692E04159}" destId="{7DD47246-96E6-44BD-86E5-C23CC818040A}" srcOrd="2" destOrd="0" presId="urn:microsoft.com/office/officeart/2005/8/layout/vList6"/>
    <dgm:cxn modelId="{A576FC72-22F8-475E-B916-D9B8A1CF7F01}" type="presParOf" srcId="{7DD47246-96E6-44BD-86E5-C23CC818040A}" destId="{C42B7D35-AAFB-451A-AAA3-EE9C324E1C2A}" srcOrd="0" destOrd="0" presId="urn:microsoft.com/office/officeart/2005/8/layout/vList6"/>
    <dgm:cxn modelId="{D91114E4-5FF3-4CE0-89C9-F589E033577C}" type="presParOf" srcId="{7DD47246-96E6-44BD-86E5-C23CC818040A}" destId="{DEA2F814-7E86-4E3A-9AD1-13474A982A6A}" srcOrd="1" destOrd="0" presId="urn:microsoft.com/office/officeart/2005/8/layout/vList6"/>
    <dgm:cxn modelId="{BE28EB71-BC42-4FCC-9B0F-32BE3F74AD98}" type="presParOf" srcId="{8F4FCFCF-F468-44E0-8E4D-C10692E04159}" destId="{E72EAF67-4CFA-4517-90B5-D175D76C77C6}" srcOrd="3" destOrd="0" presId="urn:microsoft.com/office/officeart/2005/8/layout/vList6"/>
    <dgm:cxn modelId="{0E1F0DCD-5EBE-4AF6-900F-64957AD9CB69}" type="presParOf" srcId="{8F4FCFCF-F468-44E0-8E4D-C10692E04159}" destId="{2BEDD418-081A-4A2F-B26F-AE843AE8235F}" srcOrd="4" destOrd="0" presId="urn:microsoft.com/office/officeart/2005/8/layout/vList6"/>
    <dgm:cxn modelId="{3CB56DC9-20DD-451C-AC8A-7339BF617FDD}" type="presParOf" srcId="{2BEDD418-081A-4A2F-B26F-AE843AE8235F}" destId="{68F5E0D4-5FC7-47B9-BCF6-34EC3B071536}" srcOrd="0" destOrd="0" presId="urn:microsoft.com/office/officeart/2005/8/layout/vList6"/>
    <dgm:cxn modelId="{0B77DBE0-C1A8-4A76-833E-F2787F048F79}" type="presParOf" srcId="{2BEDD418-081A-4A2F-B26F-AE843AE8235F}" destId="{FEC3F57E-DDBF-406E-A9BA-86D222DB27EB}" srcOrd="1" destOrd="0" presId="urn:microsoft.com/office/officeart/2005/8/layout/vList6"/>
    <dgm:cxn modelId="{8188A7BC-726A-40D8-8B49-EB1ECEFE6FA8}" type="presParOf" srcId="{8F4FCFCF-F468-44E0-8E4D-C10692E04159}" destId="{43FB0642-C13D-4418-9461-F4D8ACF82A32}" srcOrd="5" destOrd="0" presId="urn:microsoft.com/office/officeart/2005/8/layout/vList6"/>
    <dgm:cxn modelId="{8B10E5D2-BF32-454B-A06A-07B98B0AA79B}" type="presParOf" srcId="{8F4FCFCF-F468-44E0-8E4D-C10692E04159}" destId="{A1D912E1-A010-4C7E-B021-223D1FCBD3D6}" srcOrd="6" destOrd="0" presId="urn:microsoft.com/office/officeart/2005/8/layout/vList6"/>
    <dgm:cxn modelId="{BB973729-66EB-4939-A66F-01473F02B9EB}" type="presParOf" srcId="{A1D912E1-A010-4C7E-B021-223D1FCBD3D6}" destId="{235AC316-8683-4CA8-80A2-D8E5130B06F1}" srcOrd="0" destOrd="0" presId="urn:microsoft.com/office/officeart/2005/8/layout/vList6"/>
    <dgm:cxn modelId="{FB4B8702-B49F-444D-A7FA-D4AF92A020A3}" type="presParOf" srcId="{A1D912E1-A010-4C7E-B021-223D1FCBD3D6}" destId="{5036D518-7247-42B1-BFE3-1CC8F7C8A09B}" srcOrd="1" destOrd="0" presId="urn:microsoft.com/office/officeart/2005/8/layout/vList6"/>
    <dgm:cxn modelId="{E709D982-CC4A-4A0F-84CD-C23EFB7A7CA5}" type="presParOf" srcId="{8F4FCFCF-F468-44E0-8E4D-C10692E04159}" destId="{B74D7623-01D7-42D5-A040-533043976E7B}" srcOrd="7" destOrd="0" presId="urn:microsoft.com/office/officeart/2005/8/layout/vList6"/>
    <dgm:cxn modelId="{1CEAC53F-DD13-4C41-84A2-52EB78053F90}" type="presParOf" srcId="{8F4FCFCF-F468-44E0-8E4D-C10692E04159}" destId="{10B3E698-4AC3-4AC1-B4F2-F14DF8C64BC2}" srcOrd="8" destOrd="0" presId="urn:microsoft.com/office/officeart/2005/8/layout/vList6"/>
    <dgm:cxn modelId="{8F2C0E30-ACE6-4667-AA26-A3C5822EE25A}" type="presParOf" srcId="{10B3E698-4AC3-4AC1-B4F2-F14DF8C64BC2}" destId="{6E35187C-3055-4F32-B8C6-3493ACF448A8}" srcOrd="0" destOrd="0" presId="urn:microsoft.com/office/officeart/2005/8/layout/vList6"/>
    <dgm:cxn modelId="{AF93263F-614D-41D4-82AC-96D45F8603FF}" type="presParOf" srcId="{10B3E698-4AC3-4AC1-B4F2-F14DF8C64BC2}" destId="{799B2B07-F04A-4BD3-938B-870223EA06F8}" srcOrd="1" destOrd="0" presId="urn:microsoft.com/office/officeart/2005/8/layout/vList6"/>
    <dgm:cxn modelId="{41B47CCC-D187-4B25-9734-5632535A2221}" type="presParOf" srcId="{8F4FCFCF-F468-44E0-8E4D-C10692E04159}" destId="{519D580A-C5F9-486B-B0F6-DBE1F0BFE6F1}" srcOrd="9" destOrd="0" presId="urn:microsoft.com/office/officeart/2005/8/layout/vList6"/>
    <dgm:cxn modelId="{B6DD21E9-D005-4DE4-B14A-8F907566F563}" type="presParOf" srcId="{8F4FCFCF-F468-44E0-8E4D-C10692E04159}" destId="{44B88D80-CC56-48E8-B9FE-01BF314A4EE9}" srcOrd="10" destOrd="0" presId="urn:microsoft.com/office/officeart/2005/8/layout/vList6"/>
    <dgm:cxn modelId="{D580CBF0-E95E-471A-85E2-AF46555880B6}" type="presParOf" srcId="{44B88D80-CC56-48E8-B9FE-01BF314A4EE9}" destId="{D0B2E171-5EC1-4822-98CE-BFAED3C5E50B}" srcOrd="0" destOrd="0" presId="urn:microsoft.com/office/officeart/2005/8/layout/vList6"/>
    <dgm:cxn modelId="{7D73F326-C170-42AD-929D-35A1E1EF38AE}" type="presParOf" srcId="{44B88D80-CC56-48E8-B9FE-01BF314A4EE9}" destId="{3F143387-C278-4C7F-BBB6-1AAD3B919CDE}" srcOrd="1" destOrd="0" presId="urn:microsoft.com/office/officeart/2005/8/layout/vList6"/>
    <dgm:cxn modelId="{10DA4721-C282-4EE0-A9F5-30EFCEA4C642}" type="presParOf" srcId="{8F4FCFCF-F468-44E0-8E4D-C10692E04159}" destId="{BC10F902-0B5B-4FF3-AC3F-67EC77F43147}" srcOrd="11" destOrd="0" presId="urn:microsoft.com/office/officeart/2005/8/layout/vList6"/>
    <dgm:cxn modelId="{745C8F20-8181-4ED7-A885-299906B89875}" type="presParOf" srcId="{8F4FCFCF-F468-44E0-8E4D-C10692E04159}" destId="{12D4F919-5CD9-4470-B4FA-125AA9792D65}" srcOrd="12" destOrd="0" presId="urn:microsoft.com/office/officeart/2005/8/layout/vList6"/>
    <dgm:cxn modelId="{F5D01647-2E71-4BF0-8B18-ADC831453CF0}" type="presParOf" srcId="{12D4F919-5CD9-4470-B4FA-125AA9792D65}" destId="{4AB0ED34-E7C4-4AB8-8447-25F27ABEB1EE}" srcOrd="0" destOrd="0" presId="urn:microsoft.com/office/officeart/2005/8/layout/vList6"/>
    <dgm:cxn modelId="{0656C086-492F-4A29-8496-0C600C71ACE9}" type="presParOf" srcId="{12D4F919-5CD9-4470-B4FA-125AA9792D65}" destId="{9E5E3E53-438D-42EA-81DC-65501A2E44BD}" srcOrd="1" destOrd="0" presId="urn:microsoft.com/office/officeart/2005/8/layout/vList6"/>
    <dgm:cxn modelId="{DD9CC447-2F24-4670-8843-65CEEC2B8D2C}" type="presParOf" srcId="{8F4FCFCF-F468-44E0-8E4D-C10692E04159}" destId="{69AA98D3-084E-45A0-A77E-CE343305ADCC}" srcOrd="13" destOrd="0" presId="urn:microsoft.com/office/officeart/2005/8/layout/vList6"/>
    <dgm:cxn modelId="{284D38B3-7F7A-4E59-97D4-E68D824455C6}" type="presParOf" srcId="{8F4FCFCF-F468-44E0-8E4D-C10692E04159}" destId="{D6A391C3-A8FE-4A7B-A4DF-D2F8982A0BD9}" srcOrd="14" destOrd="0" presId="urn:microsoft.com/office/officeart/2005/8/layout/vList6"/>
    <dgm:cxn modelId="{FCBE628E-DA0B-4246-9FEF-FB570EA45171}" type="presParOf" srcId="{D6A391C3-A8FE-4A7B-A4DF-D2F8982A0BD9}" destId="{D6057AE4-A2A9-440F-BE19-FBF061C0617A}" srcOrd="0" destOrd="0" presId="urn:microsoft.com/office/officeart/2005/8/layout/vList6"/>
    <dgm:cxn modelId="{3C53725E-8AB6-4FDC-8597-E96CEDD6451D}" type="presParOf" srcId="{D6A391C3-A8FE-4A7B-A4DF-D2F8982A0BD9}" destId="{C411E988-810C-4EF5-97AE-A80AAF7D5EFB}"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A1DB9F-310E-4F3E-9047-3CF2A10A8552}">
      <dsp:nvSpPr>
        <dsp:cNvPr id="0" name=""/>
        <dsp:cNvSpPr/>
      </dsp:nvSpPr>
      <dsp:spPr>
        <a:xfrm>
          <a:off x="0" y="420108"/>
          <a:ext cx="10112991" cy="1134000"/>
        </a:xfrm>
        <a:prstGeom prst="rect">
          <a:avLst/>
        </a:prstGeom>
        <a:solidFill>
          <a:schemeClr val="dk1">
            <a:alpha val="90000"/>
            <a:tint val="40000"/>
            <a:hueOff val="0"/>
            <a:satOff val="0"/>
            <a:lumOff val="0"/>
            <a:alphaOff val="0"/>
          </a:schemeClr>
        </a:solidFill>
        <a:ln w="15875" cap="rnd"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4880" tIns="416560" rIns="784880" bIns="142240" numCol="1" spcCol="1270" anchor="t" anchorCtr="0">
          <a:noAutofit/>
        </a:bodyPr>
        <a:lstStyle/>
        <a:p>
          <a:pPr marL="228600" lvl="1" indent="-228600" algn="l" defTabSz="889000">
            <a:lnSpc>
              <a:spcPct val="90000"/>
            </a:lnSpc>
            <a:spcBef>
              <a:spcPct val="0"/>
            </a:spcBef>
            <a:spcAft>
              <a:spcPct val="15000"/>
            </a:spcAft>
            <a:buChar char="•"/>
          </a:pPr>
          <a:r>
            <a:rPr lang="fr-FR" sz="2000" kern="1200"/>
            <a:t>analyse </a:t>
          </a:r>
          <a:r>
            <a:rPr lang="fr-FR" sz="2000" kern="1200" dirty="0"/>
            <a:t>des besoins, objectifs, budget, rôles et responsabilité, cahier des charges</a:t>
          </a:r>
        </a:p>
      </dsp:txBody>
      <dsp:txXfrm>
        <a:off x="0" y="420108"/>
        <a:ext cx="10112991" cy="1134000"/>
      </dsp:txXfrm>
    </dsp:sp>
    <dsp:sp modelId="{6EBF92F3-E3B1-43AE-8853-F623735F38C4}">
      <dsp:nvSpPr>
        <dsp:cNvPr id="0" name=""/>
        <dsp:cNvSpPr/>
      </dsp:nvSpPr>
      <dsp:spPr>
        <a:xfrm>
          <a:off x="505649" y="124908"/>
          <a:ext cx="7079093" cy="590400"/>
        </a:xfrm>
        <a:prstGeom prst="roundRect">
          <a:avLst/>
        </a:prstGeom>
        <a:solidFill>
          <a:schemeClr val="lt1">
            <a:hueOff val="0"/>
            <a:satOff val="0"/>
            <a:lumOff val="0"/>
            <a:alphaOff val="0"/>
          </a:schemeClr>
        </a:solidFill>
        <a:ln w="1587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573" tIns="0" rIns="267573" bIns="0" numCol="1" spcCol="1270" anchor="ctr" anchorCtr="0">
          <a:noAutofit/>
        </a:bodyPr>
        <a:lstStyle/>
        <a:p>
          <a:pPr marL="0" lvl="0" indent="0" algn="l" defTabSz="889000">
            <a:lnSpc>
              <a:spcPct val="90000"/>
            </a:lnSpc>
            <a:spcBef>
              <a:spcPct val="0"/>
            </a:spcBef>
            <a:spcAft>
              <a:spcPct val="35000"/>
            </a:spcAft>
            <a:buNone/>
          </a:pPr>
          <a:r>
            <a:rPr lang="fr-FR" sz="2000" b="1" kern="1200" dirty="0">
              <a:hlinkClick xmlns:r="http://schemas.openxmlformats.org/officeDocument/2006/relationships" r:id="rId1"/>
            </a:rPr>
            <a:t>Outils de cadrage </a:t>
          </a:r>
          <a:r>
            <a:rPr lang="fr-FR" sz="2000" b="1" kern="1200" dirty="0"/>
            <a:t>:</a:t>
          </a:r>
          <a:endParaRPr lang="fr-FR" sz="2000" kern="1200" dirty="0"/>
        </a:p>
      </dsp:txBody>
      <dsp:txXfrm>
        <a:off x="534470" y="153729"/>
        <a:ext cx="7021451" cy="532758"/>
      </dsp:txXfrm>
    </dsp:sp>
    <dsp:sp modelId="{49E42F8B-4F32-4C17-ABB3-04558754501E}">
      <dsp:nvSpPr>
        <dsp:cNvPr id="0" name=""/>
        <dsp:cNvSpPr/>
      </dsp:nvSpPr>
      <dsp:spPr>
        <a:xfrm>
          <a:off x="0" y="1957308"/>
          <a:ext cx="10112991" cy="1134000"/>
        </a:xfrm>
        <a:prstGeom prst="rect">
          <a:avLst/>
        </a:prstGeom>
        <a:solidFill>
          <a:schemeClr val="dk1">
            <a:alpha val="90000"/>
            <a:tint val="40000"/>
            <a:hueOff val="0"/>
            <a:satOff val="0"/>
            <a:lumOff val="0"/>
            <a:alphaOff val="0"/>
          </a:schemeClr>
        </a:solidFill>
        <a:ln w="15875" cap="rnd"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4880" tIns="416560" rIns="784880" bIns="142240" numCol="1" spcCol="1270" anchor="t" anchorCtr="0">
          <a:noAutofit/>
        </a:bodyPr>
        <a:lstStyle/>
        <a:p>
          <a:pPr marL="228600" lvl="1" indent="-228600" algn="l" defTabSz="889000">
            <a:lnSpc>
              <a:spcPct val="90000"/>
            </a:lnSpc>
            <a:spcBef>
              <a:spcPct val="0"/>
            </a:spcBef>
            <a:spcAft>
              <a:spcPct val="15000"/>
            </a:spcAft>
            <a:buChar char="•"/>
          </a:pPr>
          <a:r>
            <a:rPr lang="fr-FR" sz="2000" b="1" kern="1200"/>
            <a:t> </a:t>
          </a:r>
          <a:r>
            <a:rPr lang="fr-FR" sz="2000" kern="1200" dirty="0"/>
            <a:t>pré-analyse, priorisation, tâche à mener, communication, gestion des risques</a:t>
          </a:r>
        </a:p>
      </dsp:txBody>
      <dsp:txXfrm>
        <a:off x="0" y="1957308"/>
        <a:ext cx="10112991" cy="1134000"/>
      </dsp:txXfrm>
    </dsp:sp>
    <dsp:sp modelId="{2EBEB344-8503-4144-BF4D-21FCB1AEAD9D}">
      <dsp:nvSpPr>
        <dsp:cNvPr id="0" name=""/>
        <dsp:cNvSpPr/>
      </dsp:nvSpPr>
      <dsp:spPr>
        <a:xfrm>
          <a:off x="505649" y="1662108"/>
          <a:ext cx="7079093" cy="590400"/>
        </a:xfrm>
        <a:prstGeom prst="roundRect">
          <a:avLst/>
        </a:prstGeom>
        <a:solidFill>
          <a:schemeClr val="lt1">
            <a:hueOff val="0"/>
            <a:satOff val="0"/>
            <a:lumOff val="0"/>
            <a:alphaOff val="0"/>
          </a:schemeClr>
        </a:solidFill>
        <a:ln w="1587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573" tIns="0" rIns="267573" bIns="0" numCol="1" spcCol="1270" anchor="ctr" anchorCtr="0">
          <a:noAutofit/>
        </a:bodyPr>
        <a:lstStyle/>
        <a:p>
          <a:pPr marL="0" lvl="0" indent="0" algn="l" defTabSz="889000">
            <a:lnSpc>
              <a:spcPct val="90000"/>
            </a:lnSpc>
            <a:spcBef>
              <a:spcPct val="0"/>
            </a:spcBef>
            <a:spcAft>
              <a:spcPct val="35000"/>
            </a:spcAft>
            <a:buNone/>
          </a:pPr>
          <a:r>
            <a:rPr lang="fr-FR" sz="2000" b="1" kern="1200" dirty="0">
              <a:hlinkClick xmlns:r="http://schemas.openxmlformats.org/officeDocument/2006/relationships" r:id="rId1"/>
            </a:rPr>
            <a:t>Outils de conception </a:t>
          </a:r>
          <a:r>
            <a:rPr lang="fr-FR" sz="2000" b="1" kern="1200" dirty="0"/>
            <a:t>:</a:t>
          </a:r>
          <a:endParaRPr lang="fr-FR" sz="2000" kern="1200" dirty="0"/>
        </a:p>
      </dsp:txBody>
      <dsp:txXfrm>
        <a:off x="534470" y="1690929"/>
        <a:ext cx="7021451" cy="532758"/>
      </dsp:txXfrm>
    </dsp:sp>
    <dsp:sp modelId="{FC5BBB12-3CC9-4E9E-900A-341564A914D8}">
      <dsp:nvSpPr>
        <dsp:cNvPr id="0" name=""/>
        <dsp:cNvSpPr/>
      </dsp:nvSpPr>
      <dsp:spPr>
        <a:xfrm>
          <a:off x="0" y="3494508"/>
          <a:ext cx="10112991" cy="1134000"/>
        </a:xfrm>
        <a:prstGeom prst="rect">
          <a:avLst/>
        </a:prstGeom>
        <a:solidFill>
          <a:schemeClr val="dk1">
            <a:alpha val="90000"/>
            <a:tint val="40000"/>
            <a:hueOff val="0"/>
            <a:satOff val="0"/>
            <a:lumOff val="0"/>
            <a:alphaOff val="0"/>
          </a:schemeClr>
        </a:solidFill>
        <a:ln w="15875" cap="rnd"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4880" tIns="416560" rIns="784880" bIns="142240" numCol="1" spcCol="1270" anchor="t" anchorCtr="0">
          <a:noAutofit/>
        </a:bodyPr>
        <a:lstStyle/>
        <a:p>
          <a:pPr marL="228600" lvl="1" indent="-228600" algn="l" defTabSz="889000">
            <a:lnSpc>
              <a:spcPct val="90000"/>
            </a:lnSpc>
            <a:spcBef>
              <a:spcPct val="0"/>
            </a:spcBef>
            <a:spcAft>
              <a:spcPct val="15000"/>
            </a:spcAft>
            <a:buChar char="•"/>
          </a:pPr>
          <a:r>
            <a:rPr lang="fr-FR" sz="2000" kern="1200"/>
            <a:t>travail </a:t>
          </a:r>
          <a:r>
            <a:rPr lang="fr-FR" sz="2000" kern="1200" dirty="0"/>
            <a:t>de groupe, résolution de problèmes, prise de décision, pilotage, mise en place de solutions</a:t>
          </a:r>
        </a:p>
      </dsp:txBody>
      <dsp:txXfrm>
        <a:off x="0" y="3494508"/>
        <a:ext cx="10112991" cy="1134000"/>
      </dsp:txXfrm>
    </dsp:sp>
    <dsp:sp modelId="{C22D7036-E88A-485C-A4F7-EB052BC09ED7}">
      <dsp:nvSpPr>
        <dsp:cNvPr id="0" name=""/>
        <dsp:cNvSpPr/>
      </dsp:nvSpPr>
      <dsp:spPr>
        <a:xfrm>
          <a:off x="505649" y="3199308"/>
          <a:ext cx="7079093" cy="590400"/>
        </a:xfrm>
        <a:prstGeom prst="roundRect">
          <a:avLst/>
        </a:prstGeom>
        <a:solidFill>
          <a:schemeClr val="lt1">
            <a:hueOff val="0"/>
            <a:satOff val="0"/>
            <a:lumOff val="0"/>
            <a:alphaOff val="0"/>
          </a:schemeClr>
        </a:solidFill>
        <a:ln w="1587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573" tIns="0" rIns="267573" bIns="0" numCol="1" spcCol="1270" anchor="ctr" anchorCtr="0">
          <a:noAutofit/>
        </a:bodyPr>
        <a:lstStyle/>
        <a:p>
          <a:pPr marL="0" lvl="0" indent="0" algn="l" defTabSz="889000">
            <a:lnSpc>
              <a:spcPct val="90000"/>
            </a:lnSpc>
            <a:spcBef>
              <a:spcPct val="0"/>
            </a:spcBef>
            <a:spcAft>
              <a:spcPct val="35000"/>
            </a:spcAft>
            <a:buNone/>
          </a:pPr>
          <a:r>
            <a:rPr lang="fr-FR" sz="2000" b="1" kern="1200" dirty="0">
              <a:hlinkClick xmlns:r="http://schemas.openxmlformats.org/officeDocument/2006/relationships" r:id="rId1"/>
            </a:rPr>
            <a:t>Outils de conduite de projet </a:t>
          </a:r>
          <a:r>
            <a:rPr lang="fr-FR" sz="2000" b="1" kern="1200" dirty="0"/>
            <a:t>:</a:t>
          </a:r>
          <a:endParaRPr lang="fr-FR" sz="2000" kern="1200" dirty="0"/>
        </a:p>
      </dsp:txBody>
      <dsp:txXfrm>
        <a:off x="534470" y="3228129"/>
        <a:ext cx="7021451" cy="532758"/>
      </dsp:txXfrm>
    </dsp:sp>
    <dsp:sp modelId="{C4D875B2-A501-4802-9474-403FF3B6ADAC}">
      <dsp:nvSpPr>
        <dsp:cNvPr id="0" name=""/>
        <dsp:cNvSpPr/>
      </dsp:nvSpPr>
      <dsp:spPr>
        <a:xfrm>
          <a:off x="0" y="5031708"/>
          <a:ext cx="10112991" cy="834750"/>
        </a:xfrm>
        <a:prstGeom prst="rect">
          <a:avLst/>
        </a:prstGeom>
        <a:solidFill>
          <a:schemeClr val="dk1">
            <a:alpha val="90000"/>
            <a:tint val="40000"/>
            <a:hueOff val="0"/>
            <a:satOff val="0"/>
            <a:lumOff val="0"/>
            <a:alphaOff val="0"/>
          </a:schemeClr>
        </a:solidFill>
        <a:ln w="15875" cap="rnd"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4880" tIns="416560" rIns="784880" bIns="142240" numCol="1" spcCol="1270" anchor="t" anchorCtr="0">
          <a:noAutofit/>
        </a:bodyPr>
        <a:lstStyle/>
        <a:p>
          <a:pPr marL="228600" lvl="1" indent="-228600" algn="l" defTabSz="889000">
            <a:lnSpc>
              <a:spcPct val="90000"/>
            </a:lnSpc>
            <a:spcBef>
              <a:spcPct val="0"/>
            </a:spcBef>
            <a:spcAft>
              <a:spcPct val="15000"/>
            </a:spcAft>
            <a:buChar char="•"/>
          </a:pPr>
          <a:r>
            <a:rPr lang="fr-FR" sz="2000" kern="1200"/>
            <a:t>bilan </a:t>
          </a:r>
          <a:r>
            <a:rPr lang="fr-FR" sz="2000" kern="1200" dirty="0"/>
            <a:t>de projet</a:t>
          </a:r>
        </a:p>
      </dsp:txBody>
      <dsp:txXfrm>
        <a:off x="0" y="5031708"/>
        <a:ext cx="10112991" cy="834750"/>
      </dsp:txXfrm>
    </dsp:sp>
    <dsp:sp modelId="{6A497BFC-B70B-4E74-9B0E-81B18C3D8797}">
      <dsp:nvSpPr>
        <dsp:cNvPr id="0" name=""/>
        <dsp:cNvSpPr/>
      </dsp:nvSpPr>
      <dsp:spPr>
        <a:xfrm>
          <a:off x="505649" y="4736508"/>
          <a:ext cx="7079093" cy="590400"/>
        </a:xfrm>
        <a:prstGeom prst="roundRect">
          <a:avLst/>
        </a:prstGeom>
        <a:solidFill>
          <a:schemeClr val="lt1">
            <a:hueOff val="0"/>
            <a:satOff val="0"/>
            <a:lumOff val="0"/>
            <a:alphaOff val="0"/>
          </a:schemeClr>
        </a:solidFill>
        <a:ln w="15875"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7573" tIns="0" rIns="267573" bIns="0" numCol="1" spcCol="1270" anchor="ctr" anchorCtr="0">
          <a:noAutofit/>
        </a:bodyPr>
        <a:lstStyle/>
        <a:p>
          <a:pPr marL="0" lvl="0" indent="0" algn="l" defTabSz="889000">
            <a:lnSpc>
              <a:spcPct val="90000"/>
            </a:lnSpc>
            <a:spcBef>
              <a:spcPct val="0"/>
            </a:spcBef>
            <a:spcAft>
              <a:spcPct val="35000"/>
            </a:spcAft>
            <a:buNone/>
          </a:pPr>
          <a:r>
            <a:rPr lang="fr-FR" sz="2000" b="1" kern="1200" dirty="0">
              <a:hlinkClick xmlns:r="http://schemas.openxmlformats.org/officeDocument/2006/relationships" r:id="rId1"/>
            </a:rPr>
            <a:t>Outils de clôture </a:t>
          </a:r>
          <a:r>
            <a:rPr lang="fr-FR" sz="2000" kern="1200" dirty="0"/>
            <a:t>:</a:t>
          </a:r>
        </a:p>
      </dsp:txBody>
      <dsp:txXfrm>
        <a:off x="534470" y="4765329"/>
        <a:ext cx="7021451" cy="5327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1A57CD-E60B-4C98-8210-F96883CAB203}">
      <dsp:nvSpPr>
        <dsp:cNvPr id="0" name=""/>
        <dsp:cNvSpPr/>
      </dsp:nvSpPr>
      <dsp:spPr>
        <a:xfrm>
          <a:off x="3999747" y="0"/>
          <a:ext cx="5999622" cy="1415561"/>
        </a:xfrm>
        <a:prstGeom prst="rightArrow">
          <a:avLst>
            <a:gd name="adj1" fmla="val 75000"/>
            <a:gd name="adj2" fmla="val 50000"/>
          </a:avLst>
        </a:prstGeom>
        <a:solidFill>
          <a:schemeClr val="lt1">
            <a:alpha val="90000"/>
            <a:tint val="40000"/>
            <a:hueOff val="0"/>
            <a:satOff val="0"/>
            <a:lumOff val="0"/>
            <a:alphaOff val="0"/>
          </a:schemeClr>
        </a:solidFill>
        <a:ln w="15875" cap="rnd" cmpd="sng" algn="ctr">
          <a:solidFill>
            <a:schemeClr val="accent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har char="•"/>
          </a:pPr>
          <a:r>
            <a:rPr lang="fr-FR" sz="1600" kern="1200" dirty="0"/>
            <a:t>permet de repérer les tâches prioritaires sur lesquelles agir si l’on souhaite réduire la durée du projet dans sa totalité. </a:t>
          </a:r>
        </a:p>
      </dsp:txBody>
      <dsp:txXfrm>
        <a:off x="3999747" y="176945"/>
        <a:ext cx="5468787" cy="1061671"/>
      </dsp:txXfrm>
    </dsp:sp>
    <dsp:sp modelId="{B1676F89-3D61-47F2-BF1D-CD5521357728}">
      <dsp:nvSpPr>
        <dsp:cNvPr id="0" name=""/>
        <dsp:cNvSpPr/>
      </dsp:nvSpPr>
      <dsp:spPr>
        <a:xfrm>
          <a:off x="0" y="0"/>
          <a:ext cx="3999748" cy="1415561"/>
        </a:xfrm>
        <a:prstGeom prst="round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FR" sz="2000" b="1" kern="1200" dirty="0"/>
            <a:t> d'identifier les leviers de réduction des délais :</a:t>
          </a:r>
        </a:p>
      </dsp:txBody>
      <dsp:txXfrm>
        <a:off x="69102" y="69102"/>
        <a:ext cx="3861544" cy="1277357"/>
      </dsp:txXfrm>
    </dsp:sp>
    <dsp:sp modelId="{5169ED65-E3CD-47E4-AA8D-FC81032C14CC}">
      <dsp:nvSpPr>
        <dsp:cNvPr id="0" name=""/>
        <dsp:cNvSpPr/>
      </dsp:nvSpPr>
      <dsp:spPr>
        <a:xfrm>
          <a:off x="3999747" y="1557117"/>
          <a:ext cx="5999622" cy="1415561"/>
        </a:xfrm>
        <a:prstGeom prst="rightArrow">
          <a:avLst>
            <a:gd name="adj1" fmla="val 75000"/>
            <a:gd name="adj2" fmla="val 50000"/>
          </a:avLst>
        </a:prstGeom>
        <a:solidFill>
          <a:schemeClr val="lt1">
            <a:alpha val="90000"/>
            <a:tint val="40000"/>
            <a:hueOff val="0"/>
            <a:satOff val="0"/>
            <a:lumOff val="0"/>
            <a:alphaOff val="0"/>
          </a:schemeClr>
        </a:solidFill>
        <a:ln w="15875" cap="rnd" cmpd="sng" algn="ctr">
          <a:solidFill>
            <a:schemeClr val="accent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har char="•"/>
          </a:pPr>
          <a:r>
            <a:rPr lang="fr-FR" sz="1600" kern="1200" dirty="0"/>
            <a:t>ces mêmes tâches sont à surveiller de près pour éviter que les échéances ne dérapent à cause de retards sur ces tâches critiques. </a:t>
          </a:r>
        </a:p>
      </dsp:txBody>
      <dsp:txXfrm>
        <a:off x="3999747" y="1734062"/>
        <a:ext cx="5468787" cy="1061671"/>
      </dsp:txXfrm>
    </dsp:sp>
    <dsp:sp modelId="{C0EA1566-BF83-48D1-AD6B-319CE27D2D4B}">
      <dsp:nvSpPr>
        <dsp:cNvPr id="0" name=""/>
        <dsp:cNvSpPr/>
      </dsp:nvSpPr>
      <dsp:spPr>
        <a:xfrm>
          <a:off x="0" y="1557117"/>
          <a:ext cx="3999748" cy="1415561"/>
        </a:xfrm>
        <a:prstGeom prst="round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FR" sz="2000" b="1" kern="1200" dirty="0"/>
            <a:t> de prévenir les dérapages et maîtriser les risques :</a:t>
          </a:r>
        </a:p>
      </dsp:txBody>
      <dsp:txXfrm>
        <a:off x="69102" y="1626219"/>
        <a:ext cx="3861544" cy="1277357"/>
      </dsp:txXfrm>
    </dsp:sp>
    <dsp:sp modelId="{9887D575-BEC0-46D6-98CF-B582CA17E81E}">
      <dsp:nvSpPr>
        <dsp:cNvPr id="0" name=""/>
        <dsp:cNvSpPr/>
      </dsp:nvSpPr>
      <dsp:spPr>
        <a:xfrm>
          <a:off x="3999747" y="3114235"/>
          <a:ext cx="5999622" cy="1415561"/>
        </a:xfrm>
        <a:prstGeom prst="rightArrow">
          <a:avLst>
            <a:gd name="adj1" fmla="val 75000"/>
            <a:gd name="adj2" fmla="val 50000"/>
          </a:avLst>
        </a:prstGeom>
        <a:solidFill>
          <a:schemeClr val="lt1">
            <a:alpha val="90000"/>
            <a:tint val="40000"/>
            <a:hueOff val="0"/>
            <a:satOff val="0"/>
            <a:lumOff val="0"/>
            <a:alphaOff val="0"/>
          </a:schemeClr>
        </a:solidFill>
        <a:ln w="15875" cap="rnd" cmpd="sng" algn="ctr">
          <a:solidFill>
            <a:schemeClr val="accent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har char="•"/>
          </a:pPr>
          <a:r>
            <a:rPr lang="fr-FR" sz="1600" kern="1200" dirty="0"/>
            <a:t>il est pertinent de tester différentes combinaisons sur une échelle de temps (enchaînement des tâches et contenu d’étapes) pour analyser les impacts sur la durée du projet en identifiant les marges du projet et chaque chemin critique. </a:t>
          </a:r>
        </a:p>
      </dsp:txBody>
      <dsp:txXfrm>
        <a:off x="3999747" y="3291180"/>
        <a:ext cx="5468787" cy="1061671"/>
      </dsp:txXfrm>
    </dsp:sp>
    <dsp:sp modelId="{8AA62B58-839E-4044-AA62-96F8F601519E}">
      <dsp:nvSpPr>
        <dsp:cNvPr id="0" name=""/>
        <dsp:cNvSpPr/>
      </dsp:nvSpPr>
      <dsp:spPr>
        <a:xfrm>
          <a:off x="0" y="3114235"/>
          <a:ext cx="3999748" cy="1415561"/>
        </a:xfrm>
        <a:prstGeom prst="roundRect">
          <a:avLst/>
        </a:prstGeom>
        <a:solidFill>
          <a:schemeClr val="lt1">
            <a:hueOff val="0"/>
            <a:satOff val="0"/>
            <a:lumOff val="0"/>
            <a:alphaOff val="0"/>
          </a:schemeClr>
        </a:solidFill>
        <a:ln w="1587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FR" sz="2000" b="1" kern="1200" dirty="0"/>
            <a:t> d'évaluer des scénarios :</a:t>
          </a:r>
        </a:p>
      </dsp:txBody>
      <dsp:txXfrm>
        <a:off x="69102" y="3183337"/>
        <a:ext cx="3861544" cy="12773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EDEF3D-56A9-4746-AE7C-B4360881A97C}">
      <dsp:nvSpPr>
        <dsp:cNvPr id="0" name=""/>
        <dsp:cNvSpPr/>
      </dsp:nvSpPr>
      <dsp:spPr>
        <a:xfrm>
          <a:off x="0" y="164010"/>
          <a:ext cx="8961120" cy="123317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FR" sz="3100" kern="1200" dirty="0"/>
            <a:t> 1. Apporter des ressources supplémentaires aux tâches du chemin critique </a:t>
          </a:r>
        </a:p>
      </dsp:txBody>
      <dsp:txXfrm>
        <a:off x="60199" y="224209"/>
        <a:ext cx="8840722" cy="1112781"/>
      </dsp:txXfrm>
    </dsp:sp>
    <dsp:sp modelId="{3053AC9C-1D00-495E-901F-182B177FD714}">
      <dsp:nvSpPr>
        <dsp:cNvPr id="0" name=""/>
        <dsp:cNvSpPr/>
      </dsp:nvSpPr>
      <dsp:spPr>
        <a:xfrm>
          <a:off x="0" y="1397190"/>
          <a:ext cx="8961120" cy="263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4516" tIns="39370" rIns="220472" bIns="39370" numCol="1" spcCol="1270" anchor="t" anchorCtr="0">
          <a:noAutofit/>
        </a:bodyPr>
        <a:lstStyle/>
        <a:p>
          <a:pPr marL="228600" lvl="1" indent="-228600" algn="just" defTabSz="1066800">
            <a:lnSpc>
              <a:spcPct val="90000"/>
            </a:lnSpc>
            <a:spcBef>
              <a:spcPct val="0"/>
            </a:spcBef>
            <a:spcAft>
              <a:spcPct val="20000"/>
            </a:spcAft>
            <a:buChar char="•"/>
          </a:pPr>
          <a:r>
            <a:rPr lang="fr-FR" sz="2400" kern="1200" dirty="0"/>
            <a:t> plus de personnel, sous-traitance de certaines activités… Si tant est que ces moyens complémentaires permettent réellement d’en raccourcir la durée et que ces ressources soient mobilisables. </a:t>
          </a:r>
        </a:p>
        <a:p>
          <a:pPr marL="228600" lvl="1" indent="-228600" algn="just" defTabSz="1066800">
            <a:lnSpc>
              <a:spcPct val="90000"/>
            </a:lnSpc>
            <a:spcBef>
              <a:spcPct val="0"/>
            </a:spcBef>
            <a:spcAft>
              <a:spcPct val="20000"/>
            </a:spcAft>
            <a:buChar char="•"/>
          </a:pPr>
          <a:endParaRPr lang="fr-FR" sz="2400" kern="1200" dirty="0"/>
        </a:p>
        <a:p>
          <a:pPr marL="228600" lvl="1" indent="-228600" algn="just" defTabSz="1066800">
            <a:lnSpc>
              <a:spcPct val="90000"/>
            </a:lnSpc>
            <a:spcBef>
              <a:spcPct val="0"/>
            </a:spcBef>
            <a:spcAft>
              <a:spcPct val="20000"/>
            </a:spcAft>
            <a:buChar char="•"/>
          </a:pPr>
          <a:r>
            <a:rPr lang="fr-FR" sz="2400" kern="1200" dirty="0"/>
            <a:t>La conséquence est l’inflation du coût du projet par rapport au budget initial.</a:t>
          </a:r>
        </a:p>
      </dsp:txBody>
      <dsp:txXfrm>
        <a:off x="0" y="1397190"/>
        <a:ext cx="8961120" cy="263097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4D353-EB35-4A41-A9AD-269086C8CB4C}">
      <dsp:nvSpPr>
        <dsp:cNvPr id="0" name=""/>
        <dsp:cNvSpPr/>
      </dsp:nvSpPr>
      <dsp:spPr>
        <a:xfrm>
          <a:off x="0" y="6361"/>
          <a:ext cx="10283482" cy="1057222"/>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fr-FR" sz="3200" kern="1200" dirty="0"/>
            <a:t>2.  Traiter des tâches en parallèle alors qu’elles devaient être enchaînées.</a:t>
          </a:r>
        </a:p>
      </dsp:txBody>
      <dsp:txXfrm>
        <a:off x="51609" y="57970"/>
        <a:ext cx="10180264" cy="954004"/>
      </dsp:txXfrm>
    </dsp:sp>
    <dsp:sp modelId="{15B405B1-782C-4719-9E6E-1B9E91456EDE}">
      <dsp:nvSpPr>
        <dsp:cNvPr id="0" name=""/>
        <dsp:cNvSpPr/>
      </dsp:nvSpPr>
      <dsp:spPr>
        <a:xfrm>
          <a:off x="0" y="1063583"/>
          <a:ext cx="10283482" cy="49228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6501" tIns="25400" rIns="142240" bIns="25400" numCol="1" spcCol="1270" anchor="t" anchorCtr="0">
          <a:noAutofit/>
        </a:bodyPr>
        <a:lstStyle/>
        <a:p>
          <a:pPr marL="228600" lvl="1" indent="-228600" algn="just" defTabSz="889000">
            <a:lnSpc>
              <a:spcPct val="150000"/>
            </a:lnSpc>
            <a:spcBef>
              <a:spcPct val="0"/>
            </a:spcBef>
            <a:spcAft>
              <a:spcPct val="20000"/>
            </a:spcAft>
            <a:buChar char="•"/>
          </a:pPr>
          <a:r>
            <a:rPr lang="fr-FR" sz="2000" kern="1200" dirty="0"/>
            <a:t>Il s’agit de commencer plus tôt que prévu une activité sans attendre la fin de la précédente dont elle dépend</a:t>
          </a:r>
        </a:p>
        <a:p>
          <a:pPr marL="228600" lvl="1" indent="-228600" algn="just" defTabSz="889000">
            <a:lnSpc>
              <a:spcPct val="150000"/>
            </a:lnSpc>
            <a:spcBef>
              <a:spcPct val="0"/>
            </a:spcBef>
            <a:spcAft>
              <a:spcPct val="20000"/>
            </a:spcAft>
            <a:buChar char="•"/>
          </a:pPr>
          <a:r>
            <a:rPr lang="fr-FR" sz="2000" kern="1200" dirty="0"/>
            <a:t>- exemple : débuter les travaux avant que le cahier des charges ne soit finalisé, démarrer la construction d’un prototype sans que l’étude soit totalement terminée, etc. </a:t>
          </a:r>
        </a:p>
        <a:p>
          <a:pPr marL="228600" lvl="1" indent="-228600" algn="just" defTabSz="889000">
            <a:lnSpc>
              <a:spcPct val="150000"/>
            </a:lnSpc>
            <a:spcBef>
              <a:spcPct val="0"/>
            </a:spcBef>
            <a:spcAft>
              <a:spcPct val="20000"/>
            </a:spcAft>
            <a:buChar char="•"/>
          </a:pPr>
          <a:r>
            <a:rPr lang="fr-FR" sz="2000" kern="1200" dirty="0"/>
            <a:t>Dans cette situation, il convient d’apprécier deux types de risques </a:t>
          </a:r>
          <a:r>
            <a:rPr lang="fr-FR" sz="2000" b="1" kern="1200" dirty="0"/>
            <a:t>: le risque qualité</a:t>
          </a:r>
          <a:r>
            <a:rPr lang="fr-FR" sz="2000" kern="1200" dirty="0"/>
            <a:t>, où ce changement d'organisation peut engendrer un niveau de qualité moindre que ce qui était attendu - et </a:t>
          </a:r>
          <a:r>
            <a:rPr lang="fr-FR" sz="2000" b="1" kern="1200" dirty="0"/>
            <a:t>un risque financier</a:t>
          </a:r>
          <a:r>
            <a:rPr lang="fr-FR" sz="2000" kern="1200" dirty="0"/>
            <a:t>, notamment si la tâche anticipée prend la mauvaise direction et qu’il faille recommencer en totalité ou en partie, ou encore modifier certains points avec, de nouveau, un risque qualité.</a:t>
          </a:r>
        </a:p>
      </dsp:txBody>
      <dsp:txXfrm>
        <a:off x="0" y="1063583"/>
        <a:ext cx="10283482" cy="49228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9510E7-4CFD-4E27-8421-7CC6C791072B}">
      <dsp:nvSpPr>
        <dsp:cNvPr id="0" name=""/>
        <dsp:cNvSpPr/>
      </dsp:nvSpPr>
      <dsp:spPr>
        <a:xfrm rot="5400000">
          <a:off x="6670285" y="-2891289"/>
          <a:ext cx="630899" cy="6574810"/>
        </a:xfrm>
        <a:prstGeom prst="round2SameRect">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fr-FR" sz="2200" b="0" kern="1200" dirty="0"/>
            <a:t>produits et matières utilisés. </a:t>
          </a:r>
        </a:p>
      </dsp:txBody>
      <dsp:txXfrm rot="-5400000">
        <a:off x="3698330" y="111464"/>
        <a:ext cx="6544012" cy="569303"/>
      </dsp:txXfrm>
    </dsp:sp>
    <dsp:sp modelId="{CDDD4C22-C306-4BAF-B52C-F4029FED7DAA}">
      <dsp:nvSpPr>
        <dsp:cNvPr id="0" name=""/>
        <dsp:cNvSpPr/>
      </dsp:nvSpPr>
      <dsp:spPr>
        <a:xfrm>
          <a:off x="0" y="1803"/>
          <a:ext cx="3698330" cy="788624"/>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fr-FR" sz="3700" b="0" kern="1200" dirty="0"/>
            <a:t>Matière</a:t>
          </a:r>
        </a:p>
      </dsp:txBody>
      <dsp:txXfrm>
        <a:off x="38497" y="40300"/>
        <a:ext cx="3621336" cy="711630"/>
      </dsp:txXfrm>
    </dsp:sp>
    <dsp:sp modelId="{0C2D5D7A-7170-4361-B0A7-330574C260BA}">
      <dsp:nvSpPr>
        <dsp:cNvPr id="0" name=""/>
        <dsp:cNvSpPr/>
      </dsp:nvSpPr>
      <dsp:spPr>
        <a:xfrm rot="5400000">
          <a:off x="6670285" y="-2063233"/>
          <a:ext cx="630899" cy="6574810"/>
        </a:xfrm>
        <a:prstGeom prst="round2SameRect">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fr-FR" sz="2200" b="0" kern="1200" dirty="0"/>
            <a:t>compétence, absences, sabotage</a:t>
          </a:r>
        </a:p>
      </dsp:txBody>
      <dsp:txXfrm rot="-5400000">
        <a:off x="3698330" y="939520"/>
        <a:ext cx="6544012" cy="569303"/>
      </dsp:txXfrm>
    </dsp:sp>
    <dsp:sp modelId="{322B918F-507A-419E-BDCC-1645FD0F794B}">
      <dsp:nvSpPr>
        <dsp:cNvPr id="0" name=""/>
        <dsp:cNvSpPr/>
      </dsp:nvSpPr>
      <dsp:spPr>
        <a:xfrm>
          <a:off x="0" y="829859"/>
          <a:ext cx="3698330" cy="788624"/>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fr-FR" sz="3700" b="0" kern="1200" dirty="0"/>
            <a:t>Main d’œuvre </a:t>
          </a:r>
        </a:p>
      </dsp:txBody>
      <dsp:txXfrm>
        <a:off x="38497" y="868356"/>
        <a:ext cx="3621336" cy="711630"/>
      </dsp:txXfrm>
    </dsp:sp>
    <dsp:sp modelId="{4D3A5513-5884-4DE1-A878-E5C7BA8CD8A9}">
      <dsp:nvSpPr>
        <dsp:cNvPr id="0" name=""/>
        <dsp:cNvSpPr/>
      </dsp:nvSpPr>
      <dsp:spPr>
        <a:xfrm rot="5400000">
          <a:off x="6670285" y="-1235177"/>
          <a:ext cx="630899" cy="6574810"/>
        </a:xfrm>
        <a:prstGeom prst="round2SameRect">
          <a:avLst/>
        </a:prstGeom>
        <a:solidFill>
          <a:schemeClr val="accent4">
            <a:tint val="40000"/>
            <a:alpha val="90000"/>
            <a:hueOff val="0"/>
            <a:satOff val="0"/>
            <a:lumOff val="0"/>
            <a:alphaOff val="0"/>
          </a:schemeClr>
        </a:solidFill>
        <a:ln w="15875"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fr-FR" sz="2200" b="0" kern="1200" dirty="0"/>
            <a:t>machines et équipements utilisés. </a:t>
          </a:r>
        </a:p>
      </dsp:txBody>
      <dsp:txXfrm rot="-5400000">
        <a:off x="3698330" y="1767576"/>
        <a:ext cx="6544012" cy="569303"/>
      </dsp:txXfrm>
    </dsp:sp>
    <dsp:sp modelId="{C25633EA-35E6-419A-8EAD-59B112FD8930}">
      <dsp:nvSpPr>
        <dsp:cNvPr id="0" name=""/>
        <dsp:cNvSpPr/>
      </dsp:nvSpPr>
      <dsp:spPr>
        <a:xfrm>
          <a:off x="0" y="1657915"/>
          <a:ext cx="3698330" cy="788624"/>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fr-FR" sz="3700" b="0" kern="1200" dirty="0"/>
            <a:t>Matériel</a:t>
          </a:r>
        </a:p>
      </dsp:txBody>
      <dsp:txXfrm>
        <a:off x="38497" y="1696412"/>
        <a:ext cx="3621336" cy="711630"/>
      </dsp:txXfrm>
    </dsp:sp>
    <dsp:sp modelId="{A378CBC2-FCBD-404E-96E4-E02E56F1B988}">
      <dsp:nvSpPr>
        <dsp:cNvPr id="0" name=""/>
        <dsp:cNvSpPr/>
      </dsp:nvSpPr>
      <dsp:spPr>
        <a:xfrm rot="5400000">
          <a:off x="6670285" y="-407121"/>
          <a:ext cx="630899" cy="6574810"/>
        </a:xfrm>
        <a:prstGeom prst="round2SameRect">
          <a:avLst/>
        </a:prstGeom>
        <a:solidFill>
          <a:schemeClr val="accent5">
            <a:tint val="40000"/>
            <a:alpha val="90000"/>
            <a:hueOff val="0"/>
            <a:satOff val="0"/>
            <a:lumOff val="0"/>
            <a:alphaOff val="0"/>
          </a:schemeClr>
        </a:solidFill>
        <a:ln w="15875"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fr-FR" sz="2200" b="0" kern="1200" dirty="0"/>
            <a:t>procédures ou modes opératoires utilisés. </a:t>
          </a:r>
        </a:p>
      </dsp:txBody>
      <dsp:txXfrm rot="-5400000">
        <a:off x="3698330" y="2595632"/>
        <a:ext cx="6544012" cy="569303"/>
      </dsp:txXfrm>
    </dsp:sp>
    <dsp:sp modelId="{0DC05950-E5FD-4D3C-BB03-A8793F899F98}">
      <dsp:nvSpPr>
        <dsp:cNvPr id="0" name=""/>
        <dsp:cNvSpPr/>
      </dsp:nvSpPr>
      <dsp:spPr>
        <a:xfrm>
          <a:off x="0" y="2485971"/>
          <a:ext cx="3698330" cy="788624"/>
        </a:xfrm>
        <a:prstGeom prst="roundRect">
          <a:avLst/>
        </a:prstGeom>
        <a:solidFill>
          <a:schemeClr val="accent5">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fr-FR" sz="3700" b="0" kern="1200" dirty="0"/>
            <a:t>Méthode</a:t>
          </a:r>
        </a:p>
      </dsp:txBody>
      <dsp:txXfrm>
        <a:off x="38497" y="2524468"/>
        <a:ext cx="3621336" cy="711630"/>
      </dsp:txXfrm>
    </dsp:sp>
    <dsp:sp modelId="{5FB6E8CC-0721-4066-9BFF-583E72A92E0A}">
      <dsp:nvSpPr>
        <dsp:cNvPr id="0" name=""/>
        <dsp:cNvSpPr/>
      </dsp:nvSpPr>
      <dsp:spPr>
        <a:xfrm rot="5400000">
          <a:off x="6670285" y="420934"/>
          <a:ext cx="630899" cy="6574810"/>
        </a:xfrm>
        <a:prstGeom prst="round2SameRect">
          <a:avLst/>
        </a:prstGeom>
        <a:solidFill>
          <a:schemeClr val="accent6">
            <a:tint val="40000"/>
            <a:alpha val="90000"/>
            <a:hueOff val="0"/>
            <a:satOff val="0"/>
            <a:lumOff val="0"/>
            <a:alphaOff val="0"/>
          </a:schemeClr>
        </a:solidFill>
        <a:ln w="15875" cap="rnd"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fr-FR" sz="2200" b="0" kern="1200" dirty="0"/>
            <a:t>environnement : lumière, bruit, poussière, lieu</a:t>
          </a:r>
        </a:p>
      </dsp:txBody>
      <dsp:txXfrm rot="-5400000">
        <a:off x="3698330" y="3423687"/>
        <a:ext cx="6544012" cy="569303"/>
      </dsp:txXfrm>
    </dsp:sp>
    <dsp:sp modelId="{6AF7457B-4265-4F6C-8E21-3AE6F57419F8}">
      <dsp:nvSpPr>
        <dsp:cNvPr id="0" name=""/>
        <dsp:cNvSpPr/>
      </dsp:nvSpPr>
      <dsp:spPr>
        <a:xfrm>
          <a:off x="0" y="3314027"/>
          <a:ext cx="3698330" cy="788624"/>
        </a:xfrm>
        <a:prstGeom prst="roundRect">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fr-FR" sz="3700" b="0" kern="1200" dirty="0"/>
            <a:t>Milieu</a:t>
          </a:r>
        </a:p>
      </dsp:txBody>
      <dsp:txXfrm>
        <a:off x="38497" y="3352524"/>
        <a:ext cx="3621336" cy="7116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5D83B8-79BF-45CB-BDC0-6BD99DB5BAF5}">
      <dsp:nvSpPr>
        <dsp:cNvPr id="0" name=""/>
        <dsp:cNvSpPr/>
      </dsp:nvSpPr>
      <dsp:spPr>
        <a:xfrm>
          <a:off x="0" y="13008"/>
          <a:ext cx="9664505" cy="527670"/>
        </a:xfrm>
        <a:prstGeom prst="roundRect">
          <a:avLst/>
        </a:prstGeom>
        <a:solidFill>
          <a:schemeClr val="accent2">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dirty="0"/>
            <a:t>1. Contexte et définition du problème</a:t>
          </a:r>
        </a:p>
      </dsp:txBody>
      <dsp:txXfrm>
        <a:off x="25759" y="38767"/>
        <a:ext cx="9612987" cy="476152"/>
      </dsp:txXfrm>
    </dsp:sp>
    <dsp:sp modelId="{04877706-C846-440E-8F1B-C745D9BC3B04}">
      <dsp:nvSpPr>
        <dsp:cNvPr id="0" name=""/>
        <dsp:cNvSpPr/>
      </dsp:nvSpPr>
      <dsp:spPr>
        <a:xfrm>
          <a:off x="0" y="540678"/>
          <a:ext cx="9664505" cy="364320"/>
        </a:xfrm>
        <a:prstGeom prst="rect">
          <a:avLst/>
        </a:prstGeom>
        <a:noFill/>
        <a:ln w="9525" cap="rnd"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306848"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fr-FR" sz="1700" b="0" i="0" kern="1200" dirty="0"/>
            <a:t>Démontrer le bien-fondé de votre requête</a:t>
          </a:r>
          <a:endParaRPr lang="fr-FR" sz="1700" kern="1200" dirty="0"/>
        </a:p>
      </dsp:txBody>
      <dsp:txXfrm>
        <a:off x="0" y="540678"/>
        <a:ext cx="9664505" cy="364320"/>
      </dsp:txXfrm>
    </dsp:sp>
    <dsp:sp modelId="{F9D0E958-ABB2-4C9F-A8E8-D9F39F9727D7}">
      <dsp:nvSpPr>
        <dsp:cNvPr id="0" name=""/>
        <dsp:cNvSpPr/>
      </dsp:nvSpPr>
      <dsp:spPr>
        <a:xfrm>
          <a:off x="0" y="904998"/>
          <a:ext cx="9664505" cy="527670"/>
        </a:xfrm>
        <a:prstGeom prst="roundRect">
          <a:avLst/>
        </a:prstGeom>
        <a:solidFill>
          <a:schemeClr val="accent3">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dirty="0"/>
            <a:t>2. Objectif du projet</a:t>
          </a:r>
        </a:p>
      </dsp:txBody>
      <dsp:txXfrm>
        <a:off x="25759" y="930757"/>
        <a:ext cx="9612987" cy="476152"/>
      </dsp:txXfrm>
    </dsp:sp>
    <dsp:sp modelId="{20D18E5B-B57A-407B-B94E-D12C9CF43DC8}">
      <dsp:nvSpPr>
        <dsp:cNvPr id="0" name=""/>
        <dsp:cNvSpPr/>
      </dsp:nvSpPr>
      <dsp:spPr>
        <a:xfrm>
          <a:off x="0" y="1432668"/>
          <a:ext cx="9664505" cy="364320"/>
        </a:xfrm>
        <a:prstGeom prst="rect">
          <a:avLst/>
        </a:prstGeom>
        <a:noFill/>
        <a:ln w="9525" cap="rnd"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306848"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fr-FR" sz="1700" b="0" i="0" kern="1200" dirty="0"/>
            <a:t>Définir le niveau de vos attentes et les résultats attendus.</a:t>
          </a:r>
          <a:endParaRPr lang="fr-FR" sz="1700" b="0" kern="1200" dirty="0"/>
        </a:p>
      </dsp:txBody>
      <dsp:txXfrm>
        <a:off x="0" y="1432668"/>
        <a:ext cx="9664505" cy="364320"/>
      </dsp:txXfrm>
    </dsp:sp>
    <dsp:sp modelId="{93430D01-1072-442F-907C-960598A028C1}">
      <dsp:nvSpPr>
        <dsp:cNvPr id="0" name=""/>
        <dsp:cNvSpPr/>
      </dsp:nvSpPr>
      <dsp:spPr>
        <a:xfrm>
          <a:off x="0" y="1796988"/>
          <a:ext cx="9664505" cy="527670"/>
        </a:xfrm>
        <a:prstGeom prst="roundRect">
          <a:avLst/>
        </a:prstGeom>
        <a:solidFill>
          <a:schemeClr val="accent4">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b="0" kern="1200" dirty="0"/>
            <a:t>3. </a:t>
          </a:r>
          <a:r>
            <a:rPr lang="fr-FR" sz="2200" b="0" i="0" kern="1200" dirty="0"/>
            <a:t>Périmètre</a:t>
          </a:r>
          <a:endParaRPr lang="fr-FR" sz="2200" b="0" kern="1200" dirty="0"/>
        </a:p>
      </dsp:txBody>
      <dsp:txXfrm>
        <a:off x="25759" y="1822747"/>
        <a:ext cx="9612987" cy="476152"/>
      </dsp:txXfrm>
    </dsp:sp>
    <dsp:sp modelId="{BA029DF8-8286-4AE6-BD8E-03AF4F1C1050}">
      <dsp:nvSpPr>
        <dsp:cNvPr id="0" name=""/>
        <dsp:cNvSpPr/>
      </dsp:nvSpPr>
      <dsp:spPr>
        <a:xfrm>
          <a:off x="0" y="2324658"/>
          <a:ext cx="9664505" cy="364320"/>
        </a:xfrm>
        <a:prstGeom prst="rect">
          <a:avLst/>
        </a:prstGeom>
        <a:noFill/>
        <a:ln w="9525" cap="rnd"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306848"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fr-FR" sz="1700" b="0" i="0" kern="1200" dirty="0"/>
            <a:t>Fixez les limites que vous donnez à votre projet.</a:t>
          </a:r>
          <a:endParaRPr lang="fr-FR" sz="1700" b="0" kern="1200" dirty="0"/>
        </a:p>
      </dsp:txBody>
      <dsp:txXfrm>
        <a:off x="0" y="2324658"/>
        <a:ext cx="9664505" cy="364320"/>
      </dsp:txXfrm>
    </dsp:sp>
    <dsp:sp modelId="{F59B2778-BC3D-4450-B139-BE809A04BFFD}">
      <dsp:nvSpPr>
        <dsp:cNvPr id="0" name=""/>
        <dsp:cNvSpPr/>
      </dsp:nvSpPr>
      <dsp:spPr>
        <a:xfrm>
          <a:off x="0" y="2688978"/>
          <a:ext cx="9664505" cy="527670"/>
        </a:xfrm>
        <a:prstGeom prst="roundRect">
          <a:avLst/>
        </a:prstGeom>
        <a:solidFill>
          <a:schemeClr val="accent5">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b="0" kern="1200" dirty="0"/>
            <a:t>4. </a:t>
          </a:r>
          <a:r>
            <a:rPr lang="fr-FR" sz="2200" b="0" i="0" kern="1200" dirty="0"/>
            <a:t>Description fonctionnelle des besoins</a:t>
          </a:r>
          <a:endParaRPr lang="fr-FR" sz="2200" b="0" kern="1200" dirty="0"/>
        </a:p>
      </dsp:txBody>
      <dsp:txXfrm>
        <a:off x="25759" y="2714737"/>
        <a:ext cx="9612987" cy="476152"/>
      </dsp:txXfrm>
    </dsp:sp>
    <dsp:sp modelId="{19DF2A30-C47E-4CDE-B46C-47D6F05FF78B}">
      <dsp:nvSpPr>
        <dsp:cNvPr id="0" name=""/>
        <dsp:cNvSpPr/>
      </dsp:nvSpPr>
      <dsp:spPr>
        <a:xfrm>
          <a:off x="0" y="3216648"/>
          <a:ext cx="9664505" cy="364320"/>
        </a:xfrm>
        <a:prstGeom prst="rect">
          <a:avLst/>
        </a:prstGeom>
        <a:noFill/>
        <a:ln w="9525" cap="rnd"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306848"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fr-FR" sz="1700" b="0" kern="1200" dirty="0"/>
            <a:t>Description des besoins en termes de fonctionnalités</a:t>
          </a:r>
        </a:p>
      </dsp:txBody>
      <dsp:txXfrm>
        <a:off x="0" y="3216648"/>
        <a:ext cx="9664505" cy="364320"/>
      </dsp:txXfrm>
    </dsp:sp>
    <dsp:sp modelId="{F6670706-E9D4-4842-AFD0-B2F66081C76C}">
      <dsp:nvSpPr>
        <dsp:cNvPr id="0" name=""/>
        <dsp:cNvSpPr/>
      </dsp:nvSpPr>
      <dsp:spPr>
        <a:xfrm>
          <a:off x="0" y="3580968"/>
          <a:ext cx="9664505" cy="527670"/>
        </a:xfrm>
        <a:prstGeom prst="roundRect">
          <a:avLst/>
        </a:prstGeom>
        <a:solidFill>
          <a:schemeClr val="accent6">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b="0" kern="1200" dirty="0"/>
            <a:t>5. Enveloppe budgétaire</a:t>
          </a:r>
        </a:p>
      </dsp:txBody>
      <dsp:txXfrm>
        <a:off x="25759" y="3606727"/>
        <a:ext cx="9612987" cy="476152"/>
      </dsp:txXfrm>
    </dsp:sp>
    <dsp:sp modelId="{681C05F4-A6E2-4AEC-A9A3-C9495E93C2FB}">
      <dsp:nvSpPr>
        <dsp:cNvPr id="0" name=""/>
        <dsp:cNvSpPr/>
      </dsp:nvSpPr>
      <dsp:spPr>
        <a:xfrm>
          <a:off x="0" y="4171998"/>
          <a:ext cx="9664505" cy="527670"/>
        </a:xfrm>
        <a:prstGeom prst="roundRect">
          <a:avLst/>
        </a:prstGeom>
        <a:solidFill>
          <a:schemeClr val="accent2">
            <a:hueOff val="0"/>
            <a:satOff val="0"/>
            <a:lumOff val="0"/>
            <a:alphaOff val="0"/>
          </a:schemeClr>
        </a:solidFill>
        <a:ln>
          <a:noFill/>
        </a:ln>
        <a:effectLst>
          <a:outerShdw blurRad="38100" dist="25400" dir="5400000" rotWithShape="0">
            <a:srgbClr val="000000">
              <a:alpha val="2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b="0" kern="1200" dirty="0"/>
            <a:t>6. Délais</a:t>
          </a:r>
        </a:p>
      </dsp:txBody>
      <dsp:txXfrm>
        <a:off x="25759" y="4197757"/>
        <a:ext cx="9612987" cy="47615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E3F82-865B-46C0-A614-29D6E4A08FCA}">
      <dsp:nvSpPr>
        <dsp:cNvPr id="0" name=""/>
        <dsp:cNvSpPr/>
      </dsp:nvSpPr>
      <dsp:spPr>
        <a:xfrm>
          <a:off x="4051495" y="1688"/>
          <a:ext cx="6077243" cy="599583"/>
        </a:xfrm>
        <a:prstGeom prst="rightArrow">
          <a:avLst>
            <a:gd name="adj1" fmla="val 75000"/>
            <a:gd name="adj2" fmla="val 50000"/>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fr-FR" sz="1400" kern="1200" dirty="0"/>
            <a:t>Finalité, équipe, parties prenantes</a:t>
          </a:r>
        </a:p>
      </dsp:txBody>
      <dsp:txXfrm>
        <a:off x="4051495" y="76636"/>
        <a:ext cx="5852399" cy="449687"/>
      </dsp:txXfrm>
    </dsp:sp>
    <dsp:sp modelId="{30E90D0A-2F43-4754-BB90-654593DDE05A}">
      <dsp:nvSpPr>
        <dsp:cNvPr id="0" name=""/>
        <dsp:cNvSpPr/>
      </dsp:nvSpPr>
      <dsp:spPr>
        <a:xfrm>
          <a:off x="0" y="1688"/>
          <a:ext cx="4051495" cy="599583"/>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FR" sz="2000" kern="1200" dirty="0"/>
            <a:t>Rappels descriptifs</a:t>
          </a:r>
        </a:p>
      </dsp:txBody>
      <dsp:txXfrm>
        <a:off x="29269" y="30957"/>
        <a:ext cx="3992957" cy="541045"/>
      </dsp:txXfrm>
    </dsp:sp>
    <dsp:sp modelId="{DEA2F814-7E86-4E3A-9AD1-13474A982A6A}">
      <dsp:nvSpPr>
        <dsp:cNvPr id="0" name=""/>
        <dsp:cNvSpPr/>
      </dsp:nvSpPr>
      <dsp:spPr>
        <a:xfrm>
          <a:off x="4051495" y="661230"/>
          <a:ext cx="6077243" cy="599583"/>
        </a:xfrm>
        <a:prstGeom prst="rightArrow">
          <a:avLst>
            <a:gd name="adj1" fmla="val 75000"/>
            <a:gd name="adj2" fmla="val 50000"/>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fr-FR" sz="1400" kern="1200" dirty="0"/>
            <a:t>Qualité, coûts et délais</a:t>
          </a:r>
        </a:p>
      </dsp:txBody>
      <dsp:txXfrm>
        <a:off x="4051495" y="736178"/>
        <a:ext cx="5852399" cy="449687"/>
      </dsp:txXfrm>
    </dsp:sp>
    <dsp:sp modelId="{C42B7D35-AAFB-451A-AAA3-EE9C324E1C2A}">
      <dsp:nvSpPr>
        <dsp:cNvPr id="0" name=""/>
        <dsp:cNvSpPr/>
      </dsp:nvSpPr>
      <dsp:spPr>
        <a:xfrm>
          <a:off x="0" y="661230"/>
          <a:ext cx="4051495" cy="599583"/>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FR" sz="2000" kern="1200" dirty="0"/>
            <a:t>Les objectifs fixés vs les résultats</a:t>
          </a:r>
        </a:p>
      </dsp:txBody>
      <dsp:txXfrm>
        <a:off x="29269" y="690499"/>
        <a:ext cx="3992957" cy="541045"/>
      </dsp:txXfrm>
    </dsp:sp>
    <dsp:sp modelId="{FEC3F57E-DDBF-406E-A9BA-86D222DB27EB}">
      <dsp:nvSpPr>
        <dsp:cNvPr id="0" name=""/>
        <dsp:cNvSpPr/>
      </dsp:nvSpPr>
      <dsp:spPr>
        <a:xfrm>
          <a:off x="4051495" y="1320773"/>
          <a:ext cx="6077243" cy="599583"/>
        </a:xfrm>
        <a:prstGeom prst="rightArrow">
          <a:avLst>
            <a:gd name="adj1" fmla="val 75000"/>
            <a:gd name="adj2" fmla="val 50000"/>
          </a:avLst>
        </a:prstGeom>
        <a:solidFill>
          <a:schemeClr val="accent4">
            <a:tint val="40000"/>
            <a:alpha val="90000"/>
            <a:hueOff val="0"/>
            <a:satOff val="0"/>
            <a:lumOff val="0"/>
            <a:alphaOff val="0"/>
          </a:schemeClr>
        </a:solidFill>
        <a:ln w="15875"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fr-FR" sz="1400" b="0" i="0" kern="1200" dirty="0"/>
            <a:t>Evaluez le résultat produit</a:t>
          </a:r>
          <a:endParaRPr lang="fr-FR" sz="1400" kern="1200" dirty="0"/>
        </a:p>
      </dsp:txBody>
      <dsp:txXfrm>
        <a:off x="4051495" y="1395721"/>
        <a:ext cx="5852399" cy="449687"/>
      </dsp:txXfrm>
    </dsp:sp>
    <dsp:sp modelId="{68F5E0D4-5FC7-47B9-BCF6-34EC3B071536}">
      <dsp:nvSpPr>
        <dsp:cNvPr id="0" name=""/>
        <dsp:cNvSpPr/>
      </dsp:nvSpPr>
      <dsp:spPr>
        <a:xfrm>
          <a:off x="0" y="1320773"/>
          <a:ext cx="4051495" cy="599583"/>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FR" sz="2000" kern="1200" dirty="0"/>
            <a:t>Bilan technique</a:t>
          </a:r>
        </a:p>
      </dsp:txBody>
      <dsp:txXfrm>
        <a:off x="29269" y="1350042"/>
        <a:ext cx="3992957" cy="541045"/>
      </dsp:txXfrm>
    </dsp:sp>
    <dsp:sp modelId="{5036D518-7247-42B1-BFE3-1CC8F7C8A09B}">
      <dsp:nvSpPr>
        <dsp:cNvPr id="0" name=""/>
        <dsp:cNvSpPr/>
      </dsp:nvSpPr>
      <dsp:spPr>
        <a:xfrm>
          <a:off x="4051495" y="1980315"/>
          <a:ext cx="6077243" cy="599583"/>
        </a:xfrm>
        <a:prstGeom prst="rightArrow">
          <a:avLst>
            <a:gd name="adj1" fmla="val 75000"/>
            <a:gd name="adj2" fmla="val 50000"/>
          </a:avLst>
        </a:prstGeom>
        <a:solidFill>
          <a:schemeClr val="accent5">
            <a:tint val="40000"/>
            <a:alpha val="90000"/>
            <a:hueOff val="0"/>
            <a:satOff val="0"/>
            <a:lumOff val="0"/>
            <a:alphaOff val="0"/>
          </a:schemeClr>
        </a:solidFill>
        <a:ln w="15875"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fr-FR" sz="1400" b="0" i="0" kern="1200" dirty="0"/>
            <a:t>Faites le bilan de ce qui a réellement été consommé .</a:t>
          </a:r>
          <a:endParaRPr lang="fr-FR" sz="1400" b="0" kern="1200" dirty="0"/>
        </a:p>
      </dsp:txBody>
      <dsp:txXfrm>
        <a:off x="4051495" y="2055263"/>
        <a:ext cx="5852399" cy="449687"/>
      </dsp:txXfrm>
    </dsp:sp>
    <dsp:sp modelId="{235AC316-8683-4CA8-80A2-D8E5130B06F1}">
      <dsp:nvSpPr>
        <dsp:cNvPr id="0" name=""/>
        <dsp:cNvSpPr/>
      </dsp:nvSpPr>
      <dsp:spPr>
        <a:xfrm>
          <a:off x="0" y="1980315"/>
          <a:ext cx="4051495" cy="599583"/>
        </a:xfrm>
        <a:prstGeom prst="roundRect">
          <a:avLst/>
        </a:prstGeom>
        <a:solidFill>
          <a:schemeClr val="accent5">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FR" sz="2000" kern="1200" dirty="0"/>
            <a:t>Ressources planifiées vs utilisées</a:t>
          </a:r>
        </a:p>
      </dsp:txBody>
      <dsp:txXfrm>
        <a:off x="29269" y="2009584"/>
        <a:ext cx="3992957" cy="541045"/>
      </dsp:txXfrm>
    </dsp:sp>
    <dsp:sp modelId="{799B2B07-F04A-4BD3-938B-870223EA06F8}">
      <dsp:nvSpPr>
        <dsp:cNvPr id="0" name=""/>
        <dsp:cNvSpPr/>
      </dsp:nvSpPr>
      <dsp:spPr>
        <a:xfrm>
          <a:off x="4051495" y="2639857"/>
          <a:ext cx="6077243" cy="599583"/>
        </a:xfrm>
        <a:prstGeom prst="rightArrow">
          <a:avLst>
            <a:gd name="adj1" fmla="val 75000"/>
            <a:gd name="adj2" fmla="val 50000"/>
          </a:avLst>
        </a:prstGeom>
        <a:solidFill>
          <a:schemeClr val="accent6">
            <a:tint val="40000"/>
            <a:alpha val="90000"/>
            <a:hueOff val="0"/>
            <a:satOff val="0"/>
            <a:lumOff val="0"/>
            <a:alphaOff val="0"/>
          </a:schemeClr>
        </a:solidFill>
        <a:ln w="15875" cap="rnd"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fr-FR" sz="1400" b="0" i="0" kern="1200" dirty="0"/>
            <a:t>En cas de dérapage, détaillez les raisons à l’origine d'une dérive</a:t>
          </a:r>
          <a:endParaRPr lang="fr-FR" sz="1400" kern="1200" dirty="0"/>
        </a:p>
      </dsp:txBody>
      <dsp:txXfrm>
        <a:off x="4051495" y="2714805"/>
        <a:ext cx="5852399" cy="449687"/>
      </dsp:txXfrm>
    </dsp:sp>
    <dsp:sp modelId="{6E35187C-3055-4F32-B8C6-3493ACF448A8}">
      <dsp:nvSpPr>
        <dsp:cNvPr id="0" name=""/>
        <dsp:cNvSpPr/>
      </dsp:nvSpPr>
      <dsp:spPr>
        <a:xfrm>
          <a:off x="0" y="2639857"/>
          <a:ext cx="4051495" cy="599583"/>
        </a:xfrm>
        <a:prstGeom prst="roundRect">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FR" sz="2000" kern="1200" dirty="0"/>
            <a:t>Date de fin prévue vs date réelle</a:t>
          </a:r>
        </a:p>
      </dsp:txBody>
      <dsp:txXfrm>
        <a:off x="29269" y="2669126"/>
        <a:ext cx="3992957" cy="541045"/>
      </dsp:txXfrm>
    </dsp:sp>
    <dsp:sp modelId="{3F143387-C278-4C7F-BBB6-1AAD3B919CDE}">
      <dsp:nvSpPr>
        <dsp:cNvPr id="0" name=""/>
        <dsp:cNvSpPr/>
      </dsp:nvSpPr>
      <dsp:spPr>
        <a:xfrm>
          <a:off x="4051495" y="3299399"/>
          <a:ext cx="6077243" cy="599583"/>
        </a:xfrm>
        <a:prstGeom prst="rightArrow">
          <a:avLst>
            <a:gd name="adj1" fmla="val 75000"/>
            <a:gd name="adj2" fmla="val 50000"/>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fr-FR" sz="1400" kern="1200" dirty="0"/>
            <a:t>Répartition des rôles et responsabilités, conduite du projet</a:t>
          </a:r>
        </a:p>
      </dsp:txBody>
      <dsp:txXfrm>
        <a:off x="4051495" y="3374347"/>
        <a:ext cx="5852399" cy="449687"/>
      </dsp:txXfrm>
    </dsp:sp>
    <dsp:sp modelId="{D0B2E171-5EC1-4822-98CE-BFAED3C5E50B}">
      <dsp:nvSpPr>
        <dsp:cNvPr id="0" name=""/>
        <dsp:cNvSpPr/>
      </dsp:nvSpPr>
      <dsp:spPr>
        <a:xfrm>
          <a:off x="0" y="3299399"/>
          <a:ext cx="4051495" cy="599583"/>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FR" sz="2000" kern="1200" dirty="0"/>
            <a:t>Bilan méthodologique</a:t>
          </a:r>
        </a:p>
      </dsp:txBody>
      <dsp:txXfrm>
        <a:off x="29269" y="3328668"/>
        <a:ext cx="3992957" cy="541045"/>
      </dsp:txXfrm>
    </dsp:sp>
    <dsp:sp modelId="{9E5E3E53-438D-42EA-81DC-65501A2E44BD}">
      <dsp:nvSpPr>
        <dsp:cNvPr id="0" name=""/>
        <dsp:cNvSpPr/>
      </dsp:nvSpPr>
      <dsp:spPr>
        <a:xfrm>
          <a:off x="4051495" y="3958942"/>
          <a:ext cx="6077243" cy="599583"/>
        </a:xfrm>
        <a:prstGeom prst="rightArrow">
          <a:avLst>
            <a:gd name="adj1" fmla="val 75000"/>
            <a:gd name="adj2" fmla="val 50000"/>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fr-FR" sz="1400" b="0" i="0" kern="1200" dirty="0"/>
            <a:t>Relevez l'évaluation globale du donneur d'ordre et des utilisateurs. </a:t>
          </a:r>
          <a:endParaRPr lang="fr-FR" sz="1400" kern="1200" dirty="0"/>
        </a:p>
      </dsp:txBody>
      <dsp:txXfrm>
        <a:off x="4051495" y="4033890"/>
        <a:ext cx="5852399" cy="449687"/>
      </dsp:txXfrm>
    </dsp:sp>
    <dsp:sp modelId="{4AB0ED34-E7C4-4AB8-8447-25F27ABEB1EE}">
      <dsp:nvSpPr>
        <dsp:cNvPr id="0" name=""/>
        <dsp:cNvSpPr/>
      </dsp:nvSpPr>
      <dsp:spPr>
        <a:xfrm>
          <a:off x="0" y="3958942"/>
          <a:ext cx="4051495" cy="599583"/>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FR" sz="2000" kern="1200" dirty="0"/>
            <a:t>Satisfaction du commanditaire</a:t>
          </a:r>
        </a:p>
      </dsp:txBody>
      <dsp:txXfrm>
        <a:off x="29269" y="3988211"/>
        <a:ext cx="3992957" cy="541045"/>
      </dsp:txXfrm>
    </dsp:sp>
    <dsp:sp modelId="{C411E988-810C-4EF5-97AE-A80AAF7D5EFB}">
      <dsp:nvSpPr>
        <dsp:cNvPr id="0" name=""/>
        <dsp:cNvSpPr/>
      </dsp:nvSpPr>
      <dsp:spPr>
        <a:xfrm>
          <a:off x="4051495" y="4618484"/>
          <a:ext cx="6077243" cy="599583"/>
        </a:xfrm>
        <a:prstGeom prst="rightArrow">
          <a:avLst>
            <a:gd name="adj1" fmla="val 75000"/>
            <a:gd name="adj2" fmla="val 50000"/>
          </a:avLst>
        </a:prstGeom>
        <a:solidFill>
          <a:schemeClr val="accent4">
            <a:tint val="40000"/>
            <a:alpha val="90000"/>
            <a:hueOff val="0"/>
            <a:satOff val="0"/>
            <a:lumOff val="0"/>
            <a:alphaOff val="0"/>
          </a:schemeClr>
        </a:solidFill>
        <a:ln w="15875"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fr-FR" sz="1400" kern="1200" dirty="0"/>
            <a:t>Points à améliorer</a:t>
          </a:r>
        </a:p>
        <a:p>
          <a:pPr marL="114300" lvl="1" indent="-114300" algn="l" defTabSz="622300">
            <a:lnSpc>
              <a:spcPct val="90000"/>
            </a:lnSpc>
            <a:spcBef>
              <a:spcPct val="0"/>
            </a:spcBef>
            <a:spcAft>
              <a:spcPct val="15000"/>
            </a:spcAft>
            <a:buChar char="•"/>
          </a:pPr>
          <a:r>
            <a:rPr lang="fr-FR" sz="1400" kern="1200" dirty="0"/>
            <a:t>Bonnes pratiques</a:t>
          </a:r>
        </a:p>
      </dsp:txBody>
      <dsp:txXfrm>
        <a:off x="4051495" y="4693432"/>
        <a:ext cx="5852399" cy="449687"/>
      </dsp:txXfrm>
    </dsp:sp>
    <dsp:sp modelId="{D6057AE4-A2A9-440F-BE19-FBF061C0617A}">
      <dsp:nvSpPr>
        <dsp:cNvPr id="0" name=""/>
        <dsp:cNvSpPr/>
      </dsp:nvSpPr>
      <dsp:spPr>
        <a:xfrm>
          <a:off x="0" y="4618484"/>
          <a:ext cx="4051495" cy="599583"/>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fr-FR" sz="2000" kern="1200" dirty="0"/>
            <a:t>Synthèse</a:t>
          </a:r>
        </a:p>
      </dsp:txBody>
      <dsp:txXfrm>
        <a:off x="29269" y="4647753"/>
        <a:ext cx="3992957" cy="541045"/>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E1ABA6-3F43-4759-996B-6B6926807CC4}" type="datetimeFigureOut">
              <a:rPr lang="fr-FR" smtClean="0"/>
              <a:pPr/>
              <a:t>07/05/2026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63D764-6AEC-47A6-8F72-884BC2363226}" type="slidenum">
              <a:rPr lang="fr-FR" smtClean="0"/>
              <a:pPr/>
              <a:t>‹N°›</a:t>
            </a:fld>
            <a:endParaRPr lang="fr-FR"/>
          </a:p>
        </p:txBody>
      </p:sp>
    </p:spTree>
    <p:extLst>
      <p:ext uri="{BB962C8B-B14F-4D97-AF65-F5344CB8AC3E}">
        <p14:creationId xmlns:p14="http://schemas.microsoft.com/office/powerpoint/2010/main" val="3941147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563D764-6AEC-47A6-8F72-884BC2363226}" type="slidenum">
              <a:rPr lang="fr-FR" smtClean="0"/>
              <a:pPr/>
              <a:t>5</a:t>
            </a:fld>
            <a:endParaRPr lang="fr-FR"/>
          </a:p>
        </p:txBody>
      </p:sp>
    </p:spTree>
    <p:extLst>
      <p:ext uri="{BB962C8B-B14F-4D97-AF65-F5344CB8AC3E}">
        <p14:creationId xmlns:p14="http://schemas.microsoft.com/office/powerpoint/2010/main" val="1708816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F71DD0E-5D1E-416B-A575-4D1D1DC12BEE}" type="datetime1">
              <a:rPr lang="fr-FR" smtClean="0"/>
              <a:pPr/>
              <a:t>07/05/2026</a:t>
            </a:fld>
            <a:endParaRPr lang="fr-FR"/>
          </a:p>
        </p:txBody>
      </p:sp>
      <p:sp>
        <p:nvSpPr>
          <p:cNvPr id="5" name="Footer Placeholder 4"/>
          <p:cNvSpPr>
            <a:spLocks noGrp="1"/>
          </p:cNvSpPr>
          <p:nvPr>
            <p:ph type="ftr" sz="quarter" idx="11"/>
          </p:nvPr>
        </p:nvSpPr>
        <p:spPr/>
        <p:txBody>
          <a:bodyPr/>
          <a:lstStyle/>
          <a:p>
            <a:endParaRPr lang="fr-F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1A8D22D-4671-4607-98DC-1E05BB144CC2}" type="slidenum">
              <a:rPr lang="fr-FR" smtClean="0"/>
              <a:pPr/>
              <a:t>‹N°›</a:t>
            </a:fld>
            <a:endParaRPr lang="fr-FR"/>
          </a:p>
        </p:txBody>
      </p:sp>
    </p:spTree>
    <p:extLst>
      <p:ext uri="{BB962C8B-B14F-4D97-AF65-F5344CB8AC3E}">
        <p14:creationId xmlns:p14="http://schemas.microsoft.com/office/powerpoint/2010/main" val="868764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1D02128-F5B7-41E1-9B49-C4D178003E9F}" type="datetime1">
              <a:rPr lang="fr-FR" smtClean="0"/>
              <a:pPr/>
              <a:t>07/05/2026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A8D22D-4671-4607-98DC-1E05BB144CC2}" type="slidenum">
              <a:rPr lang="fr-FR" smtClean="0"/>
              <a:pPr/>
              <a:t>‹N°›</a:t>
            </a:fld>
            <a:endParaRPr lang="fr-FR"/>
          </a:p>
        </p:txBody>
      </p:sp>
    </p:spTree>
    <p:extLst>
      <p:ext uri="{BB962C8B-B14F-4D97-AF65-F5344CB8AC3E}">
        <p14:creationId xmlns:p14="http://schemas.microsoft.com/office/powerpoint/2010/main" val="1533026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FE9720D4-2CF8-49FE-A6EC-0F9CF4319FBF}" type="datetime1">
              <a:rPr lang="fr-FR" smtClean="0"/>
              <a:pPr/>
              <a:t>07/05/2026</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A8D22D-4671-4607-98DC-1E05BB144CC2}" type="slidenum">
              <a:rPr lang="fr-FR" smtClean="0"/>
              <a:pPr/>
              <a:t>‹N°›</a:t>
            </a:fld>
            <a:endParaRPr lang="fr-FR"/>
          </a:p>
        </p:txBody>
      </p:sp>
    </p:spTree>
    <p:extLst>
      <p:ext uri="{BB962C8B-B14F-4D97-AF65-F5344CB8AC3E}">
        <p14:creationId xmlns:p14="http://schemas.microsoft.com/office/powerpoint/2010/main" val="2390252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07FB897E-88F1-45A3-A766-577728C718AD}" type="datetime1">
              <a:rPr lang="fr-FR" smtClean="0"/>
              <a:pPr/>
              <a:t>07/05/2026</a:t>
            </a:fld>
            <a:endParaRPr lang="fr-FR"/>
          </a:p>
        </p:txBody>
      </p:sp>
      <p:sp>
        <p:nvSpPr>
          <p:cNvPr id="6" name="Footer Placeholder 5"/>
          <p:cNvSpPr>
            <a:spLocks noGrp="1"/>
          </p:cNvSpPr>
          <p:nvPr>
            <p:ph type="ftr" sz="quarter" idx="11"/>
          </p:nvPr>
        </p:nvSpPr>
        <p:spPr/>
        <p:txBody>
          <a:bodyPr/>
          <a:lstStyle/>
          <a:p>
            <a:endParaRPr lang="fr-F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1A8D22D-4671-4607-98DC-1E05BB144CC2}" type="slidenum">
              <a:rPr lang="fr-FR" smtClean="0"/>
              <a:pPr/>
              <a:t>‹N°›</a:t>
            </a:fld>
            <a:endParaRPr lang="fr-FR"/>
          </a:p>
        </p:txBody>
      </p:sp>
    </p:spTree>
    <p:extLst>
      <p:ext uri="{BB962C8B-B14F-4D97-AF65-F5344CB8AC3E}">
        <p14:creationId xmlns:p14="http://schemas.microsoft.com/office/powerpoint/2010/main" val="4060467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65586F6F-60B2-439C-A3CB-BE4E16D64FE3}" type="datetime1">
              <a:rPr lang="fr-FR" smtClean="0"/>
              <a:pPr/>
              <a:t>07/05/2026</a:t>
            </a:fld>
            <a:endParaRPr lang="fr-FR"/>
          </a:p>
        </p:txBody>
      </p:sp>
      <p:sp>
        <p:nvSpPr>
          <p:cNvPr id="8" name="Footer Placeholder 7"/>
          <p:cNvSpPr>
            <a:spLocks noGrp="1"/>
          </p:cNvSpPr>
          <p:nvPr>
            <p:ph type="ftr" sz="quarter" idx="11"/>
          </p:nvPr>
        </p:nvSpPr>
        <p:spPr/>
        <p:txBody>
          <a:bodyPr/>
          <a:lstStyle/>
          <a:p>
            <a:endParaRPr lang="fr-F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1A8D22D-4671-4607-98DC-1E05BB144CC2}" type="slidenum">
              <a:rPr lang="fr-FR" smtClean="0"/>
              <a:pPr/>
              <a:t>‹N°›</a:t>
            </a:fld>
            <a:endParaRPr lang="fr-FR"/>
          </a:p>
        </p:txBody>
      </p:sp>
    </p:spTree>
    <p:extLst>
      <p:ext uri="{BB962C8B-B14F-4D97-AF65-F5344CB8AC3E}">
        <p14:creationId xmlns:p14="http://schemas.microsoft.com/office/powerpoint/2010/main" val="1100253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8A1D44D-EAD9-4D19-A60D-648A0443A8DC}" type="datetime1">
              <a:rPr lang="fr-FR" smtClean="0"/>
              <a:pPr/>
              <a:t>07/05/2026</a:t>
            </a:fld>
            <a:endParaRPr lang="fr-FR"/>
          </a:p>
        </p:txBody>
      </p:sp>
      <p:sp>
        <p:nvSpPr>
          <p:cNvPr id="4" name="Footer Placeholder 3"/>
          <p:cNvSpPr>
            <a:spLocks noGrp="1"/>
          </p:cNvSpPr>
          <p:nvPr>
            <p:ph type="ftr" sz="quarter" idx="11"/>
          </p:nvPr>
        </p:nvSpPr>
        <p:spPr/>
        <p:txBody>
          <a:bodyPr/>
          <a:lstStyle/>
          <a:p>
            <a:endParaRPr lang="fr-F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A8D22D-4671-4607-98DC-1E05BB144CC2}" type="slidenum">
              <a:rPr lang="fr-FR" smtClean="0"/>
              <a:pPr/>
              <a:t>‹N°›</a:t>
            </a:fld>
            <a:endParaRPr lang="fr-FR"/>
          </a:p>
        </p:txBody>
      </p:sp>
    </p:spTree>
    <p:extLst>
      <p:ext uri="{BB962C8B-B14F-4D97-AF65-F5344CB8AC3E}">
        <p14:creationId xmlns:p14="http://schemas.microsoft.com/office/powerpoint/2010/main" val="1058019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240192-2BB5-4EF6-A4AE-3FF0C5BF61B7}" type="datetime1">
              <a:rPr lang="fr-FR" smtClean="0"/>
              <a:pPr/>
              <a:t>07/05/2026</a:t>
            </a:fld>
            <a:endParaRPr lang="fr-FR"/>
          </a:p>
        </p:txBody>
      </p:sp>
      <p:sp>
        <p:nvSpPr>
          <p:cNvPr id="3" name="Footer Placeholder 2"/>
          <p:cNvSpPr>
            <a:spLocks noGrp="1"/>
          </p:cNvSpPr>
          <p:nvPr>
            <p:ph type="ftr" sz="quarter" idx="11"/>
          </p:nvPr>
        </p:nvSpPr>
        <p:spPr/>
        <p:txBody>
          <a:bodyPr/>
          <a:lstStyle/>
          <a:p>
            <a:endParaRPr lang="fr-F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A8D22D-4671-4607-98DC-1E05BB144CC2}" type="slidenum">
              <a:rPr lang="fr-FR" smtClean="0"/>
              <a:pPr/>
              <a:t>‹N°›</a:t>
            </a:fld>
            <a:endParaRPr lang="fr-FR"/>
          </a:p>
        </p:txBody>
      </p:sp>
    </p:spTree>
    <p:extLst>
      <p:ext uri="{BB962C8B-B14F-4D97-AF65-F5344CB8AC3E}">
        <p14:creationId xmlns:p14="http://schemas.microsoft.com/office/powerpoint/2010/main" val="2107190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641A64F4-8D41-4F71-BE30-F91D8F70886E}" type="datetime1">
              <a:rPr lang="fr-FR" smtClean="0"/>
              <a:pPr/>
              <a:t>07/05/2026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A8D22D-4671-4607-98DC-1E05BB144CC2}" type="slidenum">
              <a:rPr lang="fr-FR" smtClean="0"/>
              <a:pPr/>
              <a:t>‹N°›</a:t>
            </a:fld>
            <a:endParaRPr lang="fr-FR"/>
          </a:p>
        </p:txBody>
      </p:sp>
    </p:spTree>
    <p:extLst>
      <p:ext uri="{BB962C8B-B14F-4D97-AF65-F5344CB8AC3E}">
        <p14:creationId xmlns:p14="http://schemas.microsoft.com/office/powerpoint/2010/main" val="3404971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9C4714F6-E6BB-40FD-9388-A4116FE6DA90}" type="datetime1">
              <a:rPr lang="fr-FR" smtClean="0"/>
              <a:pPr/>
              <a:t>07/05/2026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A8D22D-4671-4607-98DC-1E05BB144CC2}" type="slidenum">
              <a:rPr lang="fr-FR" smtClean="0"/>
              <a:pPr/>
              <a:t>‹N°›</a:t>
            </a:fld>
            <a:endParaRPr lang="fr-FR"/>
          </a:p>
        </p:txBody>
      </p:sp>
    </p:spTree>
    <p:extLst>
      <p:ext uri="{BB962C8B-B14F-4D97-AF65-F5344CB8AC3E}">
        <p14:creationId xmlns:p14="http://schemas.microsoft.com/office/powerpoint/2010/main" val="2825633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265E8328-EB5B-4512-A11A-0D477DE04892}" type="datetime1">
              <a:rPr lang="fr-FR" smtClean="0"/>
              <a:pPr/>
              <a:t>07/05/2026</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A8D22D-4671-4607-98DC-1E05BB144CC2}" type="slidenum">
              <a:rPr lang="fr-FR" smtClean="0"/>
              <a:pPr/>
              <a:t>‹N°›</a:t>
            </a:fld>
            <a:endParaRPr lang="fr-FR"/>
          </a:p>
        </p:txBody>
      </p:sp>
    </p:spTree>
    <p:extLst>
      <p:ext uri="{BB962C8B-B14F-4D97-AF65-F5344CB8AC3E}">
        <p14:creationId xmlns:p14="http://schemas.microsoft.com/office/powerpoint/2010/main" val="1046573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2F1FF7B1-6ACB-410D-8F27-49C33F5248E3}" type="datetime1">
              <a:rPr lang="fr-FR" smtClean="0"/>
              <a:pPr/>
              <a:t>07/05/2026</a:t>
            </a:fld>
            <a:endParaRPr lang="fr-FR"/>
          </a:p>
        </p:txBody>
      </p:sp>
      <p:sp>
        <p:nvSpPr>
          <p:cNvPr id="5" name="Footer Placeholder 4"/>
          <p:cNvSpPr>
            <a:spLocks noGrp="1"/>
          </p:cNvSpPr>
          <p:nvPr>
            <p:ph type="ftr" sz="quarter" idx="11"/>
          </p:nvPr>
        </p:nvSpPr>
        <p:spPr/>
        <p:txBody>
          <a:bodyPr/>
          <a:lstStyle/>
          <a:p>
            <a:endParaRPr lang="fr-F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1A8D22D-4671-4607-98DC-1E05BB144CC2}" type="slidenum">
              <a:rPr lang="fr-FR" smtClean="0"/>
              <a:pPr/>
              <a:t>‹N°›</a:t>
            </a:fld>
            <a:endParaRPr lang="fr-F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57996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0C42D240-3890-4C3D-9B27-9A6930009DB9}" type="datetime1">
              <a:rPr lang="fr-FR" smtClean="0"/>
              <a:pPr/>
              <a:t>07/05/2026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A8D22D-4671-4607-98DC-1E05BB144CC2}" type="slidenum">
              <a:rPr lang="fr-FR" smtClean="0"/>
              <a:pPr/>
              <a:t>‹N°›</a:t>
            </a:fld>
            <a:endParaRPr lang="fr-FR"/>
          </a:p>
        </p:txBody>
      </p:sp>
    </p:spTree>
    <p:extLst>
      <p:ext uri="{BB962C8B-B14F-4D97-AF65-F5344CB8AC3E}">
        <p14:creationId xmlns:p14="http://schemas.microsoft.com/office/powerpoint/2010/main" val="21231859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CA91B3BB-00BD-46F2-88E1-22C3B6823057}" type="datetime1">
              <a:rPr lang="fr-FR" smtClean="0"/>
              <a:pPr/>
              <a:t>07/05/2026</a:t>
            </a:fld>
            <a:endParaRPr lang="fr-FR"/>
          </a:p>
        </p:txBody>
      </p:sp>
      <p:sp>
        <p:nvSpPr>
          <p:cNvPr id="6" name="Footer Placeholder 5"/>
          <p:cNvSpPr>
            <a:spLocks noGrp="1"/>
          </p:cNvSpPr>
          <p:nvPr>
            <p:ph type="ftr" sz="quarter" idx="11"/>
          </p:nvPr>
        </p:nvSpPr>
        <p:spPr/>
        <p:txBody>
          <a:bodyPr/>
          <a:lstStyle/>
          <a:p>
            <a:endParaRPr lang="fr-F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A8D22D-4671-4607-98DC-1E05BB144CC2}" type="slidenum">
              <a:rPr lang="fr-FR" smtClean="0"/>
              <a:pPr/>
              <a:t>‹N°›</a:t>
            </a:fld>
            <a:endParaRPr lang="fr-F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74584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Modifiez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Modifiez les styles du texte du masque</a:t>
            </a:r>
          </a:p>
        </p:txBody>
      </p:sp>
      <p:sp>
        <p:nvSpPr>
          <p:cNvPr id="5" name="Date Placeholder 4"/>
          <p:cNvSpPr>
            <a:spLocks noGrp="1"/>
          </p:cNvSpPr>
          <p:nvPr>
            <p:ph type="dt" sz="half" idx="10"/>
          </p:nvPr>
        </p:nvSpPr>
        <p:spPr/>
        <p:txBody>
          <a:bodyPr/>
          <a:lstStyle/>
          <a:p>
            <a:fld id="{CDBA1045-F0F4-40CF-9507-83C80DBB77EA}" type="datetime1">
              <a:rPr lang="fr-FR" smtClean="0"/>
              <a:pPr/>
              <a:t>07/05/2026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1A8D22D-4671-4607-98DC-1E05BB144CC2}" type="slidenum">
              <a:rPr lang="fr-FR" smtClean="0"/>
              <a:pPr/>
              <a:t>‹N°›</a:t>
            </a:fld>
            <a:endParaRPr lang="fr-FR"/>
          </a:p>
        </p:txBody>
      </p:sp>
    </p:spTree>
    <p:extLst>
      <p:ext uri="{BB962C8B-B14F-4D97-AF65-F5344CB8AC3E}">
        <p14:creationId xmlns:p14="http://schemas.microsoft.com/office/powerpoint/2010/main" val="542470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89F91E4-601D-4D2B-9C45-5BD65E5E3E7C}" type="datetime1">
              <a:rPr lang="fr-FR" smtClean="0"/>
              <a:pPr/>
              <a:t>07/05/2026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A8D22D-4671-4607-98DC-1E05BB144CC2}" type="slidenum">
              <a:rPr lang="fr-FR" smtClean="0"/>
              <a:pPr/>
              <a:t>‹N°›</a:t>
            </a:fld>
            <a:endParaRPr lang="fr-FR"/>
          </a:p>
        </p:txBody>
      </p:sp>
    </p:spTree>
    <p:extLst>
      <p:ext uri="{BB962C8B-B14F-4D97-AF65-F5344CB8AC3E}">
        <p14:creationId xmlns:p14="http://schemas.microsoft.com/office/powerpoint/2010/main" val="1926129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41878AC-A8F2-4CE6-82FB-491E32038ED2}" type="datetime1">
              <a:rPr lang="fr-FR" smtClean="0"/>
              <a:pPr/>
              <a:t>07/05/2026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A8D22D-4671-4607-98DC-1E05BB144CC2}" type="slidenum">
              <a:rPr lang="fr-FR" smtClean="0"/>
              <a:pPr/>
              <a:t>‹N°›</a:t>
            </a:fld>
            <a:endParaRPr lang="fr-FR"/>
          </a:p>
        </p:txBody>
      </p:sp>
    </p:spTree>
    <p:extLst>
      <p:ext uri="{BB962C8B-B14F-4D97-AF65-F5344CB8AC3E}">
        <p14:creationId xmlns:p14="http://schemas.microsoft.com/office/powerpoint/2010/main" val="4267594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4068FDB-5A19-40C4-B6E4-E1BEF60F7E5B}" type="datetime1">
              <a:rPr lang="fr-FR" smtClean="0"/>
              <a:pPr/>
              <a:t>07/05/2026</a:t>
            </a:fld>
            <a:endParaRPr lang="fr-F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1A8D22D-4671-4607-98DC-1E05BB144CC2}" type="slidenum">
              <a:rPr lang="fr-FR" smtClean="0"/>
              <a:pPr/>
              <a:t>‹N°›</a:t>
            </a:fld>
            <a:endParaRPr lang="fr-FR"/>
          </a:p>
        </p:txBody>
      </p:sp>
    </p:spTree>
    <p:extLst>
      <p:ext uri="{BB962C8B-B14F-4D97-AF65-F5344CB8AC3E}">
        <p14:creationId xmlns:p14="http://schemas.microsoft.com/office/powerpoint/2010/main" val="14798421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 /><Relationship Id="rId2" Type="http://schemas.openxmlformats.org/officeDocument/2006/relationships/diagramData" Target="../diagrams/data3.xml" /><Relationship Id="rId1" Type="http://schemas.openxmlformats.org/officeDocument/2006/relationships/slideLayout" Target="../slideLayouts/slideLayout2.xml" /><Relationship Id="rId6" Type="http://schemas.microsoft.com/office/2007/relationships/diagramDrawing" Target="../diagrams/drawing3.xml" /><Relationship Id="rId5" Type="http://schemas.openxmlformats.org/officeDocument/2006/relationships/diagramColors" Target="../diagrams/colors3.xml" /><Relationship Id="rId4" Type="http://schemas.openxmlformats.org/officeDocument/2006/relationships/diagramQuickStyle" Target="../diagrams/quickStyle3.xml" /></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 /><Relationship Id="rId2" Type="http://schemas.openxmlformats.org/officeDocument/2006/relationships/diagramData" Target="../diagrams/data4.xml" /><Relationship Id="rId1" Type="http://schemas.openxmlformats.org/officeDocument/2006/relationships/slideLayout" Target="../slideLayouts/slideLayout2.xml" /><Relationship Id="rId6" Type="http://schemas.microsoft.com/office/2007/relationships/diagramDrawing" Target="../diagrams/drawing4.xml" /><Relationship Id="rId5" Type="http://schemas.openxmlformats.org/officeDocument/2006/relationships/diagramColors" Target="../diagrams/colors4.xml" /><Relationship Id="rId4" Type="http://schemas.openxmlformats.org/officeDocument/2006/relationships/diagramQuickStyle" Target="../diagrams/quickStyle4.xml" /></Relationships>
</file>

<file path=ppt/slides/_rels/slide19.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 /><Relationship Id="rId2" Type="http://schemas.openxmlformats.org/officeDocument/2006/relationships/diagramData" Target="../diagrams/data5.xml" /><Relationship Id="rId1" Type="http://schemas.openxmlformats.org/officeDocument/2006/relationships/slideLayout" Target="../slideLayouts/slideLayout2.xml" /><Relationship Id="rId6" Type="http://schemas.microsoft.com/office/2007/relationships/diagramDrawing" Target="../diagrams/drawing5.xml" /><Relationship Id="rId5" Type="http://schemas.openxmlformats.org/officeDocument/2006/relationships/diagramColors" Target="../diagrams/colors5.xml" /><Relationship Id="rId4" Type="http://schemas.openxmlformats.org/officeDocument/2006/relationships/diagramQuickStyle" Target="../diagrams/quickStyle5.xml" /></Relationships>
</file>

<file path=ppt/slides/_rels/slide22.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6.xml" /><Relationship Id="rId2" Type="http://schemas.openxmlformats.org/officeDocument/2006/relationships/diagramData" Target="../diagrams/data6.xml" /><Relationship Id="rId1" Type="http://schemas.openxmlformats.org/officeDocument/2006/relationships/slideLayout" Target="../slideLayouts/slideLayout2.xml" /><Relationship Id="rId6" Type="http://schemas.microsoft.com/office/2007/relationships/diagramDrawing" Target="../diagrams/drawing6.xml" /><Relationship Id="rId5" Type="http://schemas.openxmlformats.org/officeDocument/2006/relationships/diagramColors" Target="../diagrams/colors6.xml" /><Relationship Id="rId4" Type="http://schemas.openxmlformats.org/officeDocument/2006/relationships/diagramQuickStyle" Target="../diagrams/quickStyle6.xml" /></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7.xml" /><Relationship Id="rId2" Type="http://schemas.openxmlformats.org/officeDocument/2006/relationships/diagramData" Target="../diagrams/data7.xml" /><Relationship Id="rId1" Type="http://schemas.openxmlformats.org/officeDocument/2006/relationships/slideLayout" Target="../slideLayouts/slideLayout2.xml" /><Relationship Id="rId6" Type="http://schemas.microsoft.com/office/2007/relationships/diagramDrawing" Target="../diagrams/drawing7.xml" /><Relationship Id="rId5" Type="http://schemas.openxmlformats.org/officeDocument/2006/relationships/diagramColors" Target="../diagrams/colors7.xml" /><Relationship Id="rId4" Type="http://schemas.openxmlformats.org/officeDocument/2006/relationships/diagramQuickStyle" Target="../diagrams/quickStyle7.xml" /></Relationships>
</file>

<file path=ppt/slides/_rels/slide26.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2343554" y="1381836"/>
            <a:ext cx="8915399" cy="2262781"/>
          </a:xfrm>
        </p:spPr>
        <p:txBody>
          <a:bodyPr/>
          <a:lstStyle/>
          <a:p>
            <a:r>
              <a:rPr lang="fr-FR" dirty="0"/>
              <a:t>Chapitre 3</a:t>
            </a:r>
          </a:p>
        </p:txBody>
      </p:sp>
      <p:sp>
        <p:nvSpPr>
          <p:cNvPr id="3" name="Sous-titre 2"/>
          <p:cNvSpPr>
            <a:spLocks noGrp="1"/>
          </p:cNvSpPr>
          <p:nvPr>
            <p:ph type="subTitle" idx="1"/>
          </p:nvPr>
        </p:nvSpPr>
        <p:spPr>
          <a:xfrm>
            <a:off x="2698395" y="4176878"/>
            <a:ext cx="8915399" cy="1126283"/>
          </a:xfrm>
        </p:spPr>
        <p:txBody>
          <a:bodyPr>
            <a:normAutofit/>
          </a:bodyPr>
          <a:lstStyle/>
          <a:p>
            <a:r>
              <a:rPr lang="fr-FR" sz="3600" dirty="0"/>
              <a:t>Les outils de management de projet</a:t>
            </a:r>
          </a:p>
        </p:txBody>
      </p:sp>
      <p:sp>
        <p:nvSpPr>
          <p:cNvPr id="5" name="Espace réservé du numéro de diapositive 4"/>
          <p:cNvSpPr>
            <a:spLocks noGrp="1"/>
          </p:cNvSpPr>
          <p:nvPr>
            <p:ph type="sldNum" sz="quarter" idx="12"/>
          </p:nvPr>
        </p:nvSpPr>
        <p:spPr/>
        <p:txBody>
          <a:bodyPr/>
          <a:lstStyle/>
          <a:p>
            <a:fld id="{C1A8D22D-4671-4607-98DC-1E05BB144CC2}" type="slidenum">
              <a:rPr lang="fr-FR" smtClean="0"/>
              <a:pPr/>
              <a:t>1</a:t>
            </a:fld>
            <a:endParaRPr lang="fr-FR"/>
          </a:p>
        </p:txBody>
      </p:sp>
    </p:spTree>
    <p:extLst>
      <p:ext uri="{BB962C8B-B14F-4D97-AF65-F5344CB8AC3E}">
        <p14:creationId xmlns:p14="http://schemas.microsoft.com/office/powerpoint/2010/main" val="1166154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997612" y="2110154"/>
            <a:ext cx="9507000" cy="3801068"/>
          </a:xfrm>
        </p:spPr>
        <p:txBody>
          <a:bodyPr>
            <a:normAutofit/>
          </a:bodyPr>
          <a:lstStyle/>
          <a:p>
            <a:pPr algn="ctr"/>
            <a:r>
              <a:rPr lang="fr-FR" sz="2800" dirty="0"/>
              <a:t>Le bon outil pour le bon usage... Comme pour bricoler, il est important de bien s'outiller pour traiter correctement les problématiques qui se posent à vous.</a:t>
            </a:r>
          </a:p>
        </p:txBody>
      </p:sp>
      <p:sp>
        <p:nvSpPr>
          <p:cNvPr id="4" name="Espace réservé du numéro de diapositive 3"/>
          <p:cNvSpPr>
            <a:spLocks noGrp="1"/>
          </p:cNvSpPr>
          <p:nvPr>
            <p:ph type="sldNum" sz="quarter" idx="12"/>
          </p:nvPr>
        </p:nvSpPr>
        <p:spPr/>
        <p:txBody>
          <a:bodyPr/>
          <a:lstStyle/>
          <a:p>
            <a:fld id="{C1A8D22D-4671-4607-98DC-1E05BB144CC2}" type="slidenum">
              <a:rPr lang="fr-FR" smtClean="0"/>
              <a:pPr/>
              <a:t>2</a:t>
            </a:fld>
            <a:endParaRPr lang="fr-FR"/>
          </a:p>
        </p:txBody>
      </p:sp>
    </p:spTree>
    <p:extLst>
      <p:ext uri="{BB962C8B-B14F-4D97-AF65-F5344CB8AC3E}">
        <p14:creationId xmlns:p14="http://schemas.microsoft.com/office/powerpoint/2010/main" val="1920830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p:cNvGraphicFramePr>
            <a:graphicFrameLocks noGrp="1"/>
          </p:cNvGraphicFramePr>
          <p:nvPr>
            <p:ph idx="1"/>
            <p:extLst>
              <p:ext uri="{D42A27DB-BD31-4B8C-83A1-F6EECF244321}">
                <p14:modId xmlns:p14="http://schemas.microsoft.com/office/powerpoint/2010/main" val="1882090750"/>
              </p:ext>
            </p:extLst>
          </p:nvPr>
        </p:nvGraphicFramePr>
        <p:xfrm>
          <a:off x="1583140" y="532263"/>
          <a:ext cx="10112991" cy="59913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numéro de diapositive 4"/>
          <p:cNvSpPr>
            <a:spLocks noGrp="1"/>
          </p:cNvSpPr>
          <p:nvPr>
            <p:ph type="sldNum" sz="quarter" idx="12"/>
          </p:nvPr>
        </p:nvSpPr>
        <p:spPr/>
        <p:txBody>
          <a:bodyPr/>
          <a:lstStyle/>
          <a:p>
            <a:fld id="{C1A8D22D-4671-4607-98DC-1E05BB144CC2}" type="slidenum">
              <a:rPr lang="fr-FR" smtClean="0"/>
              <a:pPr/>
              <a:t>3</a:t>
            </a:fld>
            <a:endParaRPr lang="fr-FR"/>
          </a:p>
        </p:txBody>
      </p:sp>
    </p:spTree>
    <p:extLst>
      <p:ext uri="{BB962C8B-B14F-4D97-AF65-F5344CB8AC3E}">
        <p14:creationId xmlns:p14="http://schemas.microsoft.com/office/powerpoint/2010/main" val="1108026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p:cNvSpPr>
            <a:spLocks noChangeArrowheads="1"/>
          </p:cNvSpPr>
          <p:nvPr/>
        </p:nvSpPr>
        <p:spPr bwMode="auto">
          <a:xfrm>
            <a:off x="1828799" y="152400"/>
            <a:ext cx="9990161" cy="1219200"/>
          </a:xfrm>
          <a:prstGeom prst="rect">
            <a:avLst/>
          </a:prstGeom>
          <a:noFill/>
          <a:ln w="9525">
            <a:noFill/>
            <a:miter lim="800000"/>
            <a:headEnd/>
            <a:tailEnd/>
          </a:ln>
        </p:spPr>
        <p:txBody>
          <a:bodyPr/>
          <a:lstStyle/>
          <a:p>
            <a:pPr marL="288925" indent="-288925">
              <a:defRPr/>
            </a:pPr>
            <a:r>
              <a:rPr lang="fr-CA" sz="2000" b="1" dirty="0">
                <a:solidFill>
                  <a:schemeClr val="accent2"/>
                </a:solidFill>
                <a:effectLst>
                  <a:outerShdw blurRad="38100" dist="38100" dir="2700000" algn="tl">
                    <a:srgbClr val="C0C0C0"/>
                  </a:outerShdw>
                </a:effectLst>
                <a:cs typeface="Times New Roman" pitchFamily="18" charset="0"/>
              </a:rPr>
              <a:t>Organigramme des Tâches (aussi appelé Structure de Fractionnement des Tâches du projet (SFT) ou </a:t>
            </a:r>
            <a:r>
              <a:rPr lang="fr-CA" sz="2000" b="1" dirty="0" err="1">
                <a:solidFill>
                  <a:schemeClr val="accent2"/>
                </a:solidFill>
                <a:effectLst>
                  <a:outerShdw blurRad="38100" dist="38100" dir="2700000" algn="tl">
                    <a:srgbClr val="C0C0C0"/>
                  </a:outerShdw>
                </a:effectLst>
                <a:cs typeface="Times New Roman" pitchFamily="18" charset="0"/>
              </a:rPr>
              <a:t>Work</a:t>
            </a:r>
            <a:r>
              <a:rPr lang="fr-CA" sz="2000" b="1" dirty="0">
                <a:solidFill>
                  <a:schemeClr val="accent2"/>
                </a:solidFill>
                <a:effectLst>
                  <a:outerShdw blurRad="38100" dist="38100" dir="2700000" algn="tl">
                    <a:srgbClr val="C0C0C0"/>
                  </a:outerShdw>
                </a:effectLst>
                <a:cs typeface="Times New Roman" pitchFamily="18" charset="0"/>
              </a:rPr>
              <a:t> Breakdown Structure (WBS))</a:t>
            </a:r>
          </a:p>
        </p:txBody>
      </p:sp>
      <p:sp>
        <p:nvSpPr>
          <p:cNvPr id="94212" name="Text Box 4"/>
          <p:cNvSpPr txBox="1">
            <a:spLocks noChangeArrowheads="1"/>
          </p:cNvSpPr>
          <p:nvPr/>
        </p:nvSpPr>
        <p:spPr bwMode="auto">
          <a:xfrm>
            <a:off x="5791200" y="4876801"/>
            <a:ext cx="685800" cy="1090613"/>
          </a:xfrm>
          <a:prstGeom prst="rect">
            <a:avLst/>
          </a:prstGeom>
          <a:noFill/>
          <a:ln w="9525">
            <a:solidFill>
              <a:schemeClr val="tx2"/>
            </a:solidFill>
            <a:miter lim="800000"/>
            <a:headEnd/>
            <a:tailEnd/>
          </a:ln>
        </p:spPr>
        <p:txBody>
          <a:bodyPr>
            <a:spAutoFit/>
          </a:bodyPr>
          <a:lstStyle/>
          <a:p>
            <a:pPr algn="ctr">
              <a:spcBef>
                <a:spcPct val="50000"/>
              </a:spcBef>
            </a:pPr>
            <a:r>
              <a:rPr lang="fr-CA" sz="1200" b="1">
                <a:solidFill>
                  <a:srgbClr val="267A2E"/>
                </a:solidFill>
              </a:rPr>
              <a:t>Bloc</a:t>
            </a:r>
          </a:p>
          <a:p>
            <a:pPr algn="ctr">
              <a:spcBef>
                <a:spcPct val="50000"/>
              </a:spcBef>
            </a:pPr>
            <a:r>
              <a:rPr lang="fr-CA" sz="1200" b="1">
                <a:solidFill>
                  <a:srgbClr val="267A2E"/>
                </a:solidFill>
              </a:rPr>
              <a:t>De</a:t>
            </a:r>
          </a:p>
          <a:p>
            <a:pPr algn="ctr">
              <a:spcBef>
                <a:spcPct val="50000"/>
              </a:spcBef>
            </a:pPr>
            <a:r>
              <a:rPr lang="fr-CA" sz="1200" b="1">
                <a:solidFill>
                  <a:srgbClr val="267A2E"/>
                </a:solidFill>
              </a:rPr>
              <a:t>Travail</a:t>
            </a:r>
            <a:r>
              <a:rPr lang="fr-CA" sz="1400" b="1">
                <a:solidFill>
                  <a:srgbClr val="267A2E"/>
                </a:solidFill>
              </a:rPr>
              <a:t> 1.2…</a:t>
            </a:r>
          </a:p>
        </p:txBody>
      </p:sp>
      <p:sp>
        <p:nvSpPr>
          <p:cNvPr id="94213" name="Text Box 5"/>
          <p:cNvSpPr txBox="1">
            <a:spLocks noChangeArrowheads="1"/>
          </p:cNvSpPr>
          <p:nvPr/>
        </p:nvSpPr>
        <p:spPr bwMode="auto">
          <a:xfrm>
            <a:off x="2129051" y="1164104"/>
            <a:ext cx="9266830" cy="400110"/>
          </a:xfrm>
          <a:prstGeom prst="rect">
            <a:avLst/>
          </a:prstGeom>
          <a:noFill/>
          <a:ln w="9525">
            <a:noFill/>
            <a:miter lim="800000"/>
            <a:headEnd/>
            <a:tailEnd/>
          </a:ln>
        </p:spPr>
        <p:txBody>
          <a:bodyPr wrap="square">
            <a:spAutoFit/>
          </a:bodyPr>
          <a:lstStyle/>
          <a:p>
            <a:pPr algn="ctr">
              <a:spcBef>
                <a:spcPct val="50000"/>
              </a:spcBef>
            </a:pPr>
            <a:r>
              <a:rPr lang="fr-CA" sz="2000" dirty="0"/>
              <a:t>Principe : subdiviser le projet en </a:t>
            </a:r>
            <a:r>
              <a:rPr lang="fr-CA" sz="2000" b="1" i="1" dirty="0">
                <a:solidFill>
                  <a:srgbClr val="22259C"/>
                </a:solidFill>
              </a:rPr>
              <a:t>lots de tâches</a:t>
            </a:r>
            <a:r>
              <a:rPr lang="fr-CA" sz="2000" dirty="0"/>
              <a:t> d’une façon logique</a:t>
            </a:r>
          </a:p>
        </p:txBody>
      </p:sp>
      <p:sp>
        <p:nvSpPr>
          <p:cNvPr id="94214" name="Text Box 6"/>
          <p:cNvSpPr txBox="1">
            <a:spLocks noChangeArrowheads="1"/>
          </p:cNvSpPr>
          <p:nvPr/>
        </p:nvSpPr>
        <p:spPr bwMode="auto">
          <a:xfrm>
            <a:off x="6781800" y="2286000"/>
            <a:ext cx="1752600" cy="369332"/>
          </a:xfrm>
          <a:prstGeom prst="rect">
            <a:avLst/>
          </a:prstGeom>
          <a:noFill/>
          <a:ln w="9525">
            <a:solidFill>
              <a:schemeClr val="tx2"/>
            </a:solidFill>
            <a:miter lim="800000"/>
            <a:headEnd/>
            <a:tailEnd/>
          </a:ln>
          <a:effectLst/>
        </p:spPr>
        <p:txBody>
          <a:bodyPr>
            <a:spAutoFit/>
          </a:bodyPr>
          <a:lstStyle/>
          <a:p>
            <a:pPr algn="ctr">
              <a:spcBef>
                <a:spcPct val="50000"/>
              </a:spcBef>
              <a:defRPr/>
            </a:pPr>
            <a:r>
              <a:rPr lang="fr-CA" b="1">
                <a:effectLst>
                  <a:outerShdw blurRad="38100" dist="38100" dir="2700000" algn="tl">
                    <a:srgbClr val="C0C0C0"/>
                  </a:outerShdw>
                </a:effectLst>
              </a:rPr>
              <a:t>Projet X</a:t>
            </a:r>
          </a:p>
        </p:txBody>
      </p:sp>
      <p:sp>
        <p:nvSpPr>
          <p:cNvPr id="94215" name="Text Box 7"/>
          <p:cNvSpPr txBox="1">
            <a:spLocks noChangeArrowheads="1"/>
          </p:cNvSpPr>
          <p:nvPr/>
        </p:nvSpPr>
        <p:spPr bwMode="auto">
          <a:xfrm>
            <a:off x="5257800" y="2971800"/>
            <a:ext cx="914400" cy="400110"/>
          </a:xfrm>
          <a:prstGeom prst="rect">
            <a:avLst/>
          </a:prstGeom>
          <a:noFill/>
          <a:ln w="9525">
            <a:solidFill>
              <a:schemeClr val="tx2"/>
            </a:solidFill>
            <a:miter lim="800000"/>
            <a:headEnd/>
            <a:tailEnd/>
          </a:ln>
        </p:spPr>
        <p:txBody>
          <a:bodyPr wrap="square">
            <a:spAutoFit/>
          </a:bodyPr>
          <a:lstStyle/>
          <a:p>
            <a:pPr algn="ctr">
              <a:spcBef>
                <a:spcPct val="50000"/>
              </a:spcBef>
            </a:pPr>
            <a:r>
              <a:rPr lang="fr-CA" sz="2000" dirty="0">
                <a:solidFill>
                  <a:srgbClr val="FF0000"/>
                </a:solidFill>
              </a:rPr>
              <a:t>Lot 1</a:t>
            </a:r>
          </a:p>
        </p:txBody>
      </p:sp>
      <p:sp>
        <p:nvSpPr>
          <p:cNvPr id="94216" name="Text Box 8"/>
          <p:cNvSpPr txBox="1">
            <a:spLocks noChangeArrowheads="1"/>
          </p:cNvSpPr>
          <p:nvPr/>
        </p:nvSpPr>
        <p:spPr bwMode="auto">
          <a:xfrm>
            <a:off x="7391400" y="2946400"/>
            <a:ext cx="838200" cy="406400"/>
          </a:xfrm>
          <a:prstGeom prst="rect">
            <a:avLst/>
          </a:prstGeom>
          <a:noFill/>
          <a:ln w="9525">
            <a:solidFill>
              <a:schemeClr val="tx2"/>
            </a:solidFill>
            <a:miter lim="800000"/>
            <a:headEnd/>
            <a:tailEnd/>
          </a:ln>
        </p:spPr>
        <p:txBody>
          <a:bodyPr>
            <a:spAutoFit/>
          </a:bodyPr>
          <a:lstStyle/>
          <a:p>
            <a:pPr algn="ctr">
              <a:spcBef>
                <a:spcPct val="50000"/>
              </a:spcBef>
            </a:pPr>
            <a:r>
              <a:rPr lang="fr-CA" sz="2000">
                <a:solidFill>
                  <a:srgbClr val="FF0000"/>
                </a:solidFill>
              </a:rPr>
              <a:t>Lot 2</a:t>
            </a:r>
          </a:p>
        </p:txBody>
      </p:sp>
      <p:sp>
        <p:nvSpPr>
          <p:cNvPr id="94217" name="Text Box 9"/>
          <p:cNvSpPr txBox="1">
            <a:spLocks noChangeArrowheads="1"/>
          </p:cNvSpPr>
          <p:nvPr/>
        </p:nvSpPr>
        <p:spPr bwMode="auto">
          <a:xfrm>
            <a:off x="9372600" y="2971800"/>
            <a:ext cx="838200" cy="406400"/>
          </a:xfrm>
          <a:prstGeom prst="rect">
            <a:avLst/>
          </a:prstGeom>
          <a:noFill/>
          <a:ln w="9525">
            <a:solidFill>
              <a:schemeClr val="tx2"/>
            </a:solidFill>
            <a:miter lim="800000"/>
            <a:headEnd/>
            <a:tailEnd/>
          </a:ln>
        </p:spPr>
        <p:txBody>
          <a:bodyPr>
            <a:spAutoFit/>
          </a:bodyPr>
          <a:lstStyle/>
          <a:p>
            <a:pPr algn="ctr">
              <a:spcBef>
                <a:spcPct val="50000"/>
              </a:spcBef>
            </a:pPr>
            <a:r>
              <a:rPr lang="fr-CA" sz="2000">
                <a:solidFill>
                  <a:srgbClr val="FF0000"/>
                </a:solidFill>
              </a:rPr>
              <a:t>Lot N</a:t>
            </a:r>
          </a:p>
        </p:txBody>
      </p:sp>
      <p:sp>
        <p:nvSpPr>
          <p:cNvPr id="94218" name="Text Box 10"/>
          <p:cNvSpPr txBox="1">
            <a:spLocks noChangeArrowheads="1"/>
          </p:cNvSpPr>
          <p:nvPr/>
        </p:nvSpPr>
        <p:spPr bwMode="auto">
          <a:xfrm>
            <a:off x="4838701" y="3657600"/>
            <a:ext cx="876299" cy="590550"/>
          </a:xfrm>
          <a:prstGeom prst="rect">
            <a:avLst/>
          </a:prstGeom>
          <a:noFill/>
          <a:ln w="9525">
            <a:solidFill>
              <a:schemeClr val="tx2"/>
            </a:solidFill>
            <a:miter lim="800000"/>
            <a:headEnd/>
            <a:tailEnd/>
          </a:ln>
        </p:spPr>
        <p:txBody>
          <a:bodyPr wrap="square">
            <a:spAutoFit/>
          </a:bodyPr>
          <a:lstStyle/>
          <a:p>
            <a:pPr algn="ctr">
              <a:spcBef>
                <a:spcPct val="50000"/>
              </a:spcBef>
            </a:pPr>
            <a:r>
              <a:rPr lang="fr-CA" sz="1600" dirty="0">
                <a:solidFill>
                  <a:srgbClr val="22259C"/>
                </a:solidFill>
              </a:rPr>
              <a:t>Tâche 1.1</a:t>
            </a:r>
          </a:p>
        </p:txBody>
      </p:sp>
      <p:sp>
        <p:nvSpPr>
          <p:cNvPr id="94219" name="Text Box 11"/>
          <p:cNvSpPr txBox="1">
            <a:spLocks noChangeArrowheads="1"/>
          </p:cNvSpPr>
          <p:nvPr/>
        </p:nvSpPr>
        <p:spPr bwMode="auto">
          <a:xfrm>
            <a:off x="5791199" y="3657600"/>
            <a:ext cx="838199" cy="590550"/>
          </a:xfrm>
          <a:prstGeom prst="rect">
            <a:avLst/>
          </a:prstGeom>
          <a:noFill/>
          <a:ln w="9525">
            <a:solidFill>
              <a:schemeClr val="tx2"/>
            </a:solidFill>
            <a:miter lim="800000"/>
            <a:headEnd/>
            <a:tailEnd/>
          </a:ln>
        </p:spPr>
        <p:txBody>
          <a:bodyPr wrap="square">
            <a:spAutoFit/>
          </a:bodyPr>
          <a:lstStyle/>
          <a:p>
            <a:pPr algn="ctr">
              <a:spcBef>
                <a:spcPct val="50000"/>
              </a:spcBef>
            </a:pPr>
            <a:r>
              <a:rPr lang="fr-CA" sz="1600" dirty="0">
                <a:solidFill>
                  <a:srgbClr val="22259C"/>
                </a:solidFill>
              </a:rPr>
              <a:t>Tâche 1.2</a:t>
            </a:r>
          </a:p>
        </p:txBody>
      </p:sp>
      <p:sp>
        <p:nvSpPr>
          <p:cNvPr id="94220" name="Text Box 12"/>
          <p:cNvSpPr txBox="1">
            <a:spLocks noChangeArrowheads="1"/>
          </p:cNvSpPr>
          <p:nvPr/>
        </p:nvSpPr>
        <p:spPr bwMode="auto">
          <a:xfrm>
            <a:off x="6705599" y="3657600"/>
            <a:ext cx="914397" cy="590550"/>
          </a:xfrm>
          <a:prstGeom prst="rect">
            <a:avLst/>
          </a:prstGeom>
          <a:noFill/>
          <a:ln w="9525">
            <a:solidFill>
              <a:schemeClr val="tx2"/>
            </a:solidFill>
            <a:miter lim="800000"/>
            <a:headEnd/>
            <a:tailEnd/>
          </a:ln>
        </p:spPr>
        <p:txBody>
          <a:bodyPr wrap="square">
            <a:spAutoFit/>
          </a:bodyPr>
          <a:lstStyle/>
          <a:p>
            <a:pPr algn="ctr">
              <a:spcBef>
                <a:spcPct val="50000"/>
              </a:spcBef>
            </a:pPr>
            <a:r>
              <a:rPr lang="fr-CA" sz="1600" dirty="0">
                <a:solidFill>
                  <a:srgbClr val="22259C"/>
                </a:solidFill>
              </a:rPr>
              <a:t>Tâche 2.1</a:t>
            </a:r>
          </a:p>
        </p:txBody>
      </p:sp>
      <p:sp>
        <p:nvSpPr>
          <p:cNvPr id="94221" name="Text Box 13"/>
          <p:cNvSpPr txBox="1">
            <a:spLocks noChangeArrowheads="1"/>
          </p:cNvSpPr>
          <p:nvPr/>
        </p:nvSpPr>
        <p:spPr bwMode="auto">
          <a:xfrm>
            <a:off x="2587388" y="2971800"/>
            <a:ext cx="1603612" cy="400110"/>
          </a:xfrm>
          <a:prstGeom prst="rect">
            <a:avLst/>
          </a:prstGeom>
          <a:noFill/>
          <a:ln w="9525">
            <a:solidFill>
              <a:schemeClr val="tx2"/>
            </a:solidFill>
            <a:miter lim="800000"/>
            <a:headEnd/>
            <a:tailEnd/>
          </a:ln>
          <a:effectLst/>
        </p:spPr>
        <p:txBody>
          <a:bodyPr wrap="square">
            <a:spAutoFit/>
          </a:bodyPr>
          <a:lstStyle/>
          <a:p>
            <a:pPr>
              <a:spcBef>
                <a:spcPct val="50000"/>
              </a:spcBef>
              <a:defRPr/>
            </a:pPr>
            <a:r>
              <a:rPr lang="fr-CA" sz="2000" b="1" dirty="0">
                <a:solidFill>
                  <a:srgbClr val="FF0000"/>
                </a:solidFill>
                <a:effectLst>
                  <a:outerShdw blurRad="38100" dist="38100" dir="2700000" algn="tl">
                    <a:srgbClr val="C0C0C0"/>
                  </a:outerShdw>
                </a:effectLst>
              </a:rPr>
              <a:t>Niveau 1</a:t>
            </a:r>
          </a:p>
        </p:txBody>
      </p:sp>
      <p:sp>
        <p:nvSpPr>
          <p:cNvPr id="94222" name="Text Box 14"/>
          <p:cNvSpPr txBox="1">
            <a:spLocks noChangeArrowheads="1"/>
          </p:cNvSpPr>
          <p:nvPr/>
        </p:nvSpPr>
        <p:spPr bwMode="auto">
          <a:xfrm>
            <a:off x="2628902" y="3679686"/>
            <a:ext cx="1447799" cy="400110"/>
          </a:xfrm>
          <a:prstGeom prst="rect">
            <a:avLst/>
          </a:prstGeom>
          <a:noFill/>
          <a:ln w="9525">
            <a:solidFill>
              <a:schemeClr val="tx2"/>
            </a:solidFill>
            <a:miter lim="800000"/>
            <a:headEnd/>
            <a:tailEnd/>
          </a:ln>
          <a:effectLst/>
        </p:spPr>
        <p:txBody>
          <a:bodyPr wrap="square">
            <a:spAutoFit/>
          </a:bodyPr>
          <a:lstStyle/>
          <a:p>
            <a:pPr algn="ctr">
              <a:spcBef>
                <a:spcPct val="50000"/>
              </a:spcBef>
              <a:defRPr/>
            </a:pPr>
            <a:r>
              <a:rPr lang="fr-CA" sz="2000" b="1" dirty="0">
                <a:solidFill>
                  <a:srgbClr val="22259C"/>
                </a:solidFill>
                <a:effectLst>
                  <a:outerShdw blurRad="38100" dist="38100" dir="2700000" algn="tl">
                    <a:srgbClr val="C0C0C0"/>
                  </a:outerShdw>
                </a:effectLst>
              </a:rPr>
              <a:t>Niveau 2</a:t>
            </a:r>
          </a:p>
        </p:txBody>
      </p:sp>
      <p:sp>
        <p:nvSpPr>
          <p:cNvPr id="94223" name="Text Box 15"/>
          <p:cNvSpPr txBox="1">
            <a:spLocks noChangeArrowheads="1"/>
          </p:cNvSpPr>
          <p:nvPr/>
        </p:nvSpPr>
        <p:spPr bwMode="auto">
          <a:xfrm>
            <a:off x="2705101" y="4895851"/>
            <a:ext cx="1295400" cy="406400"/>
          </a:xfrm>
          <a:prstGeom prst="rect">
            <a:avLst/>
          </a:prstGeom>
          <a:noFill/>
          <a:ln w="9525">
            <a:solidFill>
              <a:schemeClr val="tx2"/>
            </a:solidFill>
            <a:miter lim="800000"/>
            <a:headEnd/>
            <a:tailEnd/>
          </a:ln>
          <a:effectLst/>
        </p:spPr>
        <p:txBody>
          <a:bodyPr>
            <a:spAutoFit/>
          </a:bodyPr>
          <a:lstStyle/>
          <a:p>
            <a:pPr>
              <a:spcBef>
                <a:spcPct val="50000"/>
              </a:spcBef>
              <a:defRPr/>
            </a:pPr>
            <a:r>
              <a:rPr lang="fr-CA" sz="2000" b="1" dirty="0">
                <a:solidFill>
                  <a:srgbClr val="267A2E"/>
                </a:solidFill>
                <a:effectLst>
                  <a:outerShdw blurRad="38100" dist="38100" dir="2700000" algn="tl">
                    <a:srgbClr val="C0C0C0"/>
                  </a:outerShdw>
                </a:effectLst>
              </a:rPr>
              <a:t>Niveau 3</a:t>
            </a:r>
          </a:p>
        </p:txBody>
      </p:sp>
      <p:grpSp>
        <p:nvGrpSpPr>
          <p:cNvPr id="2" name="Group 16"/>
          <p:cNvGrpSpPr>
            <a:grpSpLocks/>
          </p:cNvGrpSpPr>
          <p:nvPr/>
        </p:nvGrpSpPr>
        <p:grpSpPr bwMode="auto">
          <a:xfrm>
            <a:off x="5334000" y="3352800"/>
            <a:ext cx="838200" cy="304800"/>
            <a:chOff x="2400" y="2112"/>
            <a:chExt cx="528" cy="192"/>
          </a:xfrm>
        </p:grpSpPr>
        <p:sp>
          <p:nvSpPr>
            <p:cNvPr id="84016" name="Line 17"/>
            <p:cNvSpPr>
              <a:spLocks noChangeShapeType="1"/>
            </p:cNvSpPr>
            <p:nvPr/>
          </p:nvSpPr>
          <p:spPr bwMode="auto">
            <a:xfrm flipH="1">
              <a:off x="2400" y="2112"/>
              <a:ext cx="192" cy="192"/>
            </a:xfrm>
            <a:prstGeom prst="line">
              <a:avLst/>
            </a:prstGeom>
            <a:noFill/>
            <a:ln w="9525">
              <a:solidFill>
                <a:schemeClr val="tx2"/>
              </a:solidFill>
              <a:round/>
              <a:headEnd/>
              <a:tailEnd type="triangle" w="med" len="med"/>
            </a:ln>
          </p:spPr>
          <p:txBody>
            <a:bodyPr/>
            <a:lstStyle/>
            <a:p>
              <a:endParaRPr lang="fr-CA"/>
            </a:p>
          </p:txBody>
        </p:sp>
        <p:sp>
          <p:nvSpPr>
            <p:cNvPr id="84017" name="Line 18"/>
            <p:cNvSpPr>
              <a:spLocks noChangeShapeType="1"/>
            </p:cNvSpPr>
            <p:nvPr/>
          </p:nvSpPr>
          <p:spPr bwMode="auto">
            <a:xfrm>
              <a:off x="2784" y="2112"/>
              <a:ext cx="144" cy="192"/>
            </a:xfrm>
            <a:prstGeom prst="line">
              <a:avLst/>
            </a:prstGeom>
            <a:noFill/>
            <a:ln w="9525">
              <a:solidFill>
                <a:schemeClr val="tx2"/>
              </a:solidFill>
              <a:round/>
              <a:headEnd/>
              <a:tailEnd type="triangle" w="med" len="med"/>
            </a:ln>
          </p:spPr>
          <p:txBody>
            <a:bodyPr/>
            <a:lstStyle/>
            <a:p>
              <a:endParaRPr lang="fr-CA"/>
            </a:p>
          </p:txBody>
        </p:sp>
      </p:grpSp>
      <p:sp>
        <p:nvSpPr>
          <p:cNvPr id="94227" name="Text Box 19"/>
          <p:cNvSpPr txBox="1">
            <a:spLocks noChangeArrowheads="1"/>
          </p:cNvSpPr>
          <p:nvPr/>
        </p:nvSpPr>
        <p:spPr bwMode="auto">
          <a:xfrm>
            <a:off x="7612343" y="3657600"/>
            <a:ext cx="838201" cy="590550"/>
          </a:xfrm>
          <a:prstGeom prst="rect">
            <a:avLst/>
          </a:prstGeom>
          <a:noFill/>
          <a:ln w="9525">
            <a:solidFill>
              <a:schemeClr val="tx2"/>
            </a:solidFill>
            <a:miter lim="800000"/>
            <a:headEnd/>
            <a:tailEnd/>
          </a:ln>
        </p:spPr>
        <p:txBody>
          <a:bodyPr wrap="square">
            <a:spAutoFit/>
          </a:bodyPr>
          <a:lstStyle/>
          <a:p>
            <a:pPr algn="ctr">
              <a:spcBef>
                <a:spcPct val="50000"/>
              </a:spcBef>
            </a:pPr>
            <a:r>
              <a:rPr lang="fr-CA" sz="1600" dirty="0">
                <a:solidFill>
                  <a:srgbClr val="22259C"/>
                </a:solidFill>
              </a:rPr>
              <a:t>Tâche 2.2</a:t>
            </a:r>
          </a:p>
        </p:txBody>
      </p:sp>
      <p:sp>
        <p:nvSpPr>
          <p:cNvPr id="94228" name="Text Box 20"/>
          <p:cNvSpPr txBox="1">
            <a:spLocks noChangeArrowheads="1"/>
          </p:cNvSpPr>
          <p:nvPr/>
        </p:nvSpPr>
        <p:spPr bwMode="auto">
          <a:xfrm>
            <a:off x="8548357" y="3657600"/>
            <a:ext cx="824240" cy="590550"/>
          </a:xfrm>
          <a:prstGeom prst="rect">
            <a:avLst/>
          </a:prstGeom>
          <a:noFill/>
          <a:ln w="9525">
            <a:solidFill>
              <a:schemeClr val="tx2"/>
            </a:solidFill>
            <a:miter lim="800000"/>
            <a:headEnd/>
            <a:tailEnd/>
          </a:ln>
        </p:spPr>
        <p:txBody>
          <a:bodyPr wrap="square">
            <a:spAutoFit/>
          </a:bodyPr>
          <a:lstStyle/>
          <a:p>
            <a:pPr algn="ctr">
              <a:spcBef>
                <a:spcPct val="50000"/>
              </a:spcBef>
            </a:pPr>
            <a:r>
              <a:rPr lang="fr-CA" sz="1600">
                <a:solidFill>
                  <a:srgbClr val="22259C"/>
                </a:solidFill>
              </a:rPr>
              <a:t>Tâche 2.3</a:t>
            </a:r>
          </a:p>
        </p:txBody>
      </p:sp>
      <p:grpSp>
        <p:nvGrpSpPr>
          <p:cNvPr id="3" name="Group 21"/>
          <p:cNvGrpSpPr>
            <a:grpSpLocks/>
          </p:cNvGrpSpPr>
          <p:nvPr/>
        </p:nvGrpSpPr>
        <p:grpSpPr bwMode="auto">
          <a:xfrm>
            <a:off x="6934200" y="3352800"/>
            <a:ext cx="1828800" cy="304800"/>
            <a:chOff x="3408" y="2112"/>
            <a:chExt cx="1152" cy="192"/>
          </a:xfrm>
        </p:grpSpPr>
        <p:sp>
          <p:nvSpPr>
            <p:cNvPr id="84013" name="Line 22"/>
            <p:cNvSpPr>
              <a:spLocks noChangeShapeType="1"/>
            </p:cNvSpPr>
            <p:nvPr/>
          </p:nvSpPr>
          <p:spPr bwMode="auto">
            <a:xfrm>
              <a:off x="3984" y="2112"/>
              <a:ext cx="0" cy="192"/>
            </a:xfrm>
            <a:prstGeom prst="line">
              <a:avLst/>
            </a:prstGeom>
            <a:noFill/>
            <a:ln w="9525">
              <a:solidFill>
                <a:schemeClr val="tx2"/>
              </a:solidFill>
              <a:round/>
              <a:headEnd/>
              <a:tailEnd type="triangle" w="med" len="med"/>
            </a:ln>
          </p:spPr>
          <p:txBody>
            <a:bodyPr/>
            <a:lstStyle/>
            <a:p>
              <a:endParaRPr lang="fr-CA"/>
            </a:p>
          </p:txBody>
        </p:sp>
        <p:sp>
          <p:nvSpPr>
            <p:cNvPr id="84014" name="Line 23"/>
            <p:cNvSpPr>
              <a:spLocks noChangeShapeType="1"/>
            </p:cNvSpPr>
            <p:nvPr/>
          </p:nvSpPr>
          <p:spPr bwMode="auto">
            <a:xfrm flipH="1">
              <a:off x="3408" y="2112"/>
              <a:ext cx="288" cy="192"/>
            </a:xfrm>
            <a:prstGeom prst="line">
              <a:avLst/>
            </a:prstGeom>
            <a:noFill/>
            <a:ln w="9525">
              <a:solidFill>
                <a:schemeClr val="tx2"/>
              </a:solidFill>
              <a:round/>
              <a:headEnd/>
              <a:tailEnd type="triangle" w="med" len="med"/>
            </a:ln>
          </p:spPr>
          <p:txBody>
            <a:bodyPr/>
            <a:lstStyle/>
            <a:p>
              <a:endParaRPr lang="fr-CA"/>
            </a:p>
          </p:txBody>
        </p:sp>
        <p:sp>
          <p:nvSpPr>
            <p:cNvPr id="84015" name="Line 24"/>
            <p:cNvSpPr>
              <a:spLocks noChangeShapeType="1"/>
            </p:cNvSpPr>
            <p:nvPr/>
          </p:nvSpPr>
          <p:spPr bwMode="auto">
            <a:xfrm>
              <a:off x="4224" y="2112"/>
              <a:ext cx="336" cy="192"/>
            </a:xfrm>
            <a:prstGeom prst="line">
              <a:avLst/>
            </a:prstGeom>
            <a:noFill/>
            <a:ln w="9525">
              <a:solidFill>
                <a:schemeClr val="tx2"/>
              </a:solidFill>
              <a:round/>
              <a:headEnd/>
              <a:tailEnd type="triangle" w="med" len="med"/>
            </a:ln>
          </p:spPr>
          <p:txBody>
            <a:bodyPr/>
            <a:lstStyle/>
            <a:p>
              <a:endParaRPr lang="fr-CA"/>
            </a:p>
          </p:txBody>
        </p:sp>
      </p:grpSp>
      <p:sp>
        <p:nvSpPr>
          <p:cNvPr id="94233" name="Text Box 25"/>
          <p:cNvSpPr txBox="1">
            <a:spLocks noChangeArrowheads="1"/>
          </p:cNvSpPr>
          <p:nvPr/>
        </p:nvSpPr>
        <p:spPr bwMode="auto">
          <a:xfrm>
            <a:off x="4953000" y="4876801"/>
            <a:ext cx="685800" cy="1108075"/>
          </a:xfrm>
          <a:prstGeom prst="rect">
            <a:avLst/>
          </a:prstGeom>
          <a:noFill/>
          <a:ln w="9525">
            <a:solidFill>
              <a:schemeClr val="tx2"/>
            </a:solidFill>
            <a:miter lim="800000"/>
            <a:headEnd/>
            <a:tailEnd/>
          </a:ln>
        </p:spPr>
        <p:txBody>
          <a:bodyPr>
            <a:spAutoFit/>
          </a:bodyPr>
          <a:lstStyle/>
          <a:p>
            <a:pPr algn="ctr">
              <a:spcBef>
                <a:spcPct val="50000"/>
              </a:spcBef>
            </a:pPr>
            <a:r>
              <a:rPr lang="fr-CA" sz="1200" b="1">
                <a:solidFill>
                  <a:srgbClr val="267A2E"/>
                </a:solidFill>
              </a:rPr>
              <a:t>Bloc</a:t>
            </a:r>
          </a:p>
          <a:p>
            <a:pPr algn="ctr">
              <a:spcBef>
                <a:spcPct val="50000"/>
              </a:spcBef>
            </a:pPr>
            <a:r>
              <a:rPr lang="fr-CA" sz="1200" b="1">
                <a:solidFill>
                  <a:srgbClr val="267A2E"/>
                </a:solidFill>
              </a:rPr>
              <a:t>De</a:t>
            </a:r>
          </a:p>
          <a:p>
            <a:pPr algn="ctr">
              <a:spcBef>
                <a:spcPct val="50000"/>
              </a:spcBef>
            </a:pPr>
            <a:r>
              <a:rPr lang="fr-CA" sz="1200" b="1">
                <a:solidFill>
                  <a:srgbClr val="267A2E"/>
                </a:solidFill>
              </a:rPr>
              <a:t>Travail</a:t>
            </a:r>
          </a:p>
          <a:p>
            <a:pPr algn="ctr">
              <a:spcBef>
                <a:spcPct val="50000"/>
              </a:spcBef>
            </a:pPr>
            <a:r>
              <a:rPr lang="fr-CA" sz="1200" b="1">
                <a:solidFill>
                  <a:srgbClr val="267A2E"/>
                </a:solidFill>
              </a:rPr>
              <a:t> 1.1…</a:t>
            </a:r>
          </a:p>
        </p:txBody>
      </p:sp>
      <p:grpSp>
        <p:nvGrpSpPr>
          <p:cNvPr id="4" name="Group 26"/>
          <p:cNvGrpSpPr>
            <a:grpSpLocks/>
          </p:cNvGrpSpPr>
          <p:nvPr/>
        </p:nvGrpSpPr>
        <p:grpSpPr bwMode="auto">
          <a:xfrm>
            <a:off x="9753600" y="3429000"/>
            <a:ext cx="609600" cy="304800"/>
            <a:chOff x="5184" y="2160"/>
            <a:chExt cx="384" cy="192"/>
          </a:xfrm>
        </p:grpSpPr>
        <p:sp>
          <p:nvSpPr>
            <p:cNvPr id="84010" name="Line 27"/>
            <p:cNvSpPr>
              <a:spLocks noChangeShapeType="1"/>
            </p:cNvSpPr>
            <p:nvPr/>
          </p:nvSpPr>
          <p:spPr bwMode="auto">
            <a:xfrm>
              <a:off x="5472" y="2160"/>
              <a:ext cx="96" cy="144"/>
            </a:xfrm>
            <a:prstGeom prst="line">
              <a:avLst/>
            </a:prstGeom>
            <a:noFill/>
            <a:ln w="9525">
              <a:solidFill>
                <a:schemeClr val="tx2"/>
              </a:solidFill>
              <a:round/>
              <a:headEnd/>
              <a:tailEnd type="triangle" w="med" len="med"/>
            </a:ln>
          </p:spPr>
          <p:txBody>
            <a:bodyPr/>
            <a:lstStyle/>
            <a:p>
              <a:endParaRPr lang="fr-CA"/>
            </a:p>
          </p:txBody>
        </p:sp>
        <p:sp>
          <p:nvSpPr>
            <p:cNvPr id="84011" name="Line 28"/>
            <p:cNvSpPr>
              <a:spLocks noChangeShapeType="1"/>
            </p:cNvSpPr>
            <p:nvPr/>
          </p:nvSpPr>
          <p:spPr bwMode="auto">
            <a:xfrm>
              <a:off x="5184" y="2160"/>
              <a:ext cx="0" cy="192"/>
            </a:xfrm>
            <a:prstGeom prst="line">
              <a:avLst/>
            </a:prstGeom>
            <a:noFill/>
            <a:ln w="9525">
              <a:solidFill>
                <a:schemeClr val="tx2"/>
              </a:solidFill>
              <a:round/>
              <a:headEnd/>
              <a:tailEnd type="triangle" w="med" len="med"/>
            </a:ln>
          </p:spPr>
          <p:txBody>
            <a:bodyPr/>
            <a:lstStyle/>
            <a:p>
              <a:endParaRPr lang="fr-CA"/>
            </a:p>
          </p:txBody>
        </p:sp>
        <p:sp>
          <p:nvSpPr>
            <p:cNvPr id="84012" name="Line 29"/>
            <p:cNvSpPr>
              <a:spLocks noChangeShapeType="1"/>
            </p:cNvSpPr>
            <p:nvPr/>
          </p:nvSpPr>
          <p:spPr bwMode="auto">
            <a:xfrm>
              <a:off x="5328" y="2160"/>
              <a:ext cx="0" cy="192"/>
            </a:xfrm>
            <a:prstGeom prst="line">
              <a:avLst/>
            </a:prstGeom>
            <a:noFill/>
            <a:ln w="9525">
              <a:solidFill>
                <a:schemeClr val="tx2"/>
              </a:solidFill>
              <a:round/>
              <a:headEnd/>
              <a:tailEnd type="triangle" w="med" len="med"/>
            </a:ln>
          </p:spPr>
          <p:txBody>
            <a:bodyPr/>
            <a:lstStyle/>
            <a:p>
              <a:endParaRPr lang="fr-CA"/>
            </a:p>
          </p:txBody>
        </p:sp>
      </p:grpSp>
      <p:sp>
        <p:nvSpPr>
          <p:cNvPr id="94238" name="Text Box 30"/>
          <p:cNvSpPr txBox="1">
            <a:spLocks noChangeArrowheads="1"/>
          </p:cNvSpPr>
          <p:nvPr/>
        </p:nvSpPr>
        <p:spPr bwMode="auto">
          <a:xfrm>
            <a:off x="6705600" y="4895851"/>
            <a:ext cx="685800" cy="1090613"/>
          </a:xfrm>
          <a:prstGeom prst="rect">
            <a:avLst/>
          </a:prstGeom>
          <a:noFill/>
          <a:ln w="9525">
            <a:solidFill>
              <a:schemeClr val="tx2"/>
            </a:solidFill>
            <a:miter lim="800000"/>
            <a:headEnd/>
            <a:tailEnd/>
          </a:ln>
        </p:spPr>
        <p:txBody>
          <a:bodyPr>
            <a:spAutoFit/>
          </a:bodyPr>
          <a:lstStyle/>
          <a:p>
            <a:pPr algn="ctr">
              <a:spcBef>
                <a:spcPct val="50000"/>
              </a:spcBef>
            </a:pPr>
            <a:r>
              <a:rPr lang="fr-CA" sz="1200" b="1">
                <a:solidFill>
                  <a:srgbClr val="267A2E"/>
                </a:solidFill>
              </a:rPr>
              <a:t>Bloc</a:t>
            </a:r>
          </a:p>
          <a:p>
            <a:pPr algn="ctr">
              <a:spcBef>
                <a:spcPct val="50000"/>
              </a:spcBef>
            </a:pPr>
            <a:r>
              <a:rPr lang="fr-CA" sz="1200" b="1">
                <a:solidFill>
                  <a:srgbClr val="267A2E"/>
                </a:solidFill>
              </a:rPr>
              <a:t>De</a:t>
            </a:r>
          </a:p>
          <a:p>
            <a:pPr algn="ctr">
              <a:spcBef>
                <a:spcPct val="50000"/>
              </a:spcBef>
            </a:pPr>
            <a:r>
              <a:rPr lang="fr-CA" sz="1200" b="1">
                <a:solidFill>
                  <a:srgbClr val="267A2E"/>
                </a:solidFill>
              </a:rPr>
              <a:t>Travail</a:t>
            </a:r>
            <a:r>
              <a:rPr lang="fr-CA" sz="1400" b="1">
                <a:solidFill>
                  <a:srgbClr val="267A2E"/>
                </a:solidFill>
              </a:rPr>
              <a:t> 2.1…</a:t>
            </a:r>
          </a:p>
        </p:txBody>
      </p:sp>
      <p:sp>
        <p:nvSpPr>
          <p:cNvPr id="94239" name="Text Box 31"/>
          <p:cNvSpPr txBox="1">
            <a:spLocks noChangeArrowheads="1"/>
          </p:cNvSpPr>
          <p:nvPr/>
        </p:nvSpPr>
        <p:spPr bwMode="auto">
          <a:xfrm>
            <a:off x="7543800" y="4895851"/>
            <a:ext cx="685800" cy="1090613"/>
          </a:xfrm>
          <a:prstGeom prst="rect">
            <a:avLst/>
          </a:prstGeom>
          <a:noFill/>
          <a:ln w="9525">
            <a:solidFill>
              <a:schemeClr val="tx2"/>
            </a:solidFill>
            <a:miter lim="800000"/>
            <a:headEnd/>
            <a:tailEnd/>
          </a:ln>
        </p:spPr>
        <p:txBody>
          <a:bodyPr>
            <a:spAutoFit/>
          </a:bodyPr>
          <a:lstStyle/>
          <a:p>
            <a:pPr algn="ctr">
              <a:spcBef>
                <a:spcPct val="50000"/>
              </a:spcBef>
            </a:pPr>
            <a:r>
              <a:rPr lang="fr-CA" sz="1200" b="1">
                <a:solidFill>
                  <a:srgbClr val="267A2E"/>
                </a:solidFill>
              </a:rPr>
              <a:t>Bloc</a:t>
            </a:r>
          </a:p>
          <a:p>
            <a:pPr algn="ctr">
              <a:spcBef>
                <a:spcPct val="50000"/>
              </a:spcBef>
            </a:pPr>
            <a:r>
              <a:rPr lang="fr-CA" sz="1200" b="1">
                <a:solidFill>
                  <a:srgbClr val="267A2E"/>
                </a:solidFill>
              </a:rPr>
              <a:t>De</a:t>
            </a:r>
          </a:p>
          <a:p>
            <a:pPr algn="ctr">
              <a:spcBef>
                <a:spcPct val="50000"/>
              </a:spcBef>
            </a:pPr>
            <a:r>
              <a:rPr lang="fr-CA" sz="1200" b="1">
                <a:solidFill>
                  <a:srgbClr val="267A2E"/>
                </a:solidFill>
              </a:rPr>
              <a:t>Travail</a:t>
            </a:r>
            <a:r>
              <a:rPr lang="fr-CA" sz="1400" b="1">
                <a:solidFill>
                  <a:srgbClr val="267A2E"/>
                </a:solidFill>
              </a:rPr>
              <a:t> 2.2…</a:t>
            </a:r>
          </a:p>
        </p:txBody>
      </p:sp>
      <p:sp>
        <p:nvSpPr>
          <p:cNvPr id="94240" name="Text Box 32"/>
          <p:cNvSpPr txBox="1">
            <a:spLocks noChangeArrowheads="1"/>
          </p:cNvSpPr>
          <p:nvPr/>
        </p:nvSpPr>
        <p:spPr bwMode="auto">
          <a:xfrm>
            <a:off x="8458200" y="4895851"/>
            <a:ext cx="685800" cy="1090613"/>
          </a:xfrm>
          <a:prstGeom prst="rect">
            <a:avLst/>
          </a:prstGeom>
          <a:noFill/>
          <a:ln w="9525">
            <a:solidFill>
              <a:schemeClr val="tx2"/>
            </a:solidFill>
            <a:miter lim="800000"/>
            <a:headEnd/>
            <a:tailEnd/>
          </a:ln>
        </p:spPr>
        <p:txBody>
          <a:bodyPr>
            <a:spAutoFit/>
          </a:bodyPr>
          <a:lstStyle/>
          <a:p>
            <a:pPr algn="ctr">
              <a:spcBef>
                <a:spcPct val="50000"/>
              </a:spcBef>
            </a:pPr>
            <a:r>
              <a:rPr lang="fr-CA" sz="1200" b="1">
                <a:solidFill>
                  <a:srgbClr val="267A2E"/>
                </a:solidFill>
              </a:rPr>
              <a:t>Bloc</a:t>
            </a:r>
          </a:p>
          <a:p>
            <a:pPr algn="ctr">
              <a:spcBef>
                <a:spcPct val="50000"/>
              </a:spcBef>
            </a:pPr>
            <a:r>
              <a:rPr lang="fr-CA" sz="1200" b="1">
                <a:solidFill>
                  <a:srgbClr val="267A2E"/>
                </a:solidFill>
              </a:rPr>
              <a:t>De</a:t>
            </a:r>
          </a:p>
          <a:p>
            <a:pPr algn="ctr">
              <a:spcBef>
                <a:spcPct val="50000"/>
              </a:spcBef>
            </a:pPr>
            <a:r>
              <a:rPr lang="fr-CA" sz="1200" b="1">
                <a:solidFill>
                  <a:srgbClr val="267A2E"/>
                </a:solidFill>
              </a:rPr>
              <a:t>Travail</a:t>
            </a:r>
            <a:r>
              <a:rPr lang="fr-CA" sz="1400" b="1">
                <a:solidFill>
                  <a:srgbClr val="267A2E"/>
                </a:solidFill>
              </a:rPr>
              <a:t> 2.3…</a:t>
            </a:r>
          </a:p>
        </p:txBody>
      </p:sp>
      <p:sp>
        <p:nvSpPr>
          <p:cNvPr id="94241" name="Text Box 33"/>
          <p:cNvSpPr txBox="1">
            <a:spLocks noChangeArrowheads="1"/>
          </p:cNvSpPr>
          <p:nvPr/>
        </p:nvSpPr>
        <p:spPr bwMode="auto">
          <a:xfrm>
            <a:off x="9753600" y="4895851"/>
            <a:ext cx="685800" cy="1090613"/>
          </a:xfrm>
          <a:prstGeom prst="rect">
            <a:avLst/>
          </a:prstGeom>
          <a:noFill/>
          <a:ln w="9525">
            <a:solidFill>
              <a:schemeClr val="tx2"/>
            </a:solidFill>
            <a:miter lim="800000"/>
            <a:headEnd/>
            <a:tailEnd/>
          </a:ln>
        </p:spPr>
        <p:txBody>
          <a:bodyPr>
            <a:spAutoFit/>
          </a:bodyPr>
          <a:lstStyle/>
          <a:p>
            <a:pPr algn="ctr">
              <a:spcBef>
                <a:spcPct val="50000"/>
              </a:spcBef>
            </a:pPr>
            <a:r>
              <a:rPr lang="fr-CA" sz="1200" b="1">
                <a:solidFill>
                  <a:srgbClr val="267A2E"/>
                </a:solidFill>
              </a:rPr>
              <a:t>Bloc</a:t>
            </a:r>
          </a:p>
          <a:p>
            <a:pPr algn="ctr">
              <a:spcBef>
                <a:spcPct val="50000"/>
              </a:spcBef>
            </a:pPr>
            <a:r>
              <a:rPr lang="fr-CA" sz="1200" b="1">
                <a:solidFill>
                  <a:srgbClr val="267A2E"/>
                </a:solidFill>
              </a:rPr>
              <a:t>De</a:t>
            </a:r>
          </a:p>
          <a:p>
            <a:pPr algn="ctr">
              <a:spcBef>
                <a:spcPct val="50000"/>
              </a:spcBef>
            </a:pPr>
            <a:r>
              <a:rPr lang="fr-CA" sz="1200" b="1">
                <a:solidFill>
                  <a:srgbClr val="267A2E"/>
                </a:solidFill>
              </a:rPr>
              <a:t>Travail</a:t>
            </a:r>
            <a:r>
              <a:rPr lang="fr-CA" sz="1400" b="1">
                <a:solidFill>
                  <a:srgbClr val="267A2E"/>
                </a:solidFill>
              </a:rPr>
              <a:t> …</a:t>
            </a:r>
          </a:p>
        </p:txBody>
      </p:sp>
      <p:grpSp>
        <p:nvGrpSpPr>
          <p:cNvPr id="5" name="Group 34"/>
          <p:cNvGrpSpPr>
            <a:grpSpLocks/>
          </p:cNvGrpSpPr>
          <p:nvPr/>
        </p:nvGrpSpPr>
        <p:grpSpPr bwMode="auto">
          <a:xfrm>
            <a:off x="5867400" y="2743200"/>
            <a:ext cx="3962400" cy="228600"/>
            <a:chOff x="2736" y="1728"/>
            <a:chExt cx="2496" cy="144"/>
          </a:xfrm>
        </p:grpSpPr>
        <p:sp>
          <p:nvSpPr>
            <p:cNvPr id="84007" name="Line 35"/>
            <p:cNvSpPr>
              <a:spLocks noChangeShapeType="1"/>
            </p:cNvSpPr>
            <p:nvPr/>
          </p:nvSpPr>
          <p:spPr bwMode="auto">
            <a:xfrm flipH="1">
              <a:off x="2736" y="1728"/>
              <a:ext cx="576" cy="144"/>
            </a:xfrm>
            <a:prstGeom prst="line">
              <a:avLst/>
            </a:prstGeom>
            <a:noFill/>
            <a:ln w="9525">
              <a:solidFill>
                <a:schemeClr val="tx2"/>
              </a:solidFill>
              <a:round/>
              <a:headEnd/>
              <a:tailEnd type="triangle" w="med" len="med"/>
            </a:ln>
          </p:spPr>
          <p:txBody>
            <a:bodyPr/>
            <a:lstStyle/>
            <a:p>
              <a:endParaRPr lang="fr-CA"/>
            </a:p>
          </p:txBody>
        </p:sp>
        <p:sp>
          <p:nvSpPr>
            <p:cNvPr id="84008" name="Line 36"/>
            <p:cNvSpPr>
              <a:spLocks noChangeShapeType="1"/>
            </p:cNvSpPr>
            <p:nvPr/>
          </p:nvSpPr>
          <p:spPr bwMode="auto">
            <a:xfrm>
              <a:off x="4416" y="1728"/>
              <a:ext cx="816" cy="144"/>
            </a:xfrm>
            <a:prstGeom prst="line">
              <a:avLst/>
            </a:prstGeom>
            <a:noFill/>
            <a:ln w="9525">
              <a:solidFill>
                <a:schemeClr val="tx2"/>
              </a:solidFill>
              <a:round/>
              <a:headEnd/>
              <a:tailEnd type="triangle" w="med" len="med"/>
            </a:ln>
          </p:spPr>
          <p:txBody>
            <a:bodyPr/>
            <a:lstStyle/>
            <a:p>
              <a:endParaRPr lang="fr-CA"/>
            </a:p>
          </p:txBody>
        </p:sp>
        <p:sp>
          <p:nvSpPr>
            <p:cNvPr id="84009" name="Line 37"/>
            <p:cNvSpPr>
              <a:spLocks noChangeShapeType="1"/>
            </p:cNvSpPr>
            <p:nvPr/>
          </p:nvSpPr>
          <p:spPr bwMode="auto">
            <a:xfrm>
              <a:off x="3888" y="1728"/>
              <a:ext cx="0" cy="144"/>
            </a:xfrm>
            <a:prstGeom prst="line">
              <a:avLst/>
            </a:prstGeom>
            <a:noFill/>
            <a:ln w="9525">
              <a:solidFill>
                <a:schemeClr val="tx2"/>
              </a:solidFill>
              <a:round/>
              <a:headEnd/>
              <a:tailEnd type="triangle" w="med" len="med"/>
            </a:ln>
          </p:spPr>
          <p:txBody>
            <a:bodyPr/>
            <a:lstStyle/>
            <a:p>
              <a:endParaRPr lang="fr-CA"/>
            </a:p>
          </p:txBody>
        </p:sp>
      </p:grpSp>
      <p:sp>
        <p:nvSpPr>
          <p:cNvPr id="94246" name="Text Box 38"/>
          <p:cNvSpPr txBox="1">
            <a:spLocks noChangeArrowheads="1"/>
          </p:cNvSpPr>
          <p:nvPr/>
        </p:nvSpPr>
        <p:spPr bwMode="auto">
          <a:xfrm>
            <a:off x="9677400" y="3733800"/>
            <a:ext cx="838200" cy="376238"/>
          </a:xfrm>
          <a:prstGeom prst="rect">
            <a:avLst/>
          </a:prstGeom>
          <a:noFill/>
          <a:ln w="9525">
            <a:solidFill>
              <a:schemeClr val="tx2"/>
            </a:solidFill>
            <a:miter lim="800000"/>
            <a:headEnd/>
            <a:tailEnd/>
          </a:ln>
        </p:spPr>
        <p:txBody>
          <a:bodyPr>
            <a:spAutoFit/>
          </a:bodyPr>
          <a:lstStyle/>
          <a:p>
            <a:pPr algn="ctr">
              <a:spcBef>
                <a:spcPct val="50000"/>
              </a:spcBef>
            </a:pPr>
            <a:r>
              <a:rPr lang="fr-CA"/>
              <a:t>etc…</a:t>
            </a:r>
          </a:p>
        </p:txBody>
      </p:sp>
      <p:sp>
        <p:nvSpPr>
          <p:cNvPr id="94247" name="Text Box 39"/>
          <p:cNvSpPr txBox="1">
            <a:spLocks noChangeArrowheads="1"/>
          </p:cNvSpPr>
          <p:nvPr/>
        </p:nvSpPr>
        <p:spPr bwMode="auto">
          <a:xfrm>
            <a:off x="2587388" y="2304618"/>
            <a:ext cx="1679812" cy="400110"/>
          </a:xfrm>
          <a:prstGeom prst="rect">
            <a:avLst/>
          </a:prstGeom>
          <a:noFill/>
          <a:ln w="9525">
            <a:solidFill>
              <a:schemeClr val="tx2"/>
            </a:solidFill>
            <a:miter lim="800000"/>
            <a:headEnd/>
            <a:tailEnd/>
          </a:ln>
          <a:effectLst/>
        </p:spPr>
        <p:txBody>
          <a:bodyPr wrap="square">
            <a:spAutoFit/>
          </a:bodyPr>
          <a:lstStyle/>
          <a:p>
            <a:pPr>
              <a:spcBef>
                <a:spcPct val="50000"/>
              </a:spcBef>
              <a:defRPr/>
            </a:pPr>
            <a:r>
              <a:rPr lang="fr-CA" sz="2000" b="1" dirty="0">
                <a:solidFill>
                  <a:schemeClr val="tx2"/>
                </a:solidFill>
                <a:effectLst>
                  <a:outerShdw blurRad="38100" dist="38100" dir="2700000" algn="tl">
                    <a:srgbClr val="C0C0C0"/>
                  </a:outerShdw>
                </a:effectLst>
              </a:rPr>
              <a:t>Niveau 0</a:t>
            </a:r>
          </a:p>
        </p:txBody>
      </p:sp>
      <p:grpSp>
        <p:nvGrpSpPr>
          <p:cNvPr id="6" name="Group 40"/>
          <p:cNvGrpSpPr>
            <a:grpSpLocks/>
          </p:cNvGrpSpPr>
          <p:nvPr/>
        </p:nvGrpSpPr>
        <p:grpSpPr bwMode="auto">
          <a:xfrm>
            <a:off x="5257800" y="4191000"/>
            <a:ext cx="4800600" cy="685800"/>
            <a:chOff x="2352" y="2640"/>
            <a:chExt cx="3024" cy="432"/>
          </a:xfrm>
        </p:grpSpPr>
        <p:sp>
          <p:nvSpPr>
            <p:cNvPr id="83999" name="Line 41"/>
            <p:cNvSpPr>
              <a:spLocks noChangeShapeType="1"/>
            </p:cNvSpPr>
            <p:nvPr/>
          </p:nvSpPr>
          <p:spPr bwMode="auto">
            <a:xfrm>
              <a:off x="2352" y="2688"/>
              <a:ext cx="0" cy="384"/>
            </a:xfrm>
            <a:prstGeom prst="line">
              <a:avLst/>
            </a:prstGeom>
            <a:noFill/>
            <a:ln w="9525">
              <a:solidFill>
                <a:schemeClr val="tx2"/>
              </a:solidFill>
              <a:round/>
              <a:headEnd/>
              <a:tailEnd type="triangle" w="med" len="med"/>
            </a:ln>
          </p:spPr>
          <p:txBody>
            <a:bodyPr/>
            <a:lstStyle/>
            <a:p>
              <a:endParaRPr lang="fr-CA"/>
            </a:p>
          </p:txBody>
        </p:sp>
        <p:sp>
          <p:nvSpPr>
            <p:cNvPr id="84000" name="Line 42"/>
            <p:cNvSpPr>
              <a:spLocks noChangeShapeType="1"/>
            </p:cNvSpPr>
            <p:nvPr/>
          </p:nvSpPr>
          <p:spPr bwMode="auto">
            <a:xfrm>
              <a:off x="2880" y="2688"/>
              <a:ext cx="0" cy="384"/>
            </a:xfrm>
            <a:prstGeom prst="line">
              <a:avLst/>
            </a:prstGeom>
            <a:noFill/>
            <a:ln w="9525">
              <a:solidFill>
                <a:schemeClr val="tx2"/>
              </a:solidFill>
              <a:round/>
              <a:headEnd/>
              <a:tailEnd type="triangle" w="med" len="med"/>
            </a:ln>
          </p:spPr>
          <p:txBody>
            <a:bodyPr/>
            <a:lstStyle/>
            <a:p>
              <a:endParaRPr lang="fr-CA"/>
            </a:p>
          </p:txBody>
        </p:sp>
        <p:sp>
          <p:nvSpPr>
            <p:cNvPr id="84001" name="Line 43"/>
            <p:cNvSpPr>
              <a:spLocks noChangeShapeType="1"/>
            </p:cNvSpPr>
            <p:nvPr/>
          </p:nvSpPr>
          <p:spPr bwMode="auto">
            <a:xfrm>
              <a:off x="3456" y="2688"/>
              <a:ext cx="0" cy="384"/>
            </a:xfrm>
            <a:prstGeom prst="line">
              <a:avLst/>
            </a:prstGeom>
            <a:noFill/>
            <a:ln w="9525">
              <a:solidFill>
                <a:schemeClr val="tx2"/>
              </a:solidFill>
              <a:round/>
              <a:headEnd/>
              <a:tailEnd type="triangle" w="med" len="med"/>
            </a:ln>
          </p:spPr>
          <p:txBody>
            <a:bodyPr/>
            <a:lstStyle/>
            <a:p>
              <a:endParaRPr lang="fr-CA"/>
            </a:p>
          </p:txBody>
        </p:sp>
        <p:sp>
          <p:nvSpPr>
            <p:cNvPr id="84002" name="Line 44"/>
            <p:cNvSpPr>
              <a:spLocks noChangeShapeType="1"/>
            </p:cNvSpPr>
            <p:nvPr/>
          </p:nvSpPr>
          <p:spPr bwMode="auto">
            <a:xfrm>
              <a:off x="3984" y="2688"/>
              <a:ext cx="0" cy="384"/>
            </a:xfrm>
            <a:prstGeom prst="line">
              <a:avLst/>
            </a:prstGeom>
            <a:noFill/>
            <a:ln w="9525">
              <a:solidFill>
                <a:schemeClr val="tx2"/>
              </a:solidFill>
              <a:round/>
              <a:headEnd/>
              <a:tailEnd type="triangle" w="med" len="med"/>
            </a:ln>
          </p:spPr>
          <p:txBody>
            <a:bodyPr/>
            <a:lstStyle/>
            <a:p>
              <a:endParaRPr lang="fr-CA"/>
            </a:p>
          </p:txBody>
        </p:sp>
        <p:sp>
          <p:nvSpPr>
            <p:cNvPr id="84003" name="Line 45"/>
            <p:cNvSpPr>
              <a:spLocks noChangeShapeType="1"/>
            </p:cNvSpPr>
            <p:nvPr/>
          </p:nvSpPr>
          <p:spPr bwMode="auto">
            <a:xfrm>
              <a:off x="4560" y="2688"/>
              <a:ext cx="0" cy="384"/>
            </a:xfrm>
            <a:prstGeom prst="line">
              <a:avLst/>
            </a:prstGeom>
            <a:noFill/>
            <a:ln w="9525">
              <a:solidFill>
                <a:schemeClr val="tx2"/>
              </a:solidFill>
              <a:round/>
              <a:headEnd/>
              <a:tailEnd type="triangle" w="med" len="med"/>
            </a:ln>
          </p:spPr>
          <p:txBody>
            <a:bodyPr/>
            <a:lstStyle/>
            <a:p>
              <a:endParaRPr lang="fr-CA"/>
            </a:p>
          </p:txBody>
        </p:sp>
        <p:sp>
          <p:nvSpPr>
            <p:cNvPr id="84004" name="Line 46"/>
            <p:cNvSpPr>
              <a:spLocks noChangeShapeType="1"/>
            </p:cNvSpPr>
            <p:nvPr/>
          </p:nvSpPr>
          <p:spPr bwMode="auto">
            <a:xfrm>
              <a:off x="5184" y="2640"/>
              <a:ext cx="0" cy="384"/>
            </a:xfrm>
            <a:prstGeom prst="line">
              <a:avLst/>
            </a:prstGeom>
            <a:noFill/>
            <a:ln w="9525">
              <a:solidFill>
                <a:schemeClr val="tx2"/>
              </a:solidFill>
              <a:round/>
              <a:headEnd/>
              <a:tailEnd type="triangle" w="med" len="med"/>
            </a:ln>
          </p:spPr>
          <p:txBody>
            <a:bodyPr/>
            <a:lstStyle/>
            <a:p>
              <a:endParaRPr lang="fr-CA"/>
            </a:p>
          </p:txBody>
        </p:sp>
        <p:sp>
          <p:nvSpPr>
            <p:cNvPr id="84005" name="Line 47"/>
            <p:cNvSpPr>
              <a:spLocks noChangeShapeType="1"/>
            </p:cNvSpPr>
            <p:nvPr/>
          </p:nvSpPr>
          <p:spPr bwMode="auto">
            <a:xfrm>
              <a:off x="5280" y="2640"/>
              <a:ext cx="0" cy="384"/>
            </a:xfrm>
            <a:prstGeom prst="line">
              <a:avLst/>
            </a:prstGeom>
            <a:noFill/>
            <a:ln w="9525">
              <a:solidFill>
                <a:schemeClr val="tx2"/>
              </a:solidFill>
              <a:round/>
              <a:headEnd/>
              <a:tailEnd type="triangle" w="med" len="med"/>
            </a:ln>
          </p:spPr>
          <p:txBody>
            <a:bodyPr/>
            <a:lstStyle/>
            <a:p>
              <a:endParaRPr lang="fr-CA"/>
            </a:p>
          </p:txBody>
        </p:sp>
        <p:sp>
          <p:nvSpPr>
            <p:cNvPr id="84006" name="Line 48"/>
            <p:cNvSpPr>
              <a:spLocks noChangeShapeType="1"/>
            </p:cNvSpPr>
            <p:nvPr/>
          </p:nvSpPr>
          <p:spPr bwMode="auto">
            <a:xfrm>
              <a:off x="5376" y="2640"/>
              <a:ext cx="0" cy="384"/>
            </a:xfrm>
            <a:prstGeom prst="line">
              <a:avLst/>
            </a:prstGeom>
            <a:noFill/>
            <a:ln w="9525">
              <a:solidFill>
                <a:schemeClr val="tx2"/>
              </a:solidFill>
              <a:round/>
              <a:headEnd/>
              <a:tailEnd type="triangle" w="med" len="med"/>
            </a:ln>
          </p:spPr>
          <p:txBody>
            <a:bodyPr/>
            <a:lstStyle/>
            <a:p>
              <a:endParaRPr lang="fr-CA"/>
            </a:p>
          </p:txBody>
        </p:sp>
      </p:grpSp>
      <p:sp>
        <p:nvSpPr>
          <p:cNvPr id="8" name="Espace réservé du numéro de diapositive 7"/>
          <p:cNvSpPr>
            <a:spLocks noGrp="1"/>
          </p:cNvSpPr>
          <p:nvPr>
            <p:ph type="sldNum" sz="quarter" idx="12"/>
          </p:nvPr>
        </p:nvSpPr>
        <p:spPr/>
        <p:txBody>
          <a:bodyPr/>
          <a:lstStyle/>
          <a:p>
            <a:fld id="{C1A8D22D-4671-4607-98DC-1E05BB144CC2}" type="slidenum">
              <a:rPr lang="fr-FR" smtClean="0"/>
              <a:pPr/>
              <a:t>4</a:t>
            </a:fld>
            <a:endParaRPr lang="fr-FR"/>
          </a:p>
        </p:txBody>
      </p:sp>
    </p:spTree>
    <p:extLst>
      <p:ext uri="{BB962C8B-B14F-4D97-AF65-F5344CB8AC3E}">
        <p14:creationId xmlns:p14="http://schemas.microsoft.com/office/powerpoint/2010/main" val="3501090962"/>
      </p:ext>
    </p:extLst>
  </p:cSld>
  <p:clrMapOvr>
    <a:masterClrMapping/>
  </p:clrMapOvr>
  <p:transition>
    <p:blinds/>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3" name="Rectangle 3"/>
          <p:cNvSpPr>
            <a:spLocks noChangeArrowheads="1"/>
          </p:cNvSpPr>
          <p:nvPr/>
        </p:nvSpPr>
        <p:spPr bwMode="auto">
          <a:xfrm>
            <a:off x="1760561" y="304800"/>
            <a:ext cx="8526439" cy="609600"/>
          </a:xfrm>
          <a:prstGeom prst="rect">
            <a:avLst/>
          </a:prstGeom>
          <a:noFill/>
          <a:ln w="9525">
            <a:noFill/>
            <a:miter lim="800000"/>
            <a:headEnd/>
            <a:tailEnd/>
          </a:ln>
        </p:spPr>
        <p:txBody>
          <a:bodyPr/>
          <a:lstStyle/>
          <a:p>
            <a:pPr>
              <a:defRPr/>
            </a:pPr>
            <a:r>
              <a:rPr lang="fr-CA" b="1" dirty="0">
                <a:solidFill>
                  <a:schemeClr val="accent2"/>
                </a:solidFill>
                <a:effectLst>
                  <a:outerShdw blurRad="38100" dist="38100" dir="2700000" algn="tl">
                    <a:srgbClr val="C0C0C0"/>
                  </a:outerShdw>
                </a:effectLst>
                <a:cs typeface="Times New Roman" pitchFamily="18" charset="0"/>
              </a:rPr>
              <a:t>Fiche de tâches, fiche de lot et fiche du projet</a:t>
            </a:r>
          </a:p>
        </p:txBody>
      </p:sp>
      <p:sp>
        <p:nvSpPr>
          <p:cNvPr id="97284" name="Rectangle 4"/>
          <p:cNvSpPr>
            <a:spLocks noGrp="1" noChangeArrowheads="1"/>
          </p:cNvSpPr>
          <p:nvPr>
            <p:ph type="body" idx="1"/>
          </p:nvPr>
        </p:nvSpPr>
        <p:spPr>
          <a:xfrm>
            <a:off x="2667000" y="1981200"/>
            <a:ext cx="7772400" cy="4114800"/>
          </a:xfrm>
          <a:noFill/>
        </p:spPr>
        <p:txBody>
          <a:bodyPr/>
          <a:lstStyle/>
          <a:p>
            <a:pPr lvl="1">
              <a:buFontTx/>
              <a:buNone/>
            </a:pPr>
            <a:endParaRPr lang="fr-CA" sz="1800"/>
          </a:p>
          <a:p>
            <a:pPr lvl="1"/>
            <a:endParaRPr lang="fr-CA" sz="1800"/>
          </a:p>
        </p:txBody>
      </p:sp>
      <p:graphicFrame>
        <p:nvGraphicFramePr>
          <p:cNvPr id="97285" name="Group 5"/>
          <p:cNvGraphicFramePr>
            <a:graphicFrameLocks noGrp="1"/>
          </p:cNvGraphicFramePr>
          <p:nvPr/>
        </p:nvGraphicFramePr>
        <p:xfrm>
          <a:off x="3143250" y="981075"/>
          <a:ext cx="7010400" cy="5281932"/>
        </p:xfrm>
        <a:graphic>
          <a:graphicData uri="http://schemas.openxmlformats.org/drawingml/2006/table">
            <a:tbl>
              <a:tblPr/>
              <a:tblGrid>
                <a:gridCol w="1231900">
                  <a:extLst>
                    <a:ext uri="{9D8B030D-6E8A-4147-A177-3AD203B41FA5}">
                      <a16:colId xmlns:a16="http://schemas.microsoft.com/office/drawing/2014/main" val="20000"/>
                    </a:ext>
                  </a:extLst>
                </a:gridCol>
                <a:gridCol w="12827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gridCol w="4953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676400">
                  <a:extLst>
                    <a:ext uri="{9D8B030D-6E8A-4147-A177-3AD203B41FA5}">
                      <a16:colId xmlns:a16="http://schemas.microsoft.com/office/drawing/2014/main" val="20006"/>
                    </a:ext>
                  </a:extLst>
                </a:gridCol>
              </a:tblGrid>
              <a:tr h="581025">
                <a:tc gridSpan="4">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r>
                        <a:rPr kumimoji="1" lang="fr-CA" sz="1200" b="1" i="0" u="none" strike="noStrike" cap="none" normalizeH="0" baseline="0" dirty="0">
                          <a:ln>
                            <a:noFill/>
                          </a:ln>
                          <a:solidFill>
                            <a:schemeClr val="tx1"/>
                          </a:solidFill>
                          <a:effectLst/>
                          <a:latin typeface="Arial" charset="0"/>
                        </a:rPr>
                        <a:t>Titre du projet :</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fr-CA"/>
                    </a:p>
                  </a:txBody>
                  <a:tcPr/>
                </a:tc>
                <a:tc hMerge="1">
                  <a:txBody>
                    <a:bodyPr/>
                    <a:lstStyle/>
                    <a:p>
                      <a:endParaRPr lang="fr-CA"/>
                    </a:p>
                  </a:txBody>
                  <a:tcPr/>
                </a:tc>
                <a:tc hMerge="1">
                  <a:txBody>
                    <a:bodyPr/>
                    <a:lstStyle/>
                    <a:p>
                      <a:endParaRPr lang="fr-CA"/>
                    </a:p>
                  </a:txBody>
                  <a:tcPr/>
                </a:tc>
                <a:tc gridSpan="3">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r>
                        <a:rPr kumimoji="1" lang="fr-CA" sz="1200" b="1" i="0" u="none" strike="noStrike" cap="none" normalizeH="0" baseline="0">
                          <a:ln>
                            <a:noFill/>
                          </a:ln>
                          <a:solidFill>
                            <a:schemeClr val="tx1"/>
                          </a:solidFill>
                          <a:effectLst/>
                          <a:latin typeface="Arial" charset="0"/>
                        </a:rPr>
                        <a:t>Code : </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fr-CA"/>
                    </a:p>
                  </a:txBody>
                  <a:tcPr/>
                </a:tc>
                <a:tc hMerge="1">
                  <a:txBody>
                    <a:bodyPr/>
                    <a:lstStyle/>
                    <a:p>
                      <a:endParaRPr lang="fr-CA"/>
                    </a:p>
                  </a:txBody>
                  <a:tcPr/>
                </a:tc>
                <a:extLst>
                  <a:ext uri="{0D108BD9-81ED-4DB2-BD59-A6C34878D82A}">
                    <a16:rowId xmlns:a16="http://schemas.microsoft.com/office/drawing/2014/main" val="10000"/>
                  </a:ext>
                </a:extLst>
              </a:tr>
              <a:tr h="579438">
                <a:tc gridSpan="7">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r>
                        <a:rPr kumimoji="1" lang="fr-CA" sz="1200" b="1" i="0" u="none" strike="noStrike" cap="none" normalizeH="0" baseline="0">
                          <a:ln>
                            <a:noFill/>
                          </a:ln>
                          <a:solidFill>
                            <a:schemeClr val="tx1"/>
                          </a:solidFill>
                          <a:effectLst/>
                          <a:latin typeface="Arial" charset="0"/>
                        </a:rPr>
                        <a:t>Objectif(s) :</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extLst>
                  <a:ext uri="{0D108BD9-81ED-4DB2-BD59-A6C34878D82A}">
                    <a16:rowId xmlns:a16="http://schemas.microsoft.com/office/drawing/2014/main" val="10001"/>
                  </a:ext>
                </a:extLst>
              </a:tr>
              <a:tr h="581025">
                <a:tc gridSpan="7">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r>
                        <a:rPr kumimoji="1" lang="fr-CA" sz="1200" b="1" i="0" u="none" strike="noStrike" cap="none" normalizeH="0" baseline="0">
                          <a:ln>
                            <a:noFill/>
                          </a:ln>
                          <a:solidFill>
                            <a:schemeClr val="tx1"/>
                          </a:solidFill>
                          <a:effectLst/>
                          <a:latin typeface="Arial" charset="0"/>
                        </a:rPr>
                        <a:t>Délivrable (ce que chacun doit livrer pour finir le projet) :</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extLst>
                  <a:ext uri="{0D108BD9-81ED-4DB2-BD59-A6C34878D82A}">
                    <a16:rowId xmlns:a16="http://schemas.microsoft.com/office/drawing/2014/main" val="10002"/>
                  </a:ext>
                </a:extLst>
              </a:tr>
              <a:tr h="581025">
                <a:tc gridSpan="7">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r>
                        <a:rPr kumimoji="1" lang="fr-CA" sz="1200" b="1" i="0" u="none" strike="noStrike" cap="none" normalizeH="0" baseline="0">
                          <a:ln>
                            <a:noFill/>
                          </a:ln>
                          <a:solidFill>
                            <a:schemeClr val="tx1"/>
                          </a:solidFill>
                          <a:effectLst/>
                          <a:latin typeface="Arial" charset="0"/>
                        </a:rPr>
                        <a:t>Risques / contraintes / normes :</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extLst>
                  <a:ext uri="{0D108BD9-81ED-4DB2-BD59-A6C34878D82A}">
                    <a16:rowId xmlns:a16="http://schemas.microsoft.com/office/drawing/2014/main" val="10003"/>
                  </a:ext>
                </a:extLst>
              </a:tr>
              <a:tr h="581025">
                <a:tc>
                  <a:txBody>
                    <a:bodyPr/>
                    <a:lstStyle/>
                    <a:p>
                      <a:pPr marL="0" marR="0" lvl="0" indent="0" algn="ctr" defTabSz="914400" rtl="0" eaLnBrk="0" fontAlgn="base" latinLnBrk="0" hangingPunct="0">
                        <a:lnSpc>
                          <a:spcPct val="100000"/>
                        </a:lnSpc>
                        <a:spcBef>
                          <a:spcPct val="20000"/>
                        </a:spcBef>
                        <a:spcAft>
                          <a:spcPct val="0"/>
                        </a:spcAft>
                        <a:buClr>
                          <a:schemeClr val="hlink"/>
                        </a:buClr>
                        <a:buSzTx/>
                        <a:buFont typeface="Wingdings" pitchFamily="2" charset="2"/>
                        <a:buNone/>
                        <a:tabLst/>
                      </a:pPr>
                      <a:r>
                        <a:rPr kumimoji="1" lang="fr-CA" sz="1200" b="1" i="0" u="none" strike="noStrike" cap="none" normalizeH="0" baseline="0">
                          <a:ln>
                            <a:noFill/>
                          </a:ln>
                          <a:solidFill>
                            <a:schemeClr val="tx1"/>
                          </a:solidFill>
                          <a:effectLst/>
                          <a:latin typeface="Arial" charset="0"/>
                        </a:rPr>
                        <a:t>Numéro de l’activité, tâche ou lot</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Tx/>
                        <a:buFont typeface="Wingdings" pitchFamily="2" charset="2"/>
                        <a:buNone/>
                        <a:tabLst/>
                      </a:pPr>
                      <a:r>
                        <a:rPr kumimoji="1" lang="fr-CA" sz="1200" b="1" i="0" u="none" strike="noStrike" cap="none" normalizeH="0" baseline="0">
                          <a:ln>
                            <a:noFill/>
                          </a:ln>
                          <a:solidFill>
                            <a:schemeClr val="tx1"/>
                          </a:solidFill>
                          <a:effectLst/>
                          <a:latin typeface="Arial" charset="0"/>
                        </a:rPr>
                        <a:t>Libellé</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Tx/>
                        <a:buFont typeface="Wingdings" pitchFamily="2" charset="2"/>
                        <a:buNone/>
                        <a:tabLst/>
                      </a:pPr>
                      <a:r>
                        <a:rPr kumimoji="1" lang="fr-CA" sz="1200" b="1" i="0" u="none" strike="noStrike" cap="none" normalizeH="0" baseline="0">
                          <a:ln>
                            <a:noFill/>
                          </a:ln>
                          <a:solidFill>
                            <a:schemeClr val="tx1"/>
                          </a:solidFill>
                          <a:effectLst/>
                          <a:latin typeface="Arial" charset="0"/>
                        </a:rPr>
                        <a:t>Durée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
                          <a:schemeClr val="hlink"/>
                        </a:buClr>
                        <a:buSzTx/>
                        <a:buFont typeface="Wingdings" pitchFamily="2" charset="2"/>
                        <a:buNone/>
                        <a:tabLst/>
                      </a:pPr>
                      <a:r>
                        <a:rPr kumimoji="1" lang="fr-CA" sz="1200" b="1" i="0" u="none" strike="noStrike" cap="none" normalizeH="0" baseline="0">
                          <a:ln>
                            <a:noFill/>
                          </a:ln>
                          <a:solidFill>
                            <a:schemeClr val="tx1"/>
                          </a:solidFill>
                          <a:effectLst/>
                          <a:latin typeface="Arial" charset="0"/>
                        </a:rPr>
                        <a:t>Coût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fr-CA"/>
                    </a:p>
                  </a:txBody>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Tx/>
                        <a:buFont typeface="Wingdings" pitchFamily="2" charset="2"/>
                        <a:buNone/>
                        <a:tabLst/>
                      </a:pPr>
                      <a:r>
                        <a:rPr kumimoji="1" lang="fr-CA" sz="1200" b="1" i="0" u="none" strike="noStrike" cap="none" normalizeH="0" baseline="0">
                          <a:ln>
                            <a:noFill/>
                          </a:ln>
                          <a:solidFill>
                            <a:schemeClr val="tx1"/>
                          </a:solidFill>
                          <a:effectLst/>
                          <a:latin typeface="Arial" charset="0"/>
                        </a:rPr>
                        <a:t>Ressources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hlink"/>
                        </a:buClr>
                        <a:buSzTx/>
                        <a:buFont typeface="Wingdings" pitchFamily="2" charset="2"/>
                        <a:buNone/>
                        <a:tabLst/>
                      </a:pPr>
                      <a:r>
                        <a:rPr kumimoji="1" lang="fr-CA" sz="1200" b="1" i="0" u="none" strike="noStrike" cap="none" normalizeH="0" baseline="0">
                          <a:ln>
                            <a:noFill/>
                          </a:ln>
                          <a:solidFill>
                            <a:schemeClr val="tx1"/>
                          </a:solidFill>
                          <a:effectLst/>
                          <a:latin typeface="Arial" charset="0"/>
                        </a:rPr>
                        <a:t>Responsabilité</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fr-CA"/>
                    </a:p>
                  </a:txBody>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38">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fr-CA"/>
                    </a:p>
                  </a:txBody>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79438">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fr-CA"/>
                    </a:p>
                  </a:txBody>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81025">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dirty="0">
                        <a:ln>
                          <a:noFill/>
                        </a:ln>
                        <a:solidFill>
                          <a:schemeClr val="tx1"/>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fr-CA"/>
                    </a:p>
                  </a:txBody>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itchFamily="2" charset="2"/>
                        <a:buNone/>
                        <a:tabLst/>
                      </a:pPr>
                      <a:endParaRPr kumimoji="1" lang="fr-CA" sz="1000" b="1"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Espace réservé du numéro de diapositive 1"/>
          <p:cNvSpPr>
            <a:spLocks noGrp="1"/>
          </p:cNvSpPr>
          <p:nvPr>
            <p:ph type="sldNum" sz="quarter" idx="12"/>
          </p:nvPr>
        </p:nvSpPr>
        <p:spPr/>
        <p:txBody>
          <a:bodyPr/>
          <a:lstStyle/>
          <a:p>
            <a:fld id="{C1A8D22D-4671-4607-98DC-1E05BB144CC2}" type="slidenum">
              <a:rPr lang="fr-FR" smtClean="0"/>
              <a:pPr/>
              <a:t>5</a:t>
            </a:fld>
            <a:endParaRPr lang="fr-FR"/>
          </a:p>
        </p:txBody>
      </p:sp>
    </p:spTree>
    <p:extLst>
      <p:ext uri="{BB962C8B-B14F-4D97-AF65-F5344CB8AC3E}">
        <p14:creationId xmlns:p14="http://schemas.microsoft.com/office/powerpoint/2010/main" val="1773478494"/>
      </p:ext>
    </p:extLst>
  </p:cSld>
  <p:clrMapOvr>
    <a:masterClrMapping/>
  </p:clrMapOvr>
  <p:transition>
    <p:blinds/>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Tableau des antériorités</a:t>
            </a:r>
          </a:p>
        </p:txBody>
      </p:sp>
      <p:sp>
        <p:nvSpPr>
          <p:cNvPr id="3" name="Espace réservé du contenu 2"/>
          <p:cNvSpPr>
            <a:spLocks noGrp="1"/>
          </p:cNvSpPr>
          <p:nvPr>
            <p:ph idx="1"/>
          </p:nvPr>
        </p:nvSpPr>
        <p:spPr/>
        <p:txBody>
          <a:bodyPr>
            <a:normAutofit/>
          </a:bodyPr>
          <a:lstStyle/>
          <a:p>
            <a:r>
              <a:rPr lang="fr-FR" sz="2400" dirty="0"/>
              <a:t>Le tableau des antériorités est un tableau d’analyse de tâches d’un projet.</a:t>
            </a:r>
            <a:br>
              <a:rPr lang="fr-FR" sz="2400" dirty="0"/>
            </a:br>
            <a:r>
              <a:rPr lang="fr-FR" sz="2400" dirty="0"/>
              <a:t>Il permet de :</a:t>
            </a:r>
            <a:br>
              <a:rPr lang="fr-FR" sz="2400" dirty="0"/>
            </a:br>
            <a:r>
              <a:rPr lang="fr-FR" sz="2400" dirty="0"/>
              <a:t>-  lister et de coder toutes les tâches d’un projet ;</a:t>
            </a:r>
            <a:br>
              <a:rPr lang="fr-FR" sz="2400" dirty="0"/>
            </a:br>
            <a:r>
              <a:rPr lang="fr-FR" sz="2400" dirty="0"/>
              <a:t>-  visualiser la durée à prévoir pour chaque tâche ;</a:t>
            </a:r>
            <a:br>
              <a:rPr lang="fr-FR" sz="2400" dirty="0"/>
            </a:br>
            <a:r>
              <a:rPr lang="fr-FR" sz="2400" dirty="0"/>
              <a:t>-  visualiser les antériorités d’une tâche.</a:t>
            </a:r>
          </a:p>
        </p:txBody>
      </p:sp>
      <p:sp>
        <p:nvSpPr>
          <p:cNvPr id="4" name="Espace réservé du numéro de diapositive 3"/>
          <p:cNvSpPr>
            <a:spLocks noGrp="1"/>
          </p:cNvSpPr>
          <p:nvPr>
            <p:ph type="sldNum" sz="quarter" idx="12"/>
          </p:nvPr>
        </p:nvSpPr>
        <p:spPr/>
        <p:txBody>
          <a:bodyPr/>
          <a:lstStyle/>
          <a:p>
            <a:fld id="{C1A8D22D-4671-4607-98DC-1E05BB144CC2}" type="slidenum">
              <a:rPr lang="fr-FR" smtClean="0"/>
              <a:pPr/>
              <a:t>6</a:t>
            </a:fld>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Tableau des antériorités</a:t>
            </a:r>
          </a:p>
        </p:txBody>
      </p:sp>
      <p:sp>
        <p:nvSpPr>
          <p:cNvPr id="4" name="Espace réservé du numéro de diapositive 3"/>
          <p:cNvSpPr>
            <a:spLocks noGrp="1"/>
          </p:cNvSpPr>
          <p:nvPr>
            <p:ph type="sldNum" sz="quarter" idx="12"/>
          </p:nvPr>
        </p:nvSpPr>
        <p:spPr/>
        <p:txBody>
          <a:bodyPr/>
          <a:lstStyle/>
          <a:p>
            <a:fld id="{C1A8D22D-4671-4607-98DC-1E05BB144CC2}" type="slidenum">
              <a:rPr lang="fr-FR" smtClean="0"/>
              <a:pPr/>
              <a:t>7</a:t>
            </a:fld>
            <a:endParaRPr lang="fr-FR"/>
          </a:p>
        </p:txBody>
      </p:sp>
      <p:pic>
        <p:nvPicPr>
          <p:cNvPr id="4098" name="Picture 2" descr="Résultat de recherche d'images pour &quot;tableau des antériorités&quot;"/>
          <p:cNvPicPr>
            <a:picLocks noChangeAspect="1" noChangeArrowheads="1"/>
          </p:cNvPicPr>
          <p:nvPr/>
        </p:nvPicPr>
        <p:blipFill>
          <a:blip r:embed="rId2" cstate="print"/>
          <a:srcRect/>
          <a:stretch>
            <a:fillRect/>
          </a:stretch>
        </p:blipFill>
        <p:spPr bwMode="auto">
          <a:xfrm>
            <a:off x="2251661" y="1856935"/>
            <a:ext cx="8678936" cy="4360985"/>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1842869" y="624110"/>
            <a:ext cx="9661744" cy="1280890"/>
          </a:xfrm>
        </p:spPr>
        <p:txBody>
          <a:bodyPr/>
          <a:lstStyle/>
          <a:p>
            <a:r>
              <a:rPr lang="fr-FR" dirty="0"/>
              <a:t>PERT (</a:t>
            </a:r>
            <a:r>
              <a:rPr lang="en-US" dirty="0"/>
              <a:t>Program Evaluation and Review Technic)</a:t>
            </a:r>
            <a:endParaRPr lang="fr-FR" dirty="0"/>
          </a:p>
        </p:txBody>
      </p:sp>
      <p:sp>
        <p:nvSpPr>
          <p:cNvPr id="6" name="Espace réservé du contenu 5"/>
          <p:cNvSpPr>
            <a:spLocks noGrp="1"/>
          </p:cNvSpPr>
          <p:nvPr>
            <p:ph idx="1"/>
          </p:nvPr>
        </p:nvSpPr>
        <p:spPr>
          <a:xfrm>
            <a:off x="1195755" y="2133599"/>
            <a:ext cx="10592972" cy="4321791"/>
          </a:xfrm>
        </p:spPr>
        <p:txBody>
          <a:bodyPr>
            <a:normAutofit/>
          </a:bodyPr>
          <a:lstStyle/>
          <a:p>
            <a:pPr algn="just"/>
            <a:r>
              <a:rPr lang="fr-FR" sz="2000" dirty="0"/>
              <a:t>La technique PERT permet de gérer l’ordonnancement des tâches dans un projet. Afin de rendre plus clair cet ordonnancement, un graphe, souvent aussi appelé « réseau PERT » est utilisé.</a:t>
            </a:r>
          </a:p>
          <a:p>
            <a:pPr algn="just"/>
            <a:endParaRPr lang="fr-FR" sz="2000" dirty="0"/>
          </a:p>
          <a:p>
            <a:pPr algn="just"/>
            <a:r>
              <a:rPr lang="fr-FR" sz="2000" dirty="0"/>
              <a:t>le prérequis indispensable à l’utilisation de la technique PERT est le découpage précis du projet en tâches, chacune devant faire l’objet de l’estimation de sa durée de réalisation, et les dépendances entre elles devant être clairement identifiées.</a:t>
            </a:r>
          </a:p>
          <a:p>
            <a:pPr algn="just"/>
            <a:endParaRPr lang="fr-FR" sz="2000" dirty="0"/>
          </a:p>
          <a:p>
            <a:pPr algn="just"/>
            <a:r>
              <a:rPr lang="fr-FR" sz="2000" dirty="0"/>
              <a:t>L’objectif est de représenter sous la forme d’un graphe un réseau d’étapes reliées par des tâches, faisant apparaître également toutes les dépendances ou les contraintes existantes.</a:t>
            </a:r>
          </a:p>
        </p:txBody>
      </p:sp>
      <p:sp>
        <p:nvSpPr>
          <p:cNvPr id="5" name="Espace réservé du numéro de diapositive 4"/>
          <p:cNvSpPr>
            <a:spLocks noGrp="1"/>
          </p:cNvSpPr>
          <p:nvPr>
            <p:ph type="sldNum" sz="quarter" idx="12"/>
          </p:nvPr>
        </p:nvSpPr>
        <p:spPr/>
        <p:txBody>
          <a:bodyPr/>
          <a:lstStyle/>
          <a:p>
            <a:fld id="{C1A8D22D-4671-4607-98DC-1E05BB144CC2}" type="slidenum">
              <a:rPr lang="fr-FR" smtClean="0"/>
              <a:pPr/>
              <a:t>8</a:t>
            </a:fld>
            <a:endParaRPr lang="fr-FR"/>
          </a:p>
        </p:txBody>
      </p:sp>
    </p:spTree>
    <p:extLst>
      <p:ext uri="{BB962C8B-B14F-4D97-AF65-F5344CB8AC3E}">
        <p14:creationId xmlns:p14="http://schemas.microsoft.com/office/powerpoint/2010/main" val="4285069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C1A8D22D-4671-4607-98DC-1E05BB144CC2}" type="slidenum">
              <a:rPr lang="fr-FR" smtClean="0"/>
              <a:pPr/>
              <a:t>9</a:t>
            </a:fld>
            <a:endParaRPr lang="fr-FR"/>
          </a:p>
        </p:txBody>
      </p:sp>
      <p:sp>
        <p:nvSpPr>
          <p:cNvPr id="1026" name="AutoShape 2" descr="RÃ©sultat de recherche d'images pour &quot;reseau pert&quo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028" name="AutoShape 4" descr="RÃ©sultat de recherche d'images pour &quot;reseau pert&quo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1030" name="AutoShape 6" descr="RÃ©sultat de recherche d'images pour &quot;reseau pert&quo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1031" name="Picture 7"/>
          <p:cNvPicPr>
            <a:picLocks noChangeAspect="1" noChangeArrowheads="1"/>
          </p:cNvPicPr>
          <p:nvPr/>
        </p:nvPicPr>
        <p:blipFill>
          <a:blip r:embed="rId2" cstate="print"/>
          <a:srcRect/>
          <a:stretch>
            <a:fillRect/>
          </a:stretch>
        </p:blipFill>
        <p:spPr bwMode="auto">
          <a:xfrm>
            <a:off x="1524574" y="624835"/>
            <a:ext cx="10418897" cy="5564949"/>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C1A8D22D-4671-4607-98DC-1E05BB144CC2}" type="slidenum">
              <a:rPr lang="fr-FR" smtClean="0"/>
              <a:pPr/>
              <a:t>10</a:t>
            </a:fld>
            <a:endParaRPr lang="fr-FR"/>
          </a:p>
        </p:txBody>
      </p:sp>
      <p:pic>
        <p:nvPicPr>
          <p:cNvPr id="28674" name="Picture 2"/>
          <p:cNvPicPr>
            <a:picLocks noChangeAspect="1" noChangeArrowheads="1"/>
          </p:cNvPicPr>
          <p:nvPr/>
        </p:nvPicPr>
        <p:blipFill>
          <a:blip r:embed="rId2" cstate="print"/>
          <a:srcRect/>
          <a:stretch>
            <a:fillRect/>
          </a:stretch>
        </p:blipFill>
        <p:spPr bwMode="auto">
          <a:xfrm>
            <a:off x="182880" y="0"/>
            <a:ext cx="11830929" cy="68580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36C67D-C22D-4984-9419-8C13212615BB}"/>
              </a:ext>
            </a:extLst>
          </p:cNvPr>
          <p:cNvSpPr>
            <a:spLocks noGrp="1"/>
          </p:cNvSpPr>
          <p:nvPr>
            <p:ph type="title"/>
          </p:nvPr>
        </p:nvSpPr>
        <p:spPr/>
        <p:txBody>
          <a:bodyPr/>
          <a:lstStyle/>
          <a:p>
            <a:r>
              <a:rPr lang="fr-FR" dirty="0"/>
              <a:t>Diagramme PERT</a:t>
            </a:r>
          </a:p>
        </p:txBody>
      </p:sp>
      <p:graphicFrame>
        <p:nvGraphicFramePr>
          <p:cNvPr id="5" name="Tableau 5">
            <a:extLst>
              <a:ext uri="{FF2B5EF4-FFF2-40B4-BE49-F238E27FC236}">
                <a16:creationId xmlns:a16="http://schemas.microsoft.com/office/drawing/2014/main" id="{9591370C-C445-47E5-A266-7FA6EA1A4F75}"/>
              </a:ext>
            </a:extLst>
          </p:cNvPr>
          <p:cNvGraphicFramePr>
            <a:graphicFrameLocks noGrp="1"/>
          </p:cNvGraphicFramePr>
          <p:nvPr>
            <p:ph idx="1"/>
            <p:extLst>
              <p:ext uri="{D42A27DB-BD31-4B8C-83A1-F6EECF244321}">
                <p14:modId xmlns:p14="http://schemas.microsoft.com/office/powerpoint/2010/main" val="3429017065"/>
              </p:ext>
            </p:extLst>
          </p:nvPr>
        </p:nvGraphicFramePr>
        <p:xfrm>
          <a:off x="2223452" y="1905000"/>
          <a:ext cx="8102232" cy="4572000"/>
        </p:xfrm>
        <a:graphic>
          <a:graphicData uri="http://schemas.openxmlformats.org/drawingml/2006/table">
            <a:tbl>
              <a:tblPr firstRow="1" bandRow="1">
                <a:tableStyleId>{5C22544A-7EE6-4342-B048-85BDC9FD1C3A}</a:tableStyleId>
              </a:tblPr>
              <a:tblGrid>
                <a:gridCol w="2700744">
                  <a:extLst>
                    <a:ext uri="{9D8B030D-6E8A-4147-A177-3AD203B41FA5}">
                      <a16:colId xmlns:a16="http://schemas.microsoft.com/office/drawing/2014/main" val="1174699901"/>
                    </a:ext>
                  </a:extLst>
                </a:gridCol>
                <a:gridCol w="2700744">
                  <a:extLst>
                    <a:ext uri="{9D8B030D-6E8A-4147-A177-3AD203B41FA5}">
                      <a16:colId xmlns:a16="http://schemas.microsoft.com/office/drawing/2014/main" val="1799294366"/>
                    </a:ext>
                  </a:extLst>
                </a:gridCol>
                <a:gridCol w="2700744">
                  <a:extLst>
                    <a:ext uri="{9D8B030D-6E8A-4147-A177-3AD203B41FA5}">
                      <a16:colId xmlns:a16="http://schemas.microsoft.com/office/drawing/2014/main" val="4091052011"/>
                    </a:ext>
                  </a:extLst>
                </a:gridCol>
              </a:tblGrid>
              <a:tr h="432889">
                <a:tc>
                  <a:txBody>
                    <a:bodyPr/>
                    <a:lstStyle/>
                    <a:p>
                      <a:endParaRPr lang="fr-FR" sz="2400" dirty="0"/>
                    </a:p>
                  </a:txBody>
                  <a:tcPr/>
                </a:tc>
                <a:tc>
                  <a:txBody>
                    <a:bodyPr/>
                    <a:lstStyle/>
                    <a:p>
                      <a:r>
                        <a:rPr lang="fr-FR" sz="2400" dirty="0"/>
                        <a:t>Précédent</a:t>
                      </a:r>
                    </a:p>
                  </a:txBody>
                  <a:tcPr/>
                </a:tc>
                <a:tc>
                  <a:txBody>
                    <a:bodyPr/>
                    <a:lstStyle/>
                    <a:p>
                      <a:r>
                        <a:rPr lang="fr-FR" sz="2400" dirty="0"/>
                        <a:t>Suivant</a:t>
                      </a:r>
                    </a:p>
                  </a:txBody>
                  <a:tcPr/>
                </a:tc>
                <a:extLst>
                  <a:ext uri="{0D108BD9-81ED-4DB2-BD59-A6C34878D82A}">
                    <a16:rowId xmlns:a16="http://schemas.microsoft.com/office/drawing/2014/main" val="3526508075"/>
                  </a:ext>
                </a:extLst>
              </a:tr>
              <a:tr h="432889">
                <a:tc>
                  <a:txBody>
                    <a:bodyPr/>
                    <a:lstStyle/>
                    <a:p>
                      <a:r>
                        <a:rPr lang="fr-FR" sz="2400" dirty="0"/>
                        <a:t>A</a:t>
                      </a:r>
                    </a:p>
                  </a:txBody>
                  <a:tcPr/>
                </a:tc>
                <a:tc>
                  <a:txBody>
                    <a:bodyPr/>
                    <a:lstStyle/>
                    <a:p>
                      <a:r>
                        <a:rPr lang="fr-FR" sz="2400" dirty="0"/>
                        <a:t>-</a:t>
                      </a:r>
                    </a:p>
                  </a:txBody>
                  <a:tcPr/>
                </a:tc>
                <a:tc>
                  <a:txBody>
                    <a:bodyPr/>
                    <a:lstStyle/>
                    <a:p>
                      <a:r>
                        <a:rPr lang="fr-FR" sz="2400" dirty="0"/>
                        <a:t>CEG</a:t>
                      </a:r>
                    </a:p>
                  </a:txBody>
                  <a:tcPr/>
                </a:tc>
                <a:extLst>
                  <a:ext uri="{0D108BD9-81ED-4DB2-BD59-A6C34878D82A}">
                    <a16:rowId xmlns:a16="http://schemas.microsoft.com/office/drawing/2014/main" val="2717149567"/>
                  </a:ext>
                </a:extLst>
              </a:tr>
              <a:tr h="432889">
                <a:tc>
                  <a:txBody>
                    <a:bodyPr/>
                    <a:lstStyle/>
                    <a:p>
                      <a:r>
                        <a:rPr lang="fr-FR" sz="2400" dirty="0"/>
                        <a:t>B</a:t>
                      </a:r>
                    </a:p>
                  </a:txBody>
                  <a:tcPr/>
                </a:tc>
                <a:tc>
                  <a:txBody>
                    <a:bodyPr/>
                    <a:lstStyle/>
                    <a:p>
                      <a:r>
                        <a:rPr lang="fr-FR" sz="2400" dirty="0"/>
                        <a:t>-</a:t>
                      </a:r>
                    </a:p>
                  </a:txBody>
                  <a:tcPr/>
                </a:tc>
                <a:tc>
                  <a:txBody>
                    <a:bodyPr/>
                    <a:lstStyle/>
                    <a:p>
                      <a:r>
                        <a:rPr lang="fr-FR" sz="2400" dirty="0"/>
                        <a:t>G</a:t>
                      </a:r>
                    </a:p>
                  </a:txBody>
                  <a:tcPr/>
                </a:tc>
                <a:extLst>
                  <a:ext uri="{0D108BD9-81ED-4DB2-BD59-A6C34878D82A}">
                    <a16:rowId xmlns:a16="http://schemas.microsoft.com/office/drawing/2014/main" val="1955727795"/>
                  </a:ext>
                </a:extLst>
              </a:tr>
              <a:tr h="432889">
                <a:tc>
                  <a:txBody>
                    <a:bodyPr/>
                    <a:lstStyle/>
                    <a:p>
                      <a:r>
                        <a:rPr lang="fr-FR" sz="2400" dirty="0"/>
                        <a:t>C</a:t>
                      </a:r>
                    </a:p>
                  </a:txBody>
                  <a:tcPr/>
                </a:tc>
                <a:tc>
                  <a:txBody>
                    <a:bodyPr/>
                    <a:lstStyle/>
                    <a:p>
                      <a:r>
                        <a:rPr lang="fr-FR" sz="2400" dirty="0"/>
                        <a:t>A</a:t>
                      </a:r>
                    </a:p>
                  </a:txBody>
                  <a:tcPr/>
                </a:tc>
                <a:tc>
                  <a:txBody>
                    <a:bodyPr/>
                    <a:lstStyle/>
                    <a:p>
                      <a:r>
                        <a:rPr lang="fr-FR" sz="2400" dirty="0"/>
                        <a:t>DF</a:t>
                      </a:r>
                    </a:p>
                  </a:txBody>
                  <a:tcPr/>
                </a:tc>
                <a:extLst>
                  <a:ext uri="{0D108BD9-81ED-4DB2-BD59-A6C34878D82A}">
                    <a16:rowId xmlns:a16="http://schemas.microsoft.com/office/drawing/2014/main" val="3719074789"/>
                  </a:ext>
                </a:extLst>
              </a:tr>
              <a:tr h="432889">
                <a:tc>
                  <a:txBody>
                    <a:bodyPr/>
                    <a:lstStyle/>
                    <a:p>
                      <a:r>
                        <a:rPr lang="fr-FR" sz="2400" dirty="0"/>
                        <a:t>D</a:t>
                      </a:r>
                    </a:p>
                  </a:txBody>
                  <a:tcPr/>
                </a:tc>
                <a:tc>
                  <a:txBody>
                    <a:bodyPr/>
                    <a:lstStyle/>
                    <a:p>
                      <a:r>
                        <a:rPr lang="fr-FR" sz="2400" dirty="0"/>
                        <a:t>C</a:t>
                      </a:r>
                    </a:p>
                  </a:txBody>
                  <a:tcPr/>
                </a:tc>
                <a:tc>
                  <a:txBody>
                    <a:bodyPr/>
                    <a:lstStyle/>
                    <a:p>
                      <a:r>
                        <a:rPr lang="fr-FR" sz="2400" dirty="0"/>
                        <a:t>I</a:t>
                      </a:r>
                    </a:p>
                  </a:txBody>
                  <a:tcPr/>
                </a:tc>
                <a:extLst>
                  <a:ext uri="{0D108BD9-81ED-4DB2-BD59-A6C34878D82A}">
                    <a16:rowId xmlns:a16="http://schemas.microsoft.com/office/drawing/2014/main" val="3353186494"/>
                  </a:ext>
                </a:extLst>
              </a:tr>
              <a:tr h="432889">
                <a:tc>
                  <a:txBody>
                    <a:bodyPr/>
                    <a:lstStyle/>
                    <a:p>
                      <a:r>
                        <a:rPr lang="fr-FR" sz="2400" dirty="0"/>
                        <a:t>E</a:t>
                      </a:r>
                    </a:p>
                  </a:txBody>
                  <a:tcPr/>
                </a:tc>
                <a:tc>
                  <a:txBody>
                    <a:bodyPr/>
                    <a:lstStyle/>
                    <a:p>
                      <a:r>
                        <a:rPr lang="fr-FR" sz="2400" dirty="0"/>
                        <a:t>A</a:t>
                      </a:r>
                    </a:p>
                  </a:txBody>
                  <a:tcPr/>
                </a:tc>
                <a:tc>
                  <a:txBody>
                    <a:bodyPr/>
                    <a:lstStyle/>
                    <a:p>
                      <a:r>
                        <a:rPr lang="fr-FR" sz="2400" dirty="0"/>
                        <a:t>F</a:t>
                      </a:r>
                    </a:p>
                  </a:txBody>
                  <a:tcPr/>
                </a:tc>
                <a:extLst>
                  <a:ext uri="{0D108BD9-81ED-4DB2-BD59-A6C34878D82A}">
                    <a16:rowId xmlns:a16="http://schemas.microsoft.com/office/drawing/2014/main" val="1201586397"/>
                  </a:ext>
                </a:extLst>
              </a:tr>
              <a:tr h="432889">
                <a:tc>
                  <a:txBody>
                    <a:bodyPr/>
                    <a:lstStyle/>
                    <a:p>
                      <a:r>
                        <a:rPr lang="fr-FR" sz="2400" dirty="0"/>
                        <a:t>F</a:t>
                      </a:r>
                    </a:p>
                  </a:txBody>
                  <a:tcPr/>
                </a:tc>
                <a:tc>
                  <a:txBody>
                    <a:bodyPr/>
                    <a:lstStyle/>
                    <a:p>
                      <a:r>
                        <a:rPr lang="fr-FR" sz="2400" dirty="0"/>
                        <a:t>CE</a:t>
                      </a:r>
                    </a:p>
                  </a:txBody>
                  <a:tcPr/>
                </a:tc>
                <a:tc>
                  <a:txBody>
                    <a:bodyPr/>
                    <a:lstStyle/>
                    <a:p>
                      <a:r>
                        <a:rPr lang="fr-FR" sz="2400" dirty="0"/>
                        <a:t>I</a:t>
                      </a:r>
                    </a:p>
                  </a:txBody>
                  <a:tcPr/>
                </a:tc>
                <a:extLst>
                  <a:ext uri="{0D108BD9-81ED-4DB2-BD59-A6C34878D82A}">
                    <a16:rowId xmlns:a16="http://schemas.microsoft.com/office/drawing/2014/main" val="3498144215"/>
                  </a:ext>
                </a:extLst>
              </a:tr>
              <a:tr h="432889">
                <a:tc>
                  <a:txBody>
                    <a:bodyPr/>
                    <a:lstStyle/>
                    <a:p>
                      <a:r>
                        <a:rPr lang="fr-FR" sz="2400" dirty="0"/>
                        <a:t>G</a:t>
                      </a:r>
                    </a:p>
                  </a:txBody>
                  <a:tcPr/>
                </a:tc>
                <a:tc>
                  <a:txBody>
                    <a:bodyPr/>
                    <a:lstStyle/>
                    <a:p>
                      <a:r>
                        <a:rPr lang="fr-FR" sz="2400" dirty="0"/>
                        <a:t>AB</a:t>
                      </a:r>
                    </a:p>
                  </a:txBody>
                  <a:tcPr/>
                </a:tc>
                <a:tc>
                  <a:txBody>
                    <a:bodyPr/>
                    <a:lstStyle/>
                    <a:p>
                      <a:r>
                        <a:rPr lang="fr-FR" sz="2400" dirty="0"/>
                        <a:t>H</a:t>
                      </a:r>
                    </a:p>
                  </a:txBody>
                  <a:tcPr/>
                </a:tc>
                <a:extLst>
                  <a:ext uri="{0D108BD9-81ED-4DB2-BD59-A6C34878D82A}">
                    <a16:rowId xmlns:a16="http://schemas.microsoft.com/office/drawing/2014/main" val="3941244177"/>
                  </a:ext>
                </a:extLst>
              </a:tr>
              <a:tr h="432889">
                <a:tc>
                  <a:txBody>
                    <a:bodyPr/>
                    <a:lstStyle/>
                    <a:p>
                      <a:r>
                        <a:rPr lang="fr-FR" sz="2400" dirty="0"/>
                        <a:t>H</a:t>
                      </a:r>
                    </a:p>
                  </a:txBody>
                  <a:tcPr/>
                </a:tc>
                <a:tc>
                  <a:txBody>
                    <a:bodyPr/>
                    <a:lstStyle/>
                    <a:p>
                      <a:r>
                        <a:rPr lang="fr-FR" sz="2400" dirty="0"/>
                        <a:t>G</a:t>
                      </a:r>
                    </a:p>
                  </a:txBody>
                  <a:tcPr/>
                </a:tc>
                <a:tc>
                  <a:txBody>
                    <a:bodyPr/>
                    <a:lstStyle/>
                    <a:p>
                      <a:r>
                        <a:rPr lang="fr-FR" sz="2400" dirty="0"/>
                        <a:t>-</a:t>
                      </a:r>
                    </a:p>
                  </a:txBody>
                  <a:tcPr/>
                </a:tc>
                <a:extLst>
                  <a:ext uri="{0D108BD9-81ED-4DB2-BD59-A6C34878D82A}">
                    <a16:rowId xmlns:a16="http://schemas.microsoft.com/office/drawing/2014/main" val="475681674"/>
                  </a:ext>
                </a:extLst>
              </a:tr>
              <a:tr h="432889">
                <a:tc>
                  <a:txBody>
                    <a:bodyPr/>
                    <a:lstStyle/>
                    <a:p>
                      <a:r>
                        <a:rPr lang="fr-FR" sz="2400" dirty="0"/>
                        <a:t>I</a:t>
                      </a:r>
                    </a:p>
                  </a:txBody>
                  <a:tcPr/>
                </a:tc>
                <a:tc>
                  <a:txBody>
                    <a:bodyPr/>
                    <a:lstStyle/>
                    <a:p>
                      <a:r>
                        <a:rPr lang="fr-FR" sz="2400" dirty="0"/>
                        <a:t>DF</a:t>
                      </a:r>
                    </a:p>
                  </a:txBody>
                  <a:tcPr/>
                </a:tc>
                <a:tc>
                  <a:txBody>
                    <a:bodyPr/>
                    <a:lstStyle/>
                    <a:p>
                      <a:r>
                        <a:rPr lang="fr-FR" sz="2400" dirty="0"/>
                        <a:t>-</a:t>
                      </a:r>
                    </a:p>
                  </a:txBody>
                  <a:tcPr/>
                </a:tc>
                <a:extLst>
                  <a:ext uri="{0D108BD9-81ED-4DB2-BD59-A6C34878D82A}">
                    <a16:rowId xmlns:a16="http://schemas.microsoft.com/office/drawing/2014/main" val="2499207408"/>
                  </a:ext>
                </a:extLst>
              </a:tr>
            </a:tbl>
          </a:graphicData>
        </a:graphic>
      </p:graphicFrame>
      <p:sp>
        <p:nvSpPr>
          <p:cNvPr id="4" name="Espace réservé du numéro de diapositive 3">
            <a:extLst>
              <a:ext uri="{FF2B5EF4-FFF2-40B4-BE49-F238E27FC236}">
                <a16:creationId xmlns:a16="http://schemas.microsoft.com/office/drawing/2014/main" id="{D8343F39-AE60-41ED-A139-6CC1AA5A4001}"/>
              </a:ext>
            </a:extLst>
          </p:cNvPr>
          <p:cNvSpPr>
            <a:spLocks noGrp="1"/>
          </p:cNvSpPr>
          <p:nvPr>
            <p:ph type="sldNum" sz="quarter" idx="12"/>
          </p:nvPr>
        </p:nvSpPr>
        <p:spPr/>
        <p:txBody>
          <a:bodyPr/>
          <a:lstStyle/>
          <a:p>
            <a:fld id="{C1A8D22D-4671-4607-98DC-1E05BB144CC2}" type="slidenum">
              <a:rPr lang="fr-FR" smtClean="0"/>
              <a:pPr/>
              <a:t>11</a:t>
            </a:fld>
            <a:endParaRPr lang="fr-FR"/>
          </a:p>
        </p:txBody>
      </p:sp>
    </p:spTree>
    <p:extLst>
      <p:ext uri="{BB962C8B-B14F-4D97-AF65-F5344CB8AC3E}">
        <p14:creationId xmlns:p14="http://schemas.microsoft.com/office/powerpoint/2010/main" val="4175072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A1A249-4690-427C-A152-CFCA00430819}"/>
              </a:ext>
            </a:extLst>
          </p:cNvPr>
          <p:cNvSpPr>
            <a:spLocks noGrp="1"/>
          </p:cNvSpPr>
          <p:nvPr>
            <p:ph type="title"/>
          </p:nvPr>
        </p:nvSpPr>
        <p:spPr>
          <a:xfrm>
            <a:off x="2269368" y="159876"/>
            <a:ext cx="8911687" cy="528797"/>
          </a:xfrm>
        </p:spPr>
        <p:txBody>
          <a:bodyPr>
            <a:normAutofit fontScale="90000"/>
          </a:bodyPr>
          <a:lstStyle/>
          <a:p>
            <a:r>
              <a:rPr lang="fr-FR" dirty="0"/>
              <a:t>Exercice</a:t>
            </a:r>
          </a:p>
        </p:txBody>
      </p:sp>
      <p:graphicFrame>
        <p:nvGraphicFramePr>
          <p:cNvPr id="5" name="Tableau 5">
            <a:extLst>
              <a:ext uri="{FF2B5EF4-FFF2-40B4-BE49-F238E27FC236}">
                <a16:creationId xmlns:a16="http://schemas.microsoft.com/office/drawing/2014/main" id="{AF067935-25A8-40FD-B439-C9562CEE9D68}"/>
              </a:ext>
            </a:extLst>
          </p:cNvPr>
          <p:cNvGraphicFramePr>
            <a:graphicFrameLocks noGrp="1"/>
          </p:cNvGraphicFramePr>
          <p:nvPr>
            <p:ph idx="1"/>
            <p:extLst>
              <p:ext uri="{D42A27DB-BD31-4B8C-83A1-F6EECF244321}">
                <p14:modId xmlns:p14="http://schemas.microsoft.com/office/powerpoint/2010/main" val="2465630413"/>
              </p:ext>
            </p:extLst>
          </p:nvPr>
        </p:nvGraphicFramePr>
        <p:xfrm>
          <a:off x="1855347" y="688673"/>
          <a:ext cx="10142048" cy="6059168"/>
        </p:xfrm>
        <a:graphic>
          <a:graphicData uri="http://schemas.openxmlformats.org/drawingml/2006/table">
            <a:tbl>
              <a:tblPr firstRow="1" bandRow="1">
                <a:tableStyleId>{5C22544A-7EE6-4342-B048-85BDC9FD1C3A}</a:tableStyleId>
              </a:tblPr>
              <a:tblGrid>
                <a:gridCol w="1209065">
                  <a:extLst>
                    <a:ext uri="{9D8B030D-6E8A-4147-A177-3AD203B41FA5}">
                      <a16:colId xmlns:a16="http://schemas.microsoft.com/office/drawing/2014/main" val="1453071633"/>
                    </a:ext>
                  </a:extLst>
                </a:gridCol>
                <a:gridCol w="5790028">
                  <a:extLst>
                    <a:ext uri="{9D8B030D-6E8A-4147-A177-3AD203B41FA5}">
                      <a16:colId xmlns:a16="http://schemas.microsoft.com/office/drawing/2014/main" val="901984873"/>
                    </a:ext>
                  </a:extLst>
                </a:gridCol>
                <a:gridCol w="1447800">
                  <a:extLst>
                    <a:ext uri="{9D8B030D-6E8A-4147-A177-3AD203B41FA5}">
                      <a16:colId xmlns:a16="http://schemas.microsoft.com/office/drawing/2014/main" val="3925590714"/>
                    </a:ext>
                  </a:extLst>
                </a:gridCol>
                <a:gridCol w="1695155">
                  <a:extLst>
                    <a:ext uri="{9D8B030D-6E8A-4147-A177-3AD203B41FA5}">
                      <a16:colId xmlns:a16="http://schemas.microsoft.com/office/drawing/2014/main" val="3517762256"/>
                    </a:ext>
                  </a:extLst>
                </a:gridCol>
              </a:tblGrid>
              <a:tr h="612720">
                <a:tc>
                  <a:txBody>
                    <a:bodyPr/>
                    <a:lstStyle/>
                    <a:p>
                      <a:r>
                        <a:rPr lang="fr-FR" dirty="0"/>
                        <a:t>Tâches</a:t>
                      </a:r>
                    </a:p>
                  </a:txBody>
                  <a:tcPr anchor="ctr"/>
                </a:tc>
                <a:tc>
                  <a:txBody>
                    <a:bodyPr/>
                    <a:lstStyle/>
                    <a:p>
                      <a:r>
                        <a:rPr lang="fr-FR"/>
                        <a:t>Durée</a:t>
                      </a:r>
                    </a:p>
                  </a:txBody>
                  <a:tcPr anchor="ctr"/>
                </a:tc>
                <a:tc>
                  <a:txBody>
                    <a:bodyPr/>
                    <a:lstStyle/>
                    <a:p>
                      <a:r>
                        <a:rPr lang="fr-FR" dirty="0"/>
                        <a:t>Durée</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dirty="0"/>
                        <a:t>Antériorités</a:t>
                      </a:r>
                    </a:p>
                    <a:p>
                      <a:endParaRPr lang="fr-FR" dirty="0"/>
                    </a:p>
                  </a:txBody>
                  <a:tcPr/>
                </a:tc>
                <a:extLst>
                  <a:ext uri="{0D108BD9-81ED-4DB2-BD59-A6C34878D82A}">
                    <a16:rowId xmlns:a16="http://schemas.microsoft.com/office/drawing/2014/main" val="1157764486"/>
                  </a:ext>
                </a:extLst>
              </a:tr>
              <a:tr h="350126">
                <a:tc>
                  <a:txBody>
                    <a:bodyPr/>
                    <a:lstStyle/>
                    <a:p>
                      <a:r>
                        <a:rPr lang="fr-FR" dirty="0"/>
                        <a:t>A</a:t>
                      </a:r>
                    </a:p>
                  </a:txBody>
                  <a:tcPr anchor="ctr"/>
                </a:tc>
                <a:tc>
                  <a:txBody>
                    <a:bodyPr/>
                    <a:lstStyle/>
                    <a:p>
                      <a:r>
                        <a:rPr lang="fr-FR" dirty="0"/>
                        <a:t>Préparation moteur</a:t>
                      </a:r>
                    </a:p>
                  </a:txBody>
                  <a:tcPr anchor="ctr"/>
                </a:tc>
                <a:tc>
                  <a:txBody>
                    <a:bodyPr/>
                    <a:lstStyle/>
                    <a:p>
                      <a:r>
                        <a:rPr lang="fr-FR"/>
                        <a:t>4</a:t>
                      </a:r>
                    </a:p>
                  </a:txBody>
                  <a:tcPr anchor="ctr"/>
                </a:tc>
                <a:tc>
                  <a:txBody>
                    <a:bodyPr/>
                    <a:lstStyle/>
                    <a:p>
                      <a:endParaRPr lang="fr-FR"/>
                    </a:p>
                  </a:txBody>
                  <a:tcPr anchor="ctr"/>
                </a:tc>
                <a:extLst>
                  <a:ext uri="{0D108BD9-81ED-4DB2-BD59-A6C34878D82A}">
                    <a16:rowId xmlns:a16="http://schemas.microsoft.com/office/drawing/2014/main" val="1743201287"/>
                  </a:ext>
                </a:extLst>
              </a:tr>
              <a:tr h="554672">
                <a:tc>
                  <a:txBody>
                    <a:bodyPr/>
                    <a:lstStyle/>
                    <a:p>
                      <a:r>
                        <a:rPr lang="fr-FR" dirty="0"/>
                        <a:t>B</a:t>
                      </a:r>
                    </a:p>
                  </a:txBody>
                  <a:tcPr anchor="ctr"/>
                </a:tc>
                <a:tc>
                  <a:txBody>
                    <a:bodyPr/>
                    <a:lstStyle/>
                    <a:p>
                      <a:r>
                        <a:rPr lang="fr-FR"/>
                        <a:t>Démontage et nettoyage du turbocompresseur</a:t>
                      </a:r>
                    </a:p>
                  </a:txBody>
                  <a:tcPr anchor="ctr"/>
                </a:tc>
                <a:tc>
                  <a:txBody>
                    <a:bodyPr/>
                    <a:lstStyle/>
                    <a:p>
                      <a:r>
                        <a:rPr lang="fr-FR"/>
                        <a:t>8</a:t>
                      </a:r>
                    </a:p>
                  </a:txBody>
                  <a:tcPr anchor="ctr"/>
                </a:tc>
                <a:tc>
                  <a:txBody>
                    <a:bodyPr/>
                    <a:lstStyle/>
                    <a:p>
                      <a:endParaRPr lang="fr-FR"/>
                    </a:p>
                  </a:txBody>
                  <a:tcPr anchor="ctr"/>
                </a:tc>
                <a:extLst>
                  <a:ext uri="{0D108BD9-81ED-4DB2-BD59-A6C34878D82A}">
                    <a16:rowId xmlns:a16="http://schemas.microsoft.com/office/drawing/2014/main" val="462661781"/>
                  </a:ext>
                </a:extLst>
              </a:tr>
              <a:tr h="554672">
                <a:tc>
                  <a:txBody>
                    <a:bodyPr/>
                    <a:lstStyle/>
                    <a:p>
                      <a:r>
                        <a:rPr lang="fr-FR" dirty="0"/>
                        <a:t>C</a:t>
                      </a:r>
                    </a:p>
                  </a:txBody>
                  <a:tcPr anchor="ctr"/>
                </a:tc>
                <a:tc>
                  <a:txBody>
                    <a:bodyPr/>
                    <a:lstStyle/>
                    <a:p>
                      <a:r>
                        <a:rPr lang="fr-FR"/>
                        <a:t>Nettoyage de l'armoire électrique</a:t>
                      </a:r>
                    </a:p>
                  </a:txBody>
                  <a:tcPr anchor="ctr"/>
                </a:tc>
                <a:tc>
                  <a:txBody>
                    <a:bodyPr/>
                    <a:lstStyle/>
                    <a:p>
                      <a:r>
                        <a:rPr lang="fr-FR"/>
                        <a:t>1</a:t>
                      </a:r>
                    </a:p>
                  </a:txBody>
                  <a:tcPr anchor="ctr"/>
                </a:tc>
                <a:tc>
                  <a:txBody>
                    <a:bodyPr/>
                    <a:lstStyle/>
                    <a:p>
                      <a:endParaRPr lang="fr-FR"/>
                    </a:p>
                  </a:txBody>
                  <a:tcPr anchor="ctr"/>
                </a:tc>
                <a:extLst>
                  <a:ext uri="{0D108BD9-81ED-4DB2-BD59-A6C34878D82A}">
                    <a16:rowId xmlns:a16="http://schemas.microsoft.com/office/drawing/2014/main" val="3427742704"/>
                  </a:ext>
                </a:extLst>
              </a:tr>
              <a:tr h="612720">
                <a:tc>
                  <a:txBody>
                    <a:bodyPr/>
                    <a:lstStyle/>
                    <a:p>
                      <a:r>
                        <a:rPr lang="fr-FR" dirty="0"/>
                        <a:t>D</a:t>
                      </a:r>
                    </a:p>
                  </a:txBody>
                  <a:tcPr anchor="ctr"/>
                </a:tc>
                <a:tc>
                  <a:txBody>
                    <a:bodyPr/>
                    <a:lstStyle/>
                    <a:p>
                      <a:r>
                        <a:rPr lang="fr-FR"/>
                        <a:t>Vérification des contacteurs et du serrage des bornes</a:t>
                      </a:r>
                    </a:p>
                  </a:txBody>
                  <a:tcPr anchor="ctr"/>
                </a:tc>
                <a:tc>
                  <a:txBody>
                    <a:bodyPr/>
                    <a:lstStyle/>
                    <a:p>
                      <a:r>
                        <a:rPr lang="fr-FR" dirty="0"/>
                        <a:t>1</a:t>
                      </a:r>
                    </a:p>
                  </a:txBody>
                  <a:tcPr anchor="ctr"/>
                </a:tc>
                <a:tc>
                  <a:txBody>
                    <a:bodyPr/>
                    <a:lstStyle/>
                    <a:p>
                      <a:r>
                        <a:rPr lang="fr-FR" b="1"/>
                        <a:t>C</a:t>
                      </a:r>
                      <a:endParaRPr lang="fr-FR"/>
                    </a:p>
                  </a:txBody>
                  <a:tcPr anchor="ctr"/>
                </a:tc>
                <a:extLst>
                  <a:ext uri="{0D108BD9-81ED-4DB2-BD59-A6C34878D82A}">
                    <a16:rowId xmlns:a16="http://schemas.microsoft.com/office/drawing/2014/main" val="2289897301"/>
                  </a:ext>
                </a:extLst>
              </a:tr>
              <a:tr h="350126">
                <a:tc>
                  <a:txBody>
                    <a:bodyPr/>
                    <a:lstStyle/>
                    <a:p>
                      <a:r>
                        <a:rPr lang="fr-FR" dirty="0"/>
                        <a:t>E</a:t>
                      </a:r>
                    </a:p>
                  </a:txBody>
                  <a:tcPr anchor="ctr"/>
                </a:tc>
                <a:tc>
                  <a:txBody>
                    <a:bodyPr/>
                    <a:lstStyle/>
                    <a:p>
                      <a:r>
                        <a:rPr lang="fr-FR"/>
                        <a:t>Révision de la pompe à injection</a:t>
                      </a:r>
                    </a:p>
                  </a:txBody>
                  <a:tcPr anchor="ctr"/>
                </a:tc>
                <a:tc>
                  <a:txBody>
                    <a:bodyPr/>
                    <a:lstStyle/>
                    <a:p>
                      <a:r>
                        <a:rPr lang="fr-FR"/>
                        <a:t>6</a:t>
                      </a:r>
                    </a:p>
                  </a:txBody>
                  <a:tcPr anchor="ctr"/>
                </a:tc>
                <a:tc>
                  <a:txBody>
                    <a:bodyPr/>
                    <a:lstStyle/>
                    <a:p>
                      <a:r>
                        <a:rPr lang="fr-FR" b="1"/>
                        <a:t>A</a:t>
                      </a:r>
                      <a:endParaRPr lang="fr-FR"/>
                    </a:p>
                  </a:txBody>
                  <a:tcPr anchor="ctr"/>
                </a:tc>
                <a:extLst>
                  <a:ext uri="{0D108BD9-81ED-4DB2-BD59-A6C34878D82A}">
                    <a16:rowId xmlns:a16="http://schemas.microsoft.com/office/drawing/2014/main" val="3662605507"/>
                  </a:ext>
                </a:extLst>
              </a:tr>
              <a:tr h="350126">
                <a:tc>
                  <a:txBody>
                    <a:bodyPr/>
                    <a:lstStyle/>
                    <a:p>
                      <a:r>
                        <a:rPr lang="fr-FR" dirty="0"/>
                        <a:t>F</a:t>
                      </a:r>
                    </a:p>
                  </a:txBody>
                  <a:tcPr anchor="ctr"/>
                </a:tc>
                <a:tc>
                  <a:txBody>
                    <a:bodyPr/>
                    <a:lstStyle/>
                    <a:p>
                      <a:r>
                        <a:rPr lang="fr-FR"/>
                        <a:t>Changer les injecteurs</a:t>
                      </a:r>
                    </a:p>
                  </a:txBody>
                  <a:tcPr anchor="ctr"/>
                </a:tc>
                <a:tc>
                  <a:txBody>
                    <a:bodyPr/>
                    <a:lstStyle/>
                    <a:p>
                      <a:r>
                        <a:rPr lang="fr-FR"/>
                        <a:t>3</a:t>
                      </a:r>
                    </a:p>
                  </a:txBody>
                  <a:tcPr anchor="ctr"/>
                </a:tc>
                <a:tc>
                  <a:txBody>
                    <a:bodyPr/>
                    <a:lstStyle/>
                    <a:p>
                      <a:r>
                        <a:rPr lang="fr-FR" b="1" dirty="0"/>
                        <a:t>A</a:t>
                      </a:r>
                      <a:endParaRPr lang="fr-FR" dirty="0"/>
                    </a:p>
                  </a:txBody>
                  <a:tcPr anchor="ctr"/>
                </a:tc>
                <a:extLst>
                  <a:ext uri="{0D108BD9-81ED-4DB2-BD59-A6C34878D82A}">
                    <a16:rowId xmlns:a16="http://schemas.microsoft.com/office/drawing/2014/main" val="3086994326"/>
                  </a:ext>
                </a:extLst>
              </a:tr>
              <a:tr h="554672">
                <a:tc>
                  <a:txBody>
                    <a:bodyPr/>
                    <a:lstStyle/>
                    <a:p>
                      <a:r>
                        <a:rPr lang="fr-FR" dirty="0"/>
                        <a:t>G</a:t>
                      </a:r>
                    </a:p>
                  </a:txBody>
                  <a:tcPr anchor="ctr"/>
                </a:tc>
                <a:tc>
                  <a:txBody>
                    <a:bodyPr/>
                    <a:lstStyle/>
                    <a:p>
                      <a:r>
                        <a:rPr lang="fr-FR"/>
                        <a:t>Remontage et contrôle du turbocompresseur</a:t>
                      </a:r>
                    </a:p>
                  </a:txBody>
                  <a:tcPr anchor="ctr"/>
                </a:tc>
                <a:tc>
                  <a:txBody>
                    <a:bodyPr/>
                    <a:lstStyle/>
                    <a:p>
                      <a:r>
                        <a:rPr lang="fr-FR"/>
                        <a:t>5</a:t>
                      </a:r>
                    </a:p>
                  </a:txBody>
                  <a:tcPr anchor="ctr"/>
                </a:tc>
                <a:tc>
                  <a:txBody>
                    <a:bodyPr/>
                    <a:lstStyle/>
                    <a:p>
                      <a:r>
                        <a:rPr lang="fr-FR" b="1"/>
                        <a:t>B</a:t>
                      </a:r>
                      <a:endParaRPr lang="fr-FR"/>
                    </a:p>
                  </a:txBody>
                  <a:tcPr anchor="ctr"/>
                </a:tc>
                <a:extLst>
                  <a:ext uri="{0D108BD9-81ED-4DB2-BD59-A6C34878D82A}">
                    <a16:rowId xmlns:a16="http://schemas.microsoft.com/office/drawing/2014/main" val="2872294465"/>
                  </a:ext>
                </a:extLst>
              </a:tr>
              <a:tr h="350126">
                <a:tc>
                  <a:txBody>
                    <a:bodyPr/>
                    <a:lstStyle/>
                    <a:p>
                      <a:r>
                        <a:rPr lang="fr-FR" dirty="0"/>
                        <a:t>H</a:t>
                      </a:r>
                    </a:p>
                  </a:txBody>
                  <a:tcPr anchor="ctr"/>
                </a:tc>
                <a:tc>
                  <a:txBody>
                    <a:bodyPr/>
                    <a:lstStyle/>
                    <a:p>
                      <a:r>
                        <a:rPr lang="fr-FR"/>
                        <a:t>Contrôle de l'injection</a:t>
                      </a:r>
                    </a:p>
                  </a:txBody>
                  <a:tcPr anchor="ctr"/>
                </a:tc>
                <a:tc>
                  <a:txBody>
                    <a:bodyPr/>
                    <a:lstStyle/>
                    <a:p>
                      <a:r>
                        <a:rPr lang="fr-FR"/>
                        <a:t>3</a:t>
                      </a:r>
                    </a:p>
                  </a:txBody>
                  <a:tcPr anchor="ctr"/>
                </a:tc>
                <a:tc>
                  <a:txBody>
                    <a:bodyPr/>
                    <a:lstStyle/>
                    <a:p>
                      <a:r>
                        <a:rPr lang="fr-FR" b="1"/>
                        <a:t>E, F, G</a:t>
                      </a:r>
                      <a:endParaRPr lang="fr-FR"/>
                    </a:p>
                  </a:txBody>
                  <a:tcPr anchor="ctr"/>
                </a:tc>
                <a:extLst>
                  <a:ext uri="{0D108BD9-81ED-4DB2-BD59-A6C34878D82A}">
                    <a16:rowId xmlns:a16="http://schemas.microsoft.com/office/drawing/2014/main" val="2859946686"/>
                  </a:ext>
                </a:extLst>
              </a:tr>
              <a:tr h="554672">
                <a:tc>
                  <a:txBody>
                    <a:bodyPr/>
                    <a:lstStyle/>
                    <a:p>
                      <a:r>
                        <a:rPr lang="fr-FR" dirty="0"/>
                        <a:t>I</a:t>
                      </a:r>
                    </a:p>
                  </a:txBody>
                  <a:tcPr anchor="ctr"/>
                </a:tc>
                <a:tc>
                  <a:txBody>
                    <a:bodyPr/>
                    <a:lstStyle/>
                    <a:p>
                      <a:r>
                        <a:rPr lang="fr-FR"/>
                        <a:t>Vérification des différentiels et des thermiques</a:t>
                      </a:r>
                    </a:p>
                  </a:txBody>
                  <a:tcPr anchor="ctr"/>
                </a:tc>
                <a:tc>
                  <a:txBody>
                    <a:bodyPr/>
                    <a:lstStyle/>
                    <a:p>
                      <a:r>
                        <a:rPr lang="fr-FR"/>
                        <a:t>1</a:t>
                      </a:r>
                    </a:p>
                  </a:txBody>
                  <a:tcPr anchor="ctr"/>
                </a:tc>
                <a:tc>
                  <a:txBody>
                    <a:bodyPr/>
                    <a:lstStyle/>
                    <a:p>
                      <a:r>
                        <a:rPr lang="fr-FR" b="1"/>
                        <a:t>D</a:t>
                      </a:r>
                      <a:endParaRPr lang="fr-FR"/>
                    </a:p>
                  </a:txBody>
                  <a:tcPr anchor="ctr"/>
                </a:tc>
                <a:extLst>
                  <a:ext uri="{0D108BD9-81ED-4DB2-BD59-A6C34878D82A}">
                    <a16:rowId xmlns:a16="http://schemas.microsoft.com/office/drawing/2014/main" val="2950898584"/>
                  </a:ext>
                </a:extLst>
              </a:tr>
              <a:tr h="350126">
                <a:tc>
                  <a:txBody>
                    <a:bodyPr/>
                    <a:lstStyle/>
                    <a:p>
                      <a:r>
                        <a:rPr lang="fr-FR" dirty="0"/>
                        <a:t>J</a:t>
                      </a:r>
                    </a:p>
                  </a:txBody>
                  <a:tcPr anchor="ctr"/>
                </a:tc>
                <a:tc>
                  <a:txBody>
                    <a:bodyPr/>
                    <a:lstStyle/>
                    <a:p>
                      <a:r>
                        <a:rPr lang="fr-FR"/>
                        <a:t>Contrôle de l'alternateur</a:t>
                      </a:r>
                    </a:p>
                  </a:txBody>
                  <a:tcPr anchor="ctr"/>
                </a:tc>
                <a:tc>
                  <a:txBody>
                    <a:bodyPr/>
                    <a:lstStyle/>
                    <a:p>
                      <a:r>
                        <a:rPr lang="fr-FR"/>
                        <a:t>2</a:t>
                      </a:r>
                    </a:p>
                  </a:txBody>
                  <a:tcPr anchor="ctr"/>
                </a:tc>
                <a:tc>
                  <a:txBody>
                    <a:bodyPr/>
                    <a:lstStyle/>
                    <a:p>
                      <a:r>
                        <a:rPr lang="fr-FR" b="1"/>
                        <a:t>I</a:t>
                      </a:r>
                      <a:endParaRPr lang="fr-FR"/>
                    </a:p>
                  </a:txBody>
                  <a:tcPr anchor="ctr"/>
                </a:tc>
                <a:extLst>
                  <a:ext uri="{0D108BD9-81ED-4DB2-BD59-A6C34878D82A}">
                    <a16:rowId xmlns:a16="http://schemas.microsoft.com/office/drawing/2014/main" val="941820691"/>
                  </a:ext>
                </a:extLst>
              </a:tr>
              <a:tr h="350126">
                <a:tc>
                  <a:txBody>
                    <a:bodyPr/>
                    <a:lstStyle/>
                    <a:p>
                      <a:r>
                        <a:rPr lang="fr-FR" dirty="0"/>
                        <a:t>K</a:t>
                      </a:r>
                    </a:p>
                  </a:txBody>
                  <a:tcPr anchor="ctr"/>
                </a:tc>
                <a:tc>
                  <a:txBody>
                    <a:bodyPr/>
                    <a:lstStyle/>
                    <a:p>
                      <a:r>
                        <a:rPr lang="fr-FR"/>
                        <a:t>Contrôle de l'avance</a:t>
                      </a:r>
                    </a:p>
                  </a:txBody>
                  <a:tcPr anchor="ctr"/>
                </a:tc>
                <a:tc>
                  <a:txBody>
                    <a:bodyPr/>
                    <a:lstStyle/>
                    <a:p>
                      <a:r>
                        <a:rPr lang="fr-FR"/>
                        <a:t>2</a:t>
                      </a:r>
                    </a:p>
                  </a:txBody>
                  <a:tcPr anchor="ctr"/>
                </a:tc>
                <a:tc>
                  <a:txBody>
                    <a:bodyPr/>
                    <a:lstStyle/>
                    <a:p>
                      <a:r>
                        <a:rPr lang="fr-FR" b="1"/>
                        <a:t>H</a:t>
                      </a:r>
                      <a:endParaRPr lang="fr-FR"/>
                    </a:p>
                  </a:txBody>
                  <a:tcPr anchor="ctr"/>
                </a:tc>
                <a:extLst>
                  <a:ext uri="{0D108BD9-81ED-4DB2-BD59-A6C34878D82A}">
                    <a16:rowId xmlns:a16="http://schemas.microsoft.com/office/drawing/2014/main" val="1031954310"/>
                  </a:ext>
                </a:extLst>
              </a:tr>
              <a:tr h="350126">
                <a:tc>
                  <a:txBody>
                    <a:bodyPr/>
                    <a:lstStyle/>
                    <a:p>
                      <a:r>
                        <a:rPr lang="fr-FR" dirty="0"/>
                        <a:t>L</a:t>
                      </a:r>
                    </a:p>
                  </a:txBody>
                  <a:tcPr anchor="ctr"/>
                </a:tc>
                <a:tc>
                  <a:txBody>
                    <a:bodyPr/>
                    <a:lstStyle/>
                    <a:p>
                      <a:r>
                        <a:rPr lang="fr-FR"/>
                        <a:t>Contrôle du groupe électrogène</a:t>
                      </a:r>
                    </a:p>
                  </a:txBody>
                  <a:tcPr anchor="ctr"/>
                </a:tc>
                <a:tc>
                  <a:txBody>
                    <a:bodyPr/>
                    <a:lstStyle/>
                    <a:p>
                      <a:r>
                        <a:rPr lang="fr-FR"/>
                        <a:t>5</a:t>
                      </a:r>
                    </a:p>
                  </a:txBody>
                  <a:tcPr anchor="ctr"/>
                </a:tc>
                <a:tc>
                  <a:txBody>
                    <a:bodyPr/>
                    <a:lstStyle/>
                    <a:p>
                      <a:r>
                        <a:rPr lang="fr-FR" b="1" dirty="0"/>
                        <a:t>J, K</a:t>
                      </a:r>
                      <a:endParaRPr lang="fr-FR" dirty="0"/>
                    </a:p>
                  </a:txBody>
                  <a:tcPr anchor="ctr"/>
                </a:tc>
                <a:extLst>
                  <a:ext uri="{0D108BD9-81ED-4DB2-BD59-A6C34878D82A}">
                    <a16:rowId xmlns:a16="http://schemas.microsoft.com/office/drawing/2014/main" val="80759237"/>
                  </a:ext>
                </a:extLst>
              </a:tr>
            </a:tbl>
          </a:graphicData>
        </a:graphic>
      </p:graphicFrame>
      <p:sp>
        <p:nvSpPr>
          <p:cNvPr id="4" name="Espace réservé du numéro de diapositive 3">
            <a:extLst>
              <a:ext uri="{FF2B5EF4-FFF2-40B4-BE49-F238E27FC236}">
                <a16:creationId xmlns:a16="http://schemas.microsoft.com/office/drawing/2014/main" id="{18C0F158-30AC-4F70-BAFC-FA5D3687340B}"/>
              </a:ext>
            </a:extLst>
          </p:cNvPr>
          <p:cNvSpPr>
            <a:spLocks noGrp="1"/>
          </p:cNvSpPr>
          <p:nvPr>
            <p:ph type="sldNum" sz="quarter" idx="12"/>
          </p:nvPr>
        </p:nvSpPr>
        <p:spPr/>
        <p:txBody>
          <a:bodyPr/>
          <a:lstStyle/>
          <a:p>
            <a:fld id="{C1A8D22D-4671-4607-98DC-1E05BB144CC2}" type="slidenum">
              <a:rPr lang="fr-FR" smtClean="0"/>
              <a:pPr/>
              <a:t>12</a:t>
            </a:fld>
            <a:endParaRPr lang="fr-FR"/>
          </a:p>
        </p:txBody>
      </p:sp>
    </p:spTree>
    <p:extLst>
      <p:ext uri="{BB962C8B-B14F-4D97-AF65-F5344CB8AC3E}">
        <p14:creationId xmlns:p14="http://schemas.microsoft.com/office/powerpoint/2010/main" val="1057070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0B5529E8-8736-4F4D-B6E4-61D8A36A0AC0}"/>
              </a:ext>
            </a:extLst>
          </p:cNvPr>
          <p:cNvSpPr>
            <a:spLocks noGrp="1"/>
          </p:cNvSpPr>
          <p:nvPr>
            <p:ph type="sldNum" sz="quarter" idx="12"/>
          </p:nvPr>
        </p:nvSpPr>
        <p:spPr/>
        <p:txBody>
          <a:bodyPr/>
          <a:lstStyle/>
          <a:p>
            <a:fld id="{C1A8D22D-4671-4607-98DC-1E05BB144CC2}" type="slidenum">
              <a:rPr lang="fr-FR" smtClean="0"/>
              <a:pPr/>
              <a:t>13</a:t>
            </a:fld>
            <a:endParaRPr lang="fr-FR"/>
          </a:p>
        </p:txBody>
      </p:sp>
      <p:pic>
        <p:nvPicPr>
          <p:cNvPr id="6" name="Image 5">
            <a:extLst>
              <a:ext uri="{FF2B5EF4-FFF2-40B4-BE49-F238E27FC236}">
                <a16:creationId xmlns:a16="http://schemas.microsoft.com/office/drawing/2014/main" id="{E6B97FC2-491F-4FBB-966A-CBC528578CD8}"/>
              </a:ext>
            </a:extLst>
          </p:cNvPr>
          <p:cNvPicPr>
            <a:picLocks noChangeAspect="1"/>
          </p:cNvPicPr>
          <p:nvPr/>
        </p:nvPicPr>
        <p:blipFill>
          <a:blip r:embed="rId2"/>
          <a:stretch>
            <a:fillRect/>
          </a:stretch>
        </p:blipFill>
        <p:spPr>
          <a:xfrm>
            <a:off x="1058228" y="472440"/>
            <a:ext cx="10813732" cy="5928360"/>
          </a:xfrm>
          <a:prstGeom prst="rect">
            <a:avLst/>
          </a:prstGeom>
        </p:spPr>
      </p:pic>
    </p:spTree>
    <p:extLst>
      <p:ext uri="{BB962C8B-B14F-4D97-AF65-F5344CB8AC3E}">
        <p14:creationId xmlns:p14="http://schemas.microsoft.com/office/powerpoint/2010/main" val="1416388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22DACDAE-B90F-49BF-B233-5C7B4DA52AB1}"/>
              </a:ext>
            </a:extLst>
          </p:cNvPr>
          <p:cNvSpPr>
            <a:spLocks noGrp="1"/>
          </p:cNvSpPr>
          <p:nvPr>
            <p:ph type="sldNum" sz="quarter" idx="12"/>
          </p:nvPr>
        </p:nvSpPr>
        <p:spPr/>
        <p:txBody>
          <a:bodyPr/>
          <a:lstStyle/>
          <a:p>
            <a:fld id="{C1A8D22D-4671-4607-98DC-1E05BB144CC2}" type="slidenum">
              <a:rPr lang="fr-FR" smtClean="0"/>
              <a:pPr/>
              <a:t>14</a:t>
            </a:fld>
            <a:endParaRPr lang="fr-FR"/>
          </a:p>
        </p:txBody>
      </p:sp>
      <p:graphicFrame>
        <p:nvGraphicFramePr>
          <p:cNvPr id="6" name="Tableau 5">
            <a:extLst>
              <a:ext uri="{FF2B5EF4-FFF2-40B4-BE49-F238E27FC236}">
                <a16:creationId xmlns:a16="http://schemas.microsoft.com/office/drawing/2014/main" id="{B6A9CD74-33ED-49A5-A052-735CF42EFFF9}"/>
              </a:ext>
            </a:extLst>
          </p:cNvPr>
          <p:cNvGraphicFramePr>
            <a:graphicFrameLocks/>
          </p:cNvGraphicFramePr>
          <p:nvPr>
            <p:extLst>
              <p:ext uri="{D42A27DB-BD31-4B8C-83A1-F6EECF244321}">
                <p14:modId xmlns:p14="http://schemas.microsoft.com/office/powerpoint/2010/main" val="4254520877"/>
              </p:ext>
            </p:extLst>
          </p:nvPr>
        </p:nvGraphicFramePr>
        <p:xfrm>
          <a:off x="209427" y="275936"/>
          <a:ext cx="2590044" cy="6582062"/>
        </p:xfrm>
        <a:graphic>
          <a:graphicData uri="http://schemas.openxmlformats.org/drawingml/2006/table">
            <a:tbl>
              <a:tblPr firstRow="1" bandRow="1">
                <a:tableStyleId>{5C22544A-7EE6-4342-B048-85BDC9FD1C3A}</a:tableStyleId>
              </a:tblPr>
              <a:tblGrid>
                <a:gridCol w="719558">
                  <a:extLst>
                    <a:ext uri="{9D8B030D-6E8A-4147-A177-3AD203B41FA5}">
                      <a16:colId xmlns:a16="http://schemas.microsoft.com/office/drawing/2014/main" val="1453071633"/>
                    </a:ext>
                  </a:extLst>
                </a:gridCol>
                <a:gridCol w="861638">
                  <a:extLst>
                    <a:ext uri="{9D8B030D-6E8A-4147-A177-3AD203B41FA5}">
                      <a16:colId xmlns:a16="http://schemas.microsoft.com/office/drawing/2014/main" val="3925590714"/>
                    </a:ext>
                  </a:extLst>
                </a:gridCol>
                <a:gridCol w="1008848">
                  <a:extLst>
                    <a:ext uri="{9D8B030D-6E8A-4147-A177-3AD203B41FA5}">
                      <a16:colId xmlns:a16="http://schemas.microsoft.com/office/drawing/2014/main" val="3517762256"/>
                    </a:ext>
                  </a:extLst>
                </a:gridCol>
              </a:tblGrid>
              <a:tr h="954411">
                <a:tc>
                  <a:txBody>
                    <a:bodyPr/>
                    <a:lstStyle/>
                    <a:p>
                      <a:r>
                        <a:rPr lang="fr-FR" dirty="0"/>
                        <a:t>T</a:t>
                      </a:r>
                    </a:p>
                  </a:txBody>
                  <a:tcPr anchor="ctr"/>
                </a:tc>
                <a:tc>
                  <a:txBody>
                    <a:bodyPr/>
                    <a:lstStyle/>
                    <a:p>
                      <a:r>
                        <a:rPr lang="fr-FR" dirty="0"/>
                        <a:t>D</a:t>
                      </a:r>
                    </a:p>
                  </a:txBody>
                  <a:tcPr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dirty="0" err="1"/>
                        <a:t>Antér</a:t>
                      </a:r>
                      <a:endParaRPr lang="fr-FR" dirty="0"/>
                    </a:p>
                    <a:p>
                      <a:endParaRPr lang="fr-FR" dirty="0"/>
                    </a:p>
                  </a:txBody>
                  <a:tcPr/>
                </a:tc>
                <a:extLst>
                  <a:ext uri="{0D108BD9-81ED-4DB2-BD59-A6C34878D82A}">
                    <a16:rowId xmlns:a16="http://schemas.microsoft.com/office/drawing/2014/main" val="1157764486"/>
                  </a:ext>
                </a:extLst>
              </a:tr>
              <a:tr h="381764">
                <a:tc>
                  <a:txBody>
                    <a:bodyPr/>
                    <a:lstStyle/>
                    <a:p>
                      <a:r>
                        <a:rPr lang="fr-FR" dirty="0"/>
                        <a:t>A</a:t>
                      </a:r>
                    </a:p>
                  </a:txBody>
                  <a:tcPr anchor="ctr"/>
                </a:tc>
                <a:tc>
                  <a:txBody>
                    <a:bodyPr/>
                    <a:lstStyle/>
                    <a:p>
                      <a:r>
                        <a:rPr lang="fr-FR"/>
                        <a:t>4</a:t>
                      </a:r>
                    </a:p>
                  </a:txBody>
                  <a:tcPr anchor="ctr"/>
                </a:tc>
                <a:tc>
                  <a:txBody>
                    <a:bodyPr/>
                    <a:lstStyle/>
                    <a:p>
                      <a:endParaRPr lang="fr-FR"/>
                    </a:p>
                  </a:txBody>
                  <a:tcPr anchor="ctr"/>
                </a:tc>
                <a:extLst>
                  <a:ext uri="{0D108BD9-81ED-4DB2-BD59-A6C34878D82A}">
                    <a16:rowId xmlns:a16="http://schemas.microsoft.com/office/drawing/2014/main" val="1743201287"/>
                  </a:ext>
                </a:extLst>
              </a:tr>
              <a:tr h="578943">
                <a:tc>
                  <a:txBody>
                    <a:bodyPr/>
                    <a:lstStyle/>
                    <a:p>
                      <a:r>
                        <a:rPr lang="fr-FR" dirty="0"/>
                        <a:t>B</a:t>
                      </a:r>
                    </a:p>
                  </a:txBody>
                  <a:tcPr anchor="ctr"/>
                </a:tc>
                <a:tc>
                  <a:txBody>
                    <a:bodyPr/>
                    <a:lstStyle/>
                    <a:p>
                      <a:r>
                        <a:rPr lang="fr-FR"/>
                        <a:t>8</a:t>
                      </a:r>
                    </a:p>
                  </a:txBody>
                  <a:tcPr anchor="ctr"/>
                </a:tc>
                <a:tc>
                  <a:txBody>
                    <a:bodyPr/>
                    <a:lstStyle/>
                    <a:p>
                      <a:endParaRPr lang="fr-FR"/>
                    </a:p>
                  </a:txBody>
                  <a:tcPr anchor="ctr"/>
                </a:tc>
                <a:extLst>
                  <a:ext uri="{0D108BD9-81ED-4DB2-BD59-A6C34878D82A}">
                    <a16:rowId xmlns:a16="http://schemas.microsoft.com/office/drawing/2014/main" val="462661781"/>
                  </a:ext>
                </a:extLst>
              </a:tr>
              <a:tr h="578943">
                <a:tc>
                  <a:txBody>
                    <a:bodyPr/>
                    <a:lstStyle/>
                    <a:p>
                      <a:r>
                        <a:rPr lang="fr-FR" dirty="0"/>
                        <a:t>C</a:t>
                      </a:r>
                    </a:p>
                  </a:txBody>
                  <a:tcPr anchor="ctr"/>
                </a:tc>
                <a:tc>
                  <a:txBody>
                    <a:bodyPr/>
                    <a:lstStyle/>
                    <a:p>
                      <a:r>
                        <a:rPr lang="fr-FR"/>
                        <a:t>1</a:t>
                      </a:r>
                    </a:p>
                  </a:txBody>
                  <a:tcPr anchor="ctr"/>
                </a:tc>
                <a:tc>
                  <a:txBody>
                    <a:bodyPr/>
                    <a:lstStyle/>
                    <a:p>
                      <a:endParaRPr lang="fr-FR"/>
                    </a:p>
                  </a:txBody>
                  <a:tcPr anchor="ctr"/>
                </a:tc>
                <a:extLst>
                  <a:ext uri="{0D108BD9-81ED-4DB2-BD59-A6C34878D82A}">
                    <a16:rowId xmlns:a16="http://schemas.microsoft.com/office/drawing/2014/main" val="3427742704"/>
                  </a:ext>
                </a:extLst>
              </a:tr>
              <a:tr h="639531">
                <a:tc>
                  <a:txBody>
                    <a:bodyPr/>
                    <a:lstStyle/>
                    <a:p>
                      <a:r>
                        <a:rPr lang="fr-FR" dirty="0"/>
                        <a:t>D</a:t>
                      </a:r>
                    </a:p>
                  </a:txBody>
                  <a:tcPr anchor="ctr"/>
                </a:tc>
                <a:tc>
                  <a:txBody>
                    <a:bodyPr/>
                    <a:lstStyle/>
                    <a:p>
                      <a:r>
                        <a:rPr lang="fr-FR" dirty="0"/>
                        <a:t>1</a:t>
                      </a:r>
                    </a:p>
                  </a:txBody>
                  <a:tcPr anchor="ctr"/>
                </a:tc>
                <a:tc>
                  <a:txBody>
                    <a:bodyPr/>
                    <a:lstStyle/>
                    <a:p>
                      <a:r>
                        <a:rPr lang="fr-FR" b="1"/>
                        <a:t>C</a:t>
                      </a:r>
                      <a:endParaRPr lang="fr-FR"/>
                    </a:p>
                  </a:txBody>
                  <a:tcPr anchor="ctr"/>
                </a:tc>
                <a:extLst>
                  <a:ext uri="{0D108BD9-81ED-4DB2-BD59-A6C34878D82A}">
                    <a16:rowId xmlns:a16="http://schemas.microsoft.com/office/drawing/2014/main" val="2289897301"/>
                  </a:ext>
                </a:extLst>
              </a:tr>
              <a:tr h="381764">
                <a:tc>
                  <a:txBody>
                    <a:bodyPr/>
                    <a:lstStyle/>
                    <a:p>
                      <a:r>
                        <a:rPr lang="fr-FR" dirty="0"/>
                        <a:t>E</a:t>
                      </a:r>
                    </a:p>
                  </a:txBody>
                  <a:tcPr anchor="ctr"/>
                </a:tc>
                <a:tc>
                  <a:txBody>
                    <a:bodyPr/>
                    <a:lstStyle/>
                    <a:p>
                      <a:r>
                        <a:rPr lang="fr-FR"/>
                        <a:t>6</a:t>
                      </a:r>
                    </a:p>
                  </a:txBody>
                  <a:tcPr anchor="ctr"/>
                </a:tc>
                <a:tc>
                  <a:txBody>
                    <a:bodyPr/>
                    <a:lstStyle/>
                    <a:p>
                      <a:r>
                        <a:rPr lang="fr-FR" b="1"/>
                        <a:t>A</a:t>
                      </a:r>
                      <a:endParaRPr lang="fr-FR"/>
                    </a:p>
                  </a:txBody>
                  <a:tcPr anchor="ctr"/>
                </a:tc>
                <a:extLst>
                  <a:ext uri="{0D108BD9-81ED-4DB2-BD59-A6C34878D82A}">
                    <a16:rowId xmlns:a16="http://schemas.microsoft.com/office/drawing/2014/main" val="3662605507"/>
                  </a:ext>
                </a:extLst>
              </a:tr>
              <a:tr h="381764">
                <a:tc>
                  <a:txBody>
                    <a:bodyPr/>
                    <a:lstStyle/>
                    <a:p>
                      <a:r>
                        <a:rPr lang="fr-FR" dirty="0"/>
                        <a:t>F</a:t>
                      </a:r>
                    </a:p>
                  </a:txBody>
                  <a:tcPr anchor="ctr"/>
                </a:tc>
                <a:tc>
                  <a:txBody>
                    <a:bodyPr/>
                    <a:lstStyle/>
                    <a:p>
                      <a:r>
                        <a:rPr lang="fr-FR"/>
                        <a:t>3</a:t>
                      </a:r>
                    </a:p>
                  </a:txBody>
                  <a:tcPr anchor="ctr"/>
                </a:tc>
                <a:tc>
                  <a:txBody>
                    <a:bodyPr/>
                    <a:lstStyle/>
                    <a:p>
                      <a:r>
                        <a:rPr lang="fr-FR" b="1" dirty="0"/>
                        <a:t>A</a:t>
                      </a:r>
                      <a:endParaRPr lang="fr-FR" dirty="0"/>
                    </a:p>
                  </a:txBody>
                  <a:tcPr anchor="ctr"/>
                </a:tc>
                <a:extLst>
                  <a:ext uri="{0D108BD9-81ED-4DB2-BD59-A6C34878D82A}">
                    <a16:rowId xmlns:a16="http://schemas.microsoft.com/office/drawing/2014/main" val="3086994326"/>
                  </a:ext>
                </a:extLst>
              </a:tr>
              <a:tr h="578943">
                <a:tc>
                  <a:txBody>
                    <a:bodyPr/>
                    <a:lstStyle/>
                    <a:p>
                      <a:r>
                        <a:rPr lang="fr-FR" dirty="0"/>
                        <a:t>G</a:t>
                      </a:r>
                    </a:p>
                  </a:txBody>
                  <a:tcPr anchor="ctr"/>
                </a:tc>
                <a:tc>
                  <a:txBody>
                    <a:bodyPr/>
                    <a:lstStyle/>
                    <a:p>
                      <a:r>
                        <a:rPr lang="fr-FR"/>
                        <a:t>5</a:t>
                      </a:r>
                    </a:p>
                  </a:txBody>
                  <a:tcPr anchor="ctr"/>
                </a:tc>
                <a:tc>
                  <a:txBody>
                    <a:bodyPr/>
                    <a:lstStyle/>
                    <a:p>
                      <a:r>
                        <a:rPr lang="fr-FR" b="1" dirty="0"/>
                        <a:t>B</a:t>
                      </a:r>
                      <a:endParaRPr lang="fr-FR" dirty="0"/>
                    </a:p>
                  </a:txBody>
                  <a:tcPr anchor="ctr"/>
                </a:tc>
                <a:extLst>
                  <a:ext uri="{0D108BD9-81ED-4DB2-BD59-A6C34878D82A}">
                    <a16:rowId xmlns:a16="http://schemas.microsoft.com/office/drawing/2014/main" val="2872294465"/>
                  </a:ext>
                </a:extLst>
              </a:tr>
              <a:tr h="381764">
                <a:tc>
                  <a:txBody>
                    <a:bodyPr/>
                    <a:lstStyle/>
                    <a:p>
                      <a:r>
                        <a:rPr lang="fr-FR" dirty="0"/>
                        <a:t>H</a:t>
                      </a:r>
                    </a:p>
                  </a:txBody>
                  <a:tcPr anchor="ctr"/>
                </a:tc>
                <a:tc>
                  <a:txBody>
                    <a:bodyPr/>
                    <a:lstStyle/>
                    <a:p>
                      <a:r>
                        <a:rPr lang="fr-FR"/>
                        <a:t>3</a:t>
                      </a:r>
                    </a:p>
                  </a:txBody>
                  <a:tcPr anchor="ctr"/>
                </a:tc>
                <a:tc>
                  <a:txBody>
                    <a:bodyPr/>
                    <a:lstStyle/>
                    <a:p>
                      <a:r>
                        <a:rPr lang="fr-FR" b="1"/>
                        <a:t>E, F, G</a:t>
                      </a:r>
                      <a:endParaRPr lang="fr-FR"/>
                    </a:p>
                  </a:txBody>
                  <a:tcPr anchor="ctr"/>
                </a:tc>
                <a:extLst>
                  <a:ext uri="{0D108BD9-81ED-4DB2-BD59-A6C34878D82A}">
                    <a16:rowId xmlns:a16="http://schemas.microsoft.com/office/drawing/2014/main" val="2859946686"/>
                  </a:ext>
                </a:extLst>
              </a:tr>
              <a:tr h="578943">
                <a:tc>
                  <a:txBody>
                    <a:bodyPr/>
                    <a:lstStyle/>
                    <a:p>
                      <a:r>
                        <a:rPr lang="fr-FR" dirty="0"/>
                        <a:t>I</a:t>
                      </a:r>
                    </a:p>
                  </a:txBody>
                  <a:tcPr anchor="ctr"/>
                </a:tc>
                <a:tc>
                  <a:txBody>
                    <a:bodyPr/>
                    <a:lstStyle/>
                    <a:p>
                      <a:r>
                        <a:rPr lang="fr-FR"/>
                        <a:t>1</a:t>
                      </a:r>
                    </a:p>
                  </a:txBody>
                  <a:tcPr anchor="ctr"/>
                </a:tc>
                <a:tc>
                  <a:txBody>
                    <a:bodyPr/>
                    <a:lstStyle/>
                    <a:p>
                      <a:r>
                        <a:rPr lang="fr-FR" b="1"/>
                        <a:t>D</a:t>
                      </a:r>
                      <a:endParaRPr lang="fr-FR"/>
                    </a:p>
                  </a:txBody>
                  <a:tcPr anchor="ctr"/>
                </a:tc>
                <a:extLst>
                  <a:ext uri="{0D108BD9-81ED-4DB2-BD59-A6C34878D82A}">
                    <a16:rowId xmlns:a16="http://schemas.microsoft.com/office/drawing/2014/main" val="2950898584"/>
                  </a:ext>
                </a:extLst>
              </a:tr>
              <a:tr h="381764">
                <a:tc>
                  <a:txBody>
                    <a:bodyPr/>
                    <a:lstStyle/>
                    <a:p>
                      <a:r>
                        <a:rPr lang="fr-FR" dirty="0"/>
                        <a:t>J</a:t>
                      </a:r>
                    </a:p>
                  </a:txBody>
                  <a:tcPr anchor="ctr"/>
                </a:tc>
                <a:tc>
                  <a:txBody>
                    <a:bodyPr/>
                    <a:lstStyle/>
                    <a:p>
                      <a:r>
                        <a:rPr lang="fr-FR"/>
                        <a:t>2</a:t>
                      </a:r>
                    </a:p>
                  </a:txBody>
                  <a:tcPr anchor="ctr"/>
                </a:tc>
                <a:tc>
                  <a:txBody>
                    <a:bodyPr/>
                    <a:lstStyle/>
                    <a:p>
                      <a:r>
                        <a:rPr lang="fr-FR" b="1"/>
                        <a:t>I</a:t>
                      </a:r>
                      <a:endParaRPr lang="fr-FR"/>
                    </a:p>
                  </a:txBody>
                  <a:tcPr anchor="ctr"/>
                </a:tc>
                <a:extLst>
                  <a:ext uri="{0D108BD9-81ED-4DB2-BD59-A6C34878D82A}">
                    <a16:rowId xmlns:a16="http://schemas.microsoft.com/office/drawing/2014/main" val="941820691"/>
                  </a:ext>
                </a:extLst>
              </a:tr>
              <a:tr h="381764">
                <a:tc>
                  <a:txBody>
                    <a:bodyPr/>
                    <a:lstStyle/>
                    <a:p>
                      <a:r>
                        <a:rPr lang="fr-FR" dirty="0"/>
                        <a:t>K</a:t>
                      </a:r>
                    </a:p>
                  </a:txBody>
                  <a:tcPr anchor="ctr"/>
                </a:tc>
                <a:tc>
                  <a:txBody>
                    <a:bodyPr/>
                    <a:lstStyle/>
                    <a:p>
                      <a:r>
                        <a:rPr lang="fr-FR"/>
                        <a:t>2</a:t>
                      </a:r>
                    </a:p>
                  </a:txBody>
                  <a:tcPr anchor="ctr"/>
                </a:tc>
                <a:tc>
                  <a:txBody>
                    <a:bodyPr/>
                    <a:lstStyle/>
                    <a:p>
                      <a:r>
                        <a:rPr lang="fr-FR" b="1"/>
                        <a:t>H</a:t>
                      </a:r>
                      <a:endParaRPr lang="fr-FR"/>
                    </a:p>
                  </a:txBody>
                  <a:tcPr anchor="ctr"/>
                </a:tc>
                <a:extLst>
                  <a:ext uri="{0D108BD9-81ED-4DB2-BD59-A6C34878D82A}">
                    <a16:rowId xmlns:a16="http://schemas.microsoft.com/office/drawing/2014/main" val="1031954310"/>
                  </a:ext>
                </a:extLst>
              </a:tr>
              <a:tr h="381764">
                <a:tc>
                  <a:txBody>
                    <a:bodyPr/>
                    <a:lstStyle/>
                    <a:p>
                      <a:r>
                        <a:rPr lang="fr-FR" dirty="0"/>
                        <a:t>L</a:t>
                      </a:r>
                    </a:p>
                  </a:txBody>
                  <a:tcPr anchor="ctr"/>
                </a:tc>
                <a:tc>
                  <a:txBody>
                    <a:bodyPr/>
                    <a:lstStyle/>
                    <a:p>
                      <a:r>
                        <a:rPr lang="fr-FR" dirty="0"/>
                        <a:t>5</a:t>
                      </a:r>
                    </a:p>
                  </a:txBody>
                  <a:tcPr anchor="ctr"/>
                </a:tc>
                <a:tc>
                  <a:txBody>
                    <a:bodyPr/>
                    <a:lstStyle/>
                    <a:p>
                      <a:r>
                        <a:rPr lang="fr-FR" b="1" dirty="0"/>
                        <a:t>J, K</a:t>
                      </a:r>
                      <a:endParaRPr lang="fr-FR" dirty="0"/>
                    </a:p>
                  </a:txBody>
                  <a:tcPr anchor="ctr"/>
                </a:tc>
                <a:extLst>
                  <a:ext uri="{0D108BD9-81ED-4DB2-BD59-A6C34878D82A}">
                    <a16:rowId xmlns:a16="http://schemas.microsoft.com/office/drawing/2014/main" val="80759237"/>
                  </a:ext>
                </a:extLst>
              </a:tr>
            </a:tbl>
          </a:graphicData>
        </a:graphic>
      </p:graphicFrame>
      <p:pic>
        <p:nvPicPr>
          <p:cNvPr id="7" name="Image 6">
            <a:extLst>
              <a:ext uri="{FF2B5EF4-FFF2-40B4-BE49-F238E27FC236}">
                <a16:creationId xmlns:a16="http://schemas.microsoft.com/office/drawing/2014/main" id="{D51599B0-2785-473D-9E8A-78536CB2CB94}"/>
              </a:ext>
            </a:extLst>
          </p:cNvPr>
          <p:cNvPicPr>
            <a:picLocks noChangeAspect="1"/>
          </p:cNvPicPr>
          <p:nvPr/>
        </p:nvPicPr>
        <p:blipFill>
          <a:blip r:embed="rId2"/>
          <a:stretch>
            <a:fillRect/>
          </a:stretch>
        </p:blipFill>
        <p:spPr>
          <a:xfrm>
            <a:off x="2911597" y="466087"/>
            <a:ext cx="9070975" cy="5925826"/>
          </a:xfrm>
          <a:prstGeom prst="rect">
            <a:avLst/>
          </a:prstGeom>
        </p:spPr>
      </p:pic>
    </p:spTree>
    <p:extLst>
      <p:ext uri="{BB962C8B-B14F-4D97-AF65-F5344CB8AC3E}">
        <p14:creationId xmlns:p14="http://schemas.microsoft.com/office/powerpoint/2010/main" val="1194758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8B7457-DDAF-46E9-BFFE-DAF6DFBA5B3A}"/>
              </a:ext>
            </a:extLst>
          </p:cNvPr>
          <p:cNvSpPr>
            <a:spLocks noGrp="1"/>
          </p:cNvSpPr>
          <p:nvPr>
            <p:ph type="title"/>
          </p:nvPr>
        </p:nvSpPr>
        <p:spPr>
          <a:xfrm>
            <a:off x="2592925" y="329899"/>
            <a:ext cx="8911687" cy="1280890"/>
          </a:xfrm>
        </p:spPr>
        <p:txBody>
          <a:bodyPr/>
          <a:lstStyle/>
          <a:p>
            <a:r>
              <a:rPr lang="fr-FR" dirty="0"/>
              <a:t>Le chemin critique</a:t>
            </a:r>
          </a:p>
        </p:txBody>
      </p:sp>
      <p:sp>
        <p:nvSpPr>
          <p:cNvPr id="3" name="Espace réservé du contenu 2">
            <a:extLst>
              <a:ext uri="{FF2B5EF4-FFF2-40B4-BE49-F238E27FC236}">
                <a16:creationId xmlns:a16="http://schemas.microsoft.com/office/drawing/2014/main" id="{F5287DC2-30FB-4178-AC3D-DE800CD62F0D}"/>
              </a:ext>
            </a:extLst>
          </p:cNvPr>
          <p:cNvSpPr>
            <a:spLocks noGrp="1"/>
          </p:cNvSpPr>
          <p:nvPr>
            <p:ph idx="1"/>
          </p:nvPr>
        </p:nvSpPr>
        <p:spPr>
          <a:xfrm>
            <a:off x="1554480" y="1371600"/>
            <a:ext cx="9950132" cy="5074920"/>
          </a:xfrm>
        </p:spPr>
        <p:txBody>
          <a:bodyPr>
            <a:normAutofit lnSpcReduction="10000"/>
          </a:bodyPr>
          <a:lstStyle/>
          <a:p>
            <a:pPr algn="just">
              <a:lnSpc>
                <a:spcPct val="150000"/>
              </a:lnSpc>
            </a:pPr>
            <a:r>
              <a:rPr lang="fr-FR" sz="2400" dirty="0"/>
              <a:t>Les tâches du chemin critique sont parfois appelées “tâches critiques” car elles ont une marge nulle, c’est-à-dire qu’elles ne peuvent pas subir de retard et si elles ont du retard, elles retardent l’intégralité du projet (voire le remettent en cause si la date de livraison du projet est une composante essentielle).</a:t>
            </a:r>
          </a:p>
          <a:p>
            <a:pPr algn="just">
              <a:lnSpc>
                <a:spcPct val="150000"/>
              </a:lnSpc>
            </a:pPr>
            <a:endParaRPr lang="fr-FR" sz="2400" dirty="0"/>
          </a:p>
          <a:p>
            <a:pPr algn="just">
              <a:lnSpc>
                <a:spcPct val="150000"/>
              </a:lnSpc>
            </a:pPr>
            <a:r>
              <a:rPr lang="fr-FR" sz="2400" dirty="0"/>
              <a:t>Le chemin critique de votre projet est la plus longue séquence de tâches qui doit être accomplie pour que le projet soit terminé à la date d’échéance.</a:t>
            </a:r>
          </a:p>
        </p:txBody>
      </p:sp>
      <p:sp>
        <p:nvSpPr>
          <p:cNvPr id="4" name="Espace réservé du numéro de diapositive 3">
            <a:extLst>
              <a:ext uri="{FF2B5EF4-FFF2-40B4-BE49-F238E27FC236}">
                <a16:creationId xmlns:a16="http://schemas.microsoft.com/office/drawing/2014/main" id="{717D2A50-1DF2-4A7D-9F06-475F83EC4399}"/>
              </a:ext>
            </a:extLst>
          </p:cNvPr>
          <p:cNvSpPr>
            <a:spLocks noGrp="1"/>
          </p:cNvSpPr>
          <p:nvPr>
            <p:ph type="sldNum" sz="quarter" idx="12"/>
          </p:nvPr>
        </p:nvSpPr>
        <p:spPr/>
        <p:txBody>
          <a:bodyPr/>
          <a:lstStyle/>
          <a:p>
            <a:fld id="{C1A8D22D-4671-4607-98DC-1E05BB144CC2}" type="slidenum">
              <a:rPr lang="fr-FR" smtClean="0"/>
              <a:pPr/>
              <a:t>15</a:t>
            </a:fld>
            <a:endParaRPr lang="fr-FR"/>
          </a:p>
        </p:txBody>
      </p:sp>
    </p:spTree>
    <p:extLst>
      <p:ext uri="{BB962C8B-B14F-4D97-AF65-F5344CB8AC3E}">
        <p14:creationId xmlns:p14="http://schemas.microsoft.com/office/powerpoint/2010/main" val="4205025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243BC8-C87D-44BE-9383-124812CC516A}"/>
              </a:ext>
            </a:extLst>
          </p:cNvPr>
          <p:cNvSpPr>
            <a:spLocks noGrp="1"/>
          </p:cNvSpPr>
          <p:nvPr>
            <p:ph type="title"/>
          </p:nvPr>
        </p:nvSpPr>
        <p:spPr>
          <a:xfrm>
            <a:off x="2592925" y="624110"/>
            <a:ext cx="8911687" cy="923336"/>
          </a:xfrm>
        </p:spPr>
        <p:txBody>
          <a:bodyPr/>
          <a:lstStyle/>
          <a:p>
            <a:r>
              <a:rPr lang="fr-FR" dirty="0"/>
              <a:t>Intérêt du chemin critique</a:t>
            </a:r>
          </a:p>
        </p:txBody>
      </p:sp>
      <p:graphicFrame>
        <p:nvGraphicFramePr>
          <p:cNvPr id="5" name="Espace réservé du contenu 4">
            <a:extLst>
              <a:ext uri="{FF2B5EF4-FFF2-40B4-BE49-F238E27FC236}">
                <a16:creationId xmlns:a16="http://schemas.microsoft.com/office/drawing/2014/main" id="{98CCB2A7-5779-4B42-9567-E6C76E280DCA}"/>
              </a:ext>
            </a:extLst>
          </p:cNvPr>
          <p:cNvGraphicFramePr>
            <a:graphicFrameLocks noGrp="1"/>
          </p:cNvGraphicFramePr>
          <p:nvPr>
            <p:ph idx="1"/>
            <p:extLst>
              <p:ext uri="{D42A27DB-BD31-4B8C-83A1-F6EECF244321}">
                <p14:modId xmlns:p14="http://schemas.microsoft.com/office/powerpoint/2010/main" val="3496582228"/>
              </p:ext>
            </p:extLst>
          </p:nvPr>
        </p:nvGraphicFramePr>
        <p:xfrm>
          <a:off x="1505243" y="1547446"/>
          <a:ext cx="9999370" cy="45297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a:extLst>
              <a:ext uri="{FF2B5EF4-FFF2-40B4-BE49-F238E27FC236}">
                <a16:creationId xmlns:a16="http://schemas.microsoft.com/office/drawing/2014/main" id="{A428E2AA-6C81-4284-A562-F2DB3B0D66E3}"/>
              </a:ext>
            </a:extLst>
          </p:cNvPr>
          <p:cNvSpPr>
            <a:spLocks noGrp="1"/>
          </p:cNvSpPr>
          <p:nvPr>
            <p:ph type="sldNum" sz="quarter" idx="12"/>
          </p:nvPr>
        </p:nvSpPr>
        <p:spPr/>
        <p:txBody>
          <a:bodyPr/>
          <a:lstStyle/>
          <a:p>
            <a:fld id="{C1A8D22D-4671-4607-98DC-1E05BB144CC2}" type="slidenum">
              <a:rPr lang="fr-FR" smtClean="0"/>
              <a:pPr/>
              <a:t>16</a:t>
            </a:fld>
            <a:endParaRPr lang="fr-FR"/>
          </a:p>
        </p:txBody>
      </p:sp>
    </p:spTree>
    <p:extLst>
      <p:ext uri="{BB962C8B-B14F-4D97-AF65-F5344CB8AC3E}">
        <p14:creationId xmlns:p14="http://schemas.microsoft.com/office/powerpoint/2010/main" val="675774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F292DA-FB97-4829-8A64-F9538751B696}"/>
              </a:ext>
            </a:extLst>
          </p:cNvPr>
          <p:cNvSpPr>
            <a:spLocks noGrp="1"/>
          </p:cNvSpPr>
          <p:nvPr>
            <p:ph type="title"/>
          </p:nvPr>
        </p:nvSpPr>
        <p:spPr>
          <a:xfrm>
            <a:off x="1674056" y="305705"/>
            <a:ext cx="10241279" cy="1280890"/>
          </a:xfrm>
        </p:spPr>
        <p:txBody>
          <a:bodyPr/>
          <a:lstStyle/>
          <a:p>
            <a:r>
              <a:rPr lang="fr-FR" dirty="0"/>
              <a:t>Comment réduire la durée du chemin critique ?</a:t>
            </a:r>
          </a:p>
        </p:txBody>
      </p:sp>
      <p:graphicFrame>
        <p:nvGraphicFramePr>
          <p:cNvPr id="5" name="Espace réservé du contenu 4">
            <a:extLst>
              <a:ext uri="{FF2B5EF4-FFF2-40B4-BE49-F238E27FC236}">
                <a16:creationId xmlns:a16="http://schemas.microsoft.com/office/drawing/2014/main" id="{DF706400-193D-4F03-B943-233FC9A80A09}"/>
              </a:ext>
            </a:extLst>
          </p:cNvPr>
          <p:cNvGraphicFramePr>
            <a:graphicFrameLocks noGrp="1"/>
          </p:cNvGraphicFramePr>
          <p:nvPr>
            <p:ph idx="1"/>
            <p:extLst>
              <p:ext uri="{D42A27DB-BD31-4B8C-83A1-F6EECF244321}">
                <p14:modId xmlns:p14="http://schemas.microsoft.com/office/powerpoint/2010/main" val="1693232896"/>
              </p:ext>
            </p:extLst>
          </p:nvPr>
        </p:nvGraphicFramePr>
        <p:xfrm>
          <a:off x="2166424" y="1913206"/>
          <a:ext cx="8961120" cy="41921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a:extLst>
              <a:ext uri="{FF2B5EF4-FFF2-40B4-BE49-F238E27FC236}">
                <a16:creationId xmlns:a16="http://schemas.microsoft.com/office/drawing/2014/main" id="{8965A274-23D5-45AF-BA0F-A41ED92C2C13}"/>
              </a:ext>
            </a:extLst>
          </p:cNvPr>
          <p:cNvSpPr>
            <a:spLocks noGrp="1"/>
          </p:cNvSpPr>
          <p:nvPr>
            <p:ph type="sldNum" sz="quarter" idx="12"/>
          </p:nvPr>
        </p:nvSpPr>
        <p:spPr/>
        <p:txBody>
          <a:bodyPr/>
          <a:lstStyle/>
          <a:p>
            <a:fld id="{C1A8D22D-4671-4607-98DC-1E05BB144CC2}" type="slidenum">
              <a:rPr lang="fr-FR" smtClean="0"/>
              <a:pPr/>
              <a:t>17</a:t>
            </a:fld>
            <a:endParaRPr lang="fr-FR"/>
          </a:p>
        </p:txBody>
      </p:sp>
    </p:spTree>
    <p:extLst>
      <p:ext uri="{BB962C8B-B14F-4D97-AF65-F5344CB8AC3E}">
        <p14:creationId xmlns:p14="http://schemas.microsoft.com/office/powerpoint/2010/main" val="1169285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84CD0914-E9AC-458A-BABC-146BA9A81257}"/>
              </a:ext>
            </a:extLst>
          </p:cNvPr>
          <p:cNvSpPr>
            <a:spLocks noGrp="1"/>
          </p:cNvSpPr>
          <p:nvPr>
            <p:ph type="sldNum" sz="quarter" idx="12"/>
          </p:nvPr>
        </p:nvSpPr>
        <p:spPr/>
        <p:txBody>
          <a:bodyPr/>
          <a:lstStyle/>
          <a:p>
            <a:fld id="{C1A8D22D-4671-4607-98DC-1E05BB144CC2}" type="slidenum">
              <a:rPr lang="fr-FR" smtClean="0"/>
              <a:pPr/>
              <a:t>18</a:t>
            </a:fld>
            <a:endParaRPr lang="fr-FR"/>
          </a:p>
        </p:txBody>
      </p:sp>
      <p:graphicFrame>
        <p:nvGraphicFramePr>
          <p:cNvPr id="5" name="Diagramme 4">
            <a:extLst>
              <a:ext uri="{FF2B5EF4-FFF2-40B4-BE49-F238E27FC236}">
                <a16:creationId xmlns:a16="http://schemas.microsoft.com/office/drawing/2014/main" id="{C6D9BBD2-7260-480F-8A3B-568D79477043}"/>
              </a:ext>
            </a:extLst>
          </p:cNvPr>
          <p:cNvGraphicFramePr/>
          <p:nvPr>
            <p:extLst>
              <p:ext uri="{D42A27DB-BD31-4B8C-83A1-F6EECF244321}">
                <p14:modId xmlns:p14="http://schemas.microsoft.com/office/powerpoint/2010/main" val="3955755717"/>
              </p:ext>
            </p:extLst>
          </p:nvPr>
        </p:nvGraphicFramePr>
        <p:xfrm>
          <a:off x="1603717" y="534572"/>
          <a:ext cx="10283483" cy="5992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6525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367842" y="329899"/>
            <a:ext cx="8911687" cy="1280890"/>
          </a:xfrm>
        </p:spPr>
        <p:txBody>
          <a:bodyPr/>
          <a:lstStyle/>
          <a:p>
            <a:r>
              <a:rPr lang="fr-FR" dirty="0"/>
              <a:t>Diagramme de Gantt</a:t>
            </a:r>
          </a:p>
        </p:txBody>
      </p:sp>
      <p:sp>
        <p:nvSpPr>
          <p:cNvPr id="3" name="Espace réservé du contenu 2"/>
          <p:cNvSpPr>
            <a:spLocks noGrp="1"/>
          </p:cNvSpPr>
          <p:nvPr>
            <p:ph idx="1"/>
          </p:nvPr>
        </p:nvSpPr>
        <p:spPr>
          <a:xfrm>
            <a:off x="1505243" y="1152907"/>
            <a:ext cx="9774286" cy="4490385"/>
          </a:xfrm>
        </p:spPr>
        <p:txBody>
          <a:bodyPr/>
          <a:lstStyle/>
          <a:p>
            <a:r>
              <a:rPr lang="fr-FR" dirty="0"/>
              <a:t>Inventé par Henry Gantt en 1910, cet outil  </a:t>
            </a:r>
            <a:r>
              <a:rPr lang="fr-FR" b="1" dirty="0"/>
              <a:t>facilite la planification en représentant les tâches d'un projet par des barres horizontales sur un graphique.</a:t>
            </a:r>
            <a:endParaRPr lang="fr-FR" dirty="0"/>
          </a:p>
        </p:txBody>
      </p:sp>
      <p:sp>
        <p:nvSpPr>
          <p:cNvPr id="4" name="Espace réservé du numéro de diapositive 3"/>
          <p:cNvSpPr>
            <a:spLocks noGrp="1"/>
          </p:cNvSpPr>
          <p:nvPr>
            <p:ph type="sldNum" sz="quarter" idx="12"/>
          </p:nvPr>
        </p:nvSpPr>
        <p:spPr/>
        <p:txBody>
          <a:bodyPr/>
          <a:lstStyle/>
          <a:p>
            <a:fld id="{C1A8D22D-4671-4607-98DC-1E05BB144CC2}" type="slidenum">
              <a:rPr lang="fr-FR" smtClean="0"/>
              <a:pPr/>
              <a:t>19</a:t>
            </a:fld>
            <a:endParaRPr lang="fr-FR"/>
          </a:p>
        </p:txBody>
      </p:sp>
      <p:sp>
        <p:nvSpPr>
          <p:cNvPr id="3074" name="AutoShape 2" descr="Résultat de recherche d'images pour &quot;diagramme de gantt&quo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3076" name="AutoShape 4" descr="Résultat de recherche d'images pour &quot;diagramme de gantt exemple&quo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3077" name="Picture 5"/>
          <p:cNvPicPr>
            <a:picLocks noChangeAspect="1" noChangeArrowheads="1"/>
          </p:cNvPicPr>
          <p:nvPr/>
        </p:nvPicPr>
        <p:blipFill>
          <a:blip r:embed="rId2" cstate="print"/>
          <a:srcRect/>
          <a:stretch>
            <a:fillRect/>
          </a:stretch>
        </p:blipFill>
        <p:spPr bwMode="auto">
          <a:xfrm>
            <a:off x="1026942" y="2134364"/>
            <a:ext cx="10677378" cy="449038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C1A8D22D-4671-4607-98DC-1E05BB144CC2}" type="slidenum">
              <a:rPr lang="fr-FR" smtClean="0"/>
              <a:pPr/>
              <a:t>20</a:t>
            </a:fld>
            <a:endParaRPr lang="fr-FR"/>
          </a:p>
        </p:txBody>
      </p:sp>
      <p:pic>
        <p:nvPicPr>
          <p:cNvPr id="37890" name="Picture 2"/>
          <p:cNvPicPr>
            <a:picLocks noChangeAspect="1" noChangeArrowheads="1"/>
          </p:cNvPicPr>
          <p:nvPr/>
        </p:nvPicPr>
        <p:blipFill>
          <a:blip r:embed="rId2" cstate="print"/>
          <a:srcRect/>
          <a:stretch>
            <a:fillRect/>
          </a:stretch>
        </p:blipFill>
        <p:spPr bwMode="auto">
          <a:xfrm>
            <a:off x="1631851" y="281354"/>
            <a:ext cx="9917723" cy="6260123"/>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23392" y="0"/>
            <a:ext cx="10972800" cy="908720"/>
          </a:xfrm>
        </p:spPr>
        <p:txBody>
          <a:bodyPr/>
          <a:lstStyle/>
          <a:p>
            <a:pPr algn="ctr"/>
            <a:r>
              <a:rPr lang="fr-FR" dirty="0"/>
              <a:t>Le diagramme d’Ishikawa</a:t>
            </a:r>
          </a:p>
        </p:txBody>
      </p:sp>
      <p:sp>
        <p:nvSpPr>
          <p:cNvPr id="3" name="Espace réservé du contenu 2"/>
          <p:cNvSpPr>
            <a:spLocks noGrp="1"/>
          </p:cNvSpPr>
          <p:nvPr>
            <p:ph idx="1"/>
          </p:nvPr>
        </p:nvSpPr>
        <p:spPr>
          <a:xfrm>
            <a:off x="1519310" y="980728"/>
            <a:ext cx="10063089" cy="2016224"/>
          </a:xfrm>
        </p:spPr>
        <p:txBody>
          <a:bodyPr>
            <a:normAutofit/>
          </a:bodyPr>
          <a:lstStyle/>
          <a:p>
            <a:r>
              <a:rPr lang="fr-FR" dirty="0"/>
              <a:t>Énoncer clairement et de façon précise le problème et ses effets </a:t>
            </a:r>
          </a:p>
          <a:p>
            <a:r>
              <a:rPr lang="fr-FR" dirty="0"/>
              <a:t>Lister toutes les causes susceptibles de concerner le problème. </a:t>
            </a:r>
          </a:p>
          <a:p>
            <a:r>
              <a:rPr lang="fr-FR" dirty="0"/>
              <a:t>Classer les causes en 5 familles (5M) = Matière, Main d’œuvre, Matériel, Méthode, Milieu </a:t>
            </a:r>
          </a:p>
          <a:p>
            <a:endParaRPr lang="fr-FR" dirty="0"/>
          </a:p>
        </p:txBody>
      </p:sp>
      <p:graphicFrame>
        <p:nvGraphicFramePr>
          <p:cNvPr id="5" name="Diagramme 4"/>
          <p:cNvGraphicFramePr/>
          <p:nvPr/>
        </p:nvGraphicFramePr>
        <p:xfrm>
          <a:off x="1199456" y="2564904"/>
          <a:ext cx="10273141" cy="41044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Espace réservé du numéro de diapositive 5"/>
          <p:cNvSpPr>
            <a:spLocks noGrp="1"/>
          </p:cNvSpPr>
          <p:nvPr>
            <p:ph type="sldNum" sz="quarter" idx="12"/>
          </p:nvPr>
        </p:nvSpPr>
        <p:spPr/>
        <p:txBody>
          <a:bodyPr/>
          <a:lstStyle/>
          <a:p>
            <a:fld id="{CF4668DC-857F-487D-BFFA-8C0CA5037977}" type="slidenum">
              <a:rPr lang="fr-BE" smtClean="0"/>
              <a:pPr/>
              <a:t>21</a:t>
            </a:fld>
            <a:endParaRPr lang="fr-B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CF4668DC-857F-487D-BFFA-8C0CA5037977}" type="slidenum">
              <a:rPr lang="fr-BE" smtClean="0"/>
              <a:pPr/>
              <a:t>22</a:t>
            </a:fld>
            <a:endParaRPr lang="fr-BE"/>
          </a:p>
        </p:txBody>
      </p:sp>
      <p:sp>
        <p:nvSpPr>
          <p:cNvPr id="10242" name="AutoShape 2" descr="http://image.slidesharecdn.com/ansariabdelalidiagrammedishikawa-140523102531-phpapp02/95/diagramme-dishikawa-ansari-abdelali-9-638.jpg?cb=1409582300"/>
          <p:cNvSpPr>
            <a:spLocks noChangeAspect="1" noChangeArrowheads="1"/>
          </p:cNvSpPr>
          <p:nvPr/>
        </p:nvSpPr>
        <p:spPr bwMode="auto">
          <a:xfrm>
            <a:off x="84667" y="-136524"/>
            <a:ext cx="8102600" cy="3419475"/>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10244" name="Picture 4" descr="http://www.blog-gestion-de-projet.com/wp-content/uploads/2012/09/diagramme-causes-effets2.jpg"/>
          <p:cNvPicPr>
            <a:picLocks noChangeAspect="1" noChangeArrowheads="1"/>
          </p:cNvPicPr>
          <p:nvPr/>
        </p:nvPicPr>
        <p:blipFill>
          <a:blip r:embed="rId2" cstate="print"/>
          <a:srcRect/>
          <a:stretch>
            <a:fillRect/>
          </a:stretch>
        </p:blipFill>
        <p:spPr bwMode="auto">
          <a:xfrm>
            <a:off x="136513" y="0"/>
            <a:ext cx="11806957" cy="68580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Le cahier de charge</a:t>
            </a:r>
          </a:p>
        </p:txBody>
      </p:sp>
      <p:sp>
        <p:nvSpPr>
          <p:cNvPr id="4" name="Espace réservé du contenu 3"/>
          <p:cNvSpPr>
            <a:spLocks noGrp="1"/>
          </p:cNvSpPr>
          <p:nvPr>
            <p:ph idx="1"/>
          </p:nvPr>
        </p:nvSpPr>
        <p:spPr>
          <a:xfrm>
            <a:off x="2067951" y="1800665"/>
            <a:ext cx="9436661" cy="4110557"/>
          </a:xfrm>
        </p:spPr>
        <p:txBody>
          <a:bodyPr/>
          <a:lstStyle/>
          <a:p>
            <a:pPr algn="just">
              <a:lnSpc>
                <a:spcPct val="150000"/>
              </a:lnSpc>
            </a:pPr>
            <a:r>
              <a:rPr lang="fr-FR" sz="2400" dirty="0"/>
              <a:t>un cahier des charges a pour fonction de formaliser un besoin afin que ce dernier soit compris par l'ensemble des acteurs impliqués dans le projet . Il précise les spécifications attendues.</a:t>
            </a:r>
            <a:r>
              <a:rPr lang="fr-FR" dirty="0"/>
              <a:t> </a:t>
            </a:r>
          </a:p>
        </p:txBody>
      </p:sp>
      <p:sp>
        <p:nvSpPr>
          <p:cNvPr id="2" name="Espace réservé du numéro de diapositive 1"/>
          <p:cNvSpPr>
            <a:spLocks noGrp="1"/>
          </p:cNvSpPr>
          <p:nvPr>
            <p:ph type="sldNum" sz="quarter" idx="12"/>
          </p:nvPr>
        </p:nvSpPr>
        <p:spPr/>
        <p:txBody>
          <a:bodyPr/>
          <a:lstStyle/>
          <a:p>
            <a:fld id="{C1A8D22D-4671-4607-98DC-1E05BB144CC2}" type="slidenum">
              <a:rPr lang="fr-FR" smtClean="0"/>
              <a:pPr/>
              <a:t>23</a:t>
            </a:fld>
            <a:endParaRPr lang="fr-F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dirty="0"/>
              <a:t>Le cahier de charges</a:t>
            </a:r>
          </a:p>
        </p:txBody>
      </p:sp>
      <p:graphicFrame>
        <p:nvGraphicFramePr>
          <p:cNvPr id="6" name="Espace réservé du contenu 5"/>
          <p:cNvGraphicFramePr>
            <a:graphicFrameLocks noGrp="1"/>
          </p:cNvGraphicFramePr>
          <p:nvPr>
            <p:ph idx="1"/>
          </p:nvPr>
        </p:nvGraphicFramePr>
        <p:xfrm>
          <a:off x="1617783" y="1589649"/>
          <a:ext cx="9664505" cy="47126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Espace réservé du numéro de diapositive 1"/>
          <p:cNvSpPr>
            <a:spLocks noGrp="1"/>
          </p:cNvSpPr>
          <p:nvPr>
            <p:ph type="sldNum" sz="quarter" idx="12"/>
          </p:nvPr>
        </p:nvSpPr>
        <p:spPr/>
        <p:txBody>
          <a:bodyPr/>
          <a:lstStyle/>
          <a:p>
            <a:fld id="{C1A8D22D-4671-4607-98DC-1E05BB144CC2}" type="slidenum">
              <a:rPr lang="fr-FR" smtClean="0"/>
              <a:pPr/>
              <a:t>24</a:t>
            </a:fld>
            <a:endParaRPr lang="fr-FR"/>
          </a:p>
        </p:txBody>
      </p:sp>
      <p:sp>
        <p:nvSpPr>
          <p:cNvPr id="1026" name="AutoShape 2" descr="Résultat de recherche d'images pour &quot;MERCI plusieurs langues&quo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466316" y="258341"/>
            <a:ext cx="8911687" cy="528797"/>
          </a:xfrm>
        </p:spPr>
        <p:txBody>
          <a:bodyPr>
            <a:normAutofit fontScale="90000"/>
          </a:bodyPr>
          <a:lstStyle/>
          <a:p>
            <a:r>
              <a:rPr lang="fr-FR" dirty="0"/>
              <a:t>Le bilan de fin de projet</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2718220256"/>
              </p:ext>
            </p:extLst>
          </p:nvPr>
        </p:nvGraphicFramePr>
        <p:xfrm>
          <a:off x="1533378" y="1152907"/>
          <a:ext cx="10128739" cy="52197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p:cNvSpPr>
            <a:spLocks noGrp="1"/>
          </p:cNvSpPr>
          <p:nvPr>
            <p:ph type="sldNum" sz="quarter" idx="12"/>
          </p:nvPr>
        </p:nvSpPr>
        <p:spPr/>
        <p:txBody>
          <a:bodyPr/>
          <a:lstStyle/>
          <a:p>
            <a:fld id="{C1A8D22D-4671-4607-98DC-1E05BB144CC2}" type="slidenum">
              <a:rPr lang="fr-FR" smtClean="0"/>
              <a:pPr/>
              <a:t>25</a:t>
            </a:fld>
            <a:endParaRPr lang="fr-F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1A8D22D-4671-4607-98DC-1E05BB144CC2}" type="slidenum">
              <a:rPr lang="fr-FR" smtClean="0"/>
              <a:pPr/>
              <a:t>26</a:t>
            </a:fld>
            <a:endParaRPr lang="fr-FR"/>
          </a:p>
        </p:txBody>
      </p:sp>
      <p:sp>
        <p:nvSpPr>
          <p:cNvPr id="36866" name="AutoShape 2" descr="Résultat de recherche d'images pour &quot;MERCI plusieurs langues&quo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36868" name="AutoShape 4" descr="Résultat de recherche d'images pour &quot;MERCI plusieurs langues&quo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36869" name="Picture 5"/>
          <p:cNvPicPr>
            <a:picLocks noChangeAspect="1" noChangeArrowheads="1"/>
          </p:cNvPicPr>
          <p:nvPr/>
        </p:nvPicPr>
        <p:blipFill>
          <a:blip r:embed="rId2" cstate="print"/>
          <a:srcRect/>
          <a:stretch>
            <a:fillRect/>
          </a:stretch>
        </p:blipFill>
        <p:spPr bwMode="auto">
          <a:xfrm>
            <a:off x="742717" y="647114"/>
            <a:ext cx="10834994" cy="5669279"/>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Brin">
  <a:themeElements>
    <a:clrScheme name="Rouge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Brin">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13403</TotalTime>
  <Words>1318</Words>
  <Application>Microsoft Office PowerPoint</Application>
  <PresentationFormat>Grand écran</PresentationFormat>
  <Paragraphs>276</Paragraphs>
  <Slides>26</Slides>
  <Notes>1</Notes>
  <HiddenSlides>0</HiddenSlides>
  <MMClips>0</MMClips>
  <ScaleCrop>false</ScaleCrop>
  <HeadingPairs>
    <vt:vector size="4" baseType="variant">
      <vt:variant>
        <vt:lpstr>Thème</vt:lpstr>
      </vt:variant>
      <vt:variant>
        <vt:i4>1</vt:i4>
      </vt:variant>
      <vt:variant>
        <vt:lpstr>Titres des diapositives</vt:lpstr>
      </vt:variant>
      <vt:variant>
        <vt:i4>26</vt:i4>
      </vt:variant>
    </vt:vector>
  </HeadingPairs>
  <TitlesOfParts>
    <vt:vector size="27" baseType="lpstr">
      <vt:lpstr>Brin</vt:lpstr>
      <vt:lpstr>Chapitre 3</vt:lpstr>
      <vt:lpstr>Présentation PowerPoint</vt:lpstr>
      <vt:lpstr>Présentation PowerPoint</vt:lpstr>
      <vt:lpstr>Présentation PowerPoint</vt:lpstr>
      <vt:lpstr>Présentation PowerPoint</vt:lpstr>
      <vt:lpstr>Tableau des antériorités</vt:lpstr>
      <vt:lpstr>Tableau des antériorités</vt:lpstr>
      <vt:lpstr>PERT (Program Evaluation and Review Technic)</vt:lpstr>
      <vt:lpstr>Présentation PowerPoint</vt:lpstr>
      <vt:lpstr>Présentation PowerPoint</vt:lpstr>
      <vt:lpstr>Diagramme PERT</vt:lpstr>
      <vt:lpstr>Exercice</vt:lpstr>
      <vt:lpstr>Présentation PowerPoint</vt:lpstr>
      <vt:lpstr>Présentation PowerPoint</vt:lpstr>
      <vt:lpstr>Le chemin critique</vt:lpstr>
      <vt:lpstr>Intérêt du chemin critique</vt:lpstr>
      <vt:lpstr>Comment réduire la durée du chemin critique ?</vt:lpstr>
      <vt:lpstr>Présentation PowerPoint</vt:lpstr>
      <vt:lpstr>Diagramme de Gantt</vt:lpstr>
      <vt:lpstr>Présentation PowerPoint</vt:lpstr>
      <vt:lpstr>Le diagramme d’Ishikawa</vt:lpstr>
      <vt:lpstr>Présentation PowerPoint</vt:lpstr>
      <vt:lpstr>Le cahier de charge</vt:lpstr>
      <vt:lpstr>Le cahier de charges</vt:lpstr>
      <vt:lpstr>Le bilan de fin de projet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Chapitre 3</dc:title>
  <dc:creator>sarah A</dc:creator>
  <cp:lastModifiedBy>ibtissem Brahiti</cp:lastModifiedBy>
  <cp:revision>33</cp:revision>
  <dcterms:created xsi:type="dcterms:W3CDTF">2019-11-14T12:52:42Z</dcterms:created>
  <dcterms:modified xsi:type="dcterms:W3CDTF">2026-05-07T08:55:34Z</dcterms:modified>
</cp:coreProperties>
</file>