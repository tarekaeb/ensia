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7" r:id="rId1"/>
  </p:sldMasterIdLst>
  <p:notesMasterIdLst>
    <p:notesMasterId r:id="rId65"/>
  </p:notesMasterIdLst>
  <p:sldIdLst>
    <p:sldId id="258" r:id="rId2"/>
    <p:sldId id="261" r:id="rId3"/>
    <p:sldId id="263" r:id="rId4"/>
    <p:sldId id="262" r:id="rId5"/>
    <p:sldId id="311" r:id="rId6"/>
    <p:sldId id="298" r:id="rId7"/>
    <p:sldId id="267" r:id="rId8"/>
    <p:sldId id="269" r:id="rId9"/>
    <p:sldId id="294" r:id="rId10"/>
    <p:sldId id="270" r:id="rId11"/>
    <p:sldId id="277" r:id="rId12"/>
    <p:sldId id="271" r:id="rId13"/>
    <p:sldId id="293" r:id="rId14"/>
    <p:sldId id="314" r:id="rId15"/>
    <p:sldId id="315" r:id="rId16"/>
    <p:sldId id="317" r:id="rId17"/>
    <p:sldId id="316" r:id="rId18"/>
    <p:sldId id="318" r:id="rId19"/>
    <p:sldId id="319" r:id="rId20"/>
    <p:sldId id="278" r:id="rId21"/>
    <p:sldId id="279" r:id="rId22"/>
    <p:sldId id="296" r:id="rId23"/>
    <p:sldId id="297" r:id="rId24"/>
    <p:sldId id="295" r:id="rId25"/>
    <p:sldId id="299" r:id="rId26"/>
    <p:sldId id="312" r:id="rId27"/>
    <p:sldId id="300" r:id="rId28"/>
    <p:sldId id="283" r:id="rId29"/>
    <p:sldId id="285" r:id="rId30"/>
    <p:sldId id="284" r:id="rId31"/>
    <p:sldId id="286" r:id="rId32"/>
    <p:sldId id="287" r:id="rId33"/>
    <p:sldId id="282" r:id="rId34"/>
    <p:sldId id="320" r:id="rId35"/>
    <p:sldId id="325" r:id="rId36"/>
    <p:sldId id="322" r:id="rId37"/>
    <p:sldId id="323" r:id="rId38"/>
    <p:sldId id="324" r:id="rId39"/>
    <p:sldId id="305" r:id="rId40"/>
    <p:sldId id="321" r:id="rId41"/>
    <p:sldId id="272" r:id="rId42"/>
    <p:sldId id="273" r:id="rId43"/>
    <p:sldId id="301" r:id="rId44"/>
    <p:sldId id="306" r:id="rId45"/>
    <p:sldId id="307" r:id="rId46"/>
    <p:sldId id="326" r:id="rId47"/>
    <p:sldId id="308" r:id="rId48"/>
    <p:sldId id="302" r:id="rId49"/>
    <p:sldId id="304" r:id="rId50"/>
    <p:sldId id="309" r:id="rId51"/>
    <p:sldId id="303" r:id="rId52"/>
    <p:sldId id="274" r:id="rId53"/>
    <p:sldId id="289" r:id="rId54"/>
    <p:sldId id="292" r:id="rId55"/>
    <p:sldId id="310" r:id="rId56"/>
    <p:sldId id="290" r:id="rId57"/>
    <p:sldId id="291" r:id="rId58"/>
    <p:sldId id="331" r:id="rId59"/>
    <p:sldId id="330" r:id="rId60"/>
    <p:sldId id="327" r:id="rId61"/>
    <p:sldId id="328" r:id="rId62"/>
    <p:sldId id="329" r:id="rId63"/>
    <p:sldId id="280" r:id="rId6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theme" Target="theme/theme1.xml" /><Relationship Id="rId7" Type="http://schemas.openxmlformats.org/officeDocument/2006/relationships/slide" Target="slides/slide6.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61" Type="http://schemas.openxmlformats.org/officeDocument/2006/relationships/slide" Target="slides/slide60.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tableStyles" Target="tableStyles.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viewProps" Target="viewProps.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s>
</file>

<file path=ppt/diagrams/_rels/data14.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image" Target="../media/image24.png" /><Relationship Id="rId1" Type="http://schemas.openxmlformats.org/officeDocument/2006/relationships/image" Target="../media/image23.png" /></Relationships>
</file>

<file path=ppt/diagrams/_rels/drawing14.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image" Target="../media/image24.png" /><Relationship Id="rId1" Type="http://schemas.openxmlformats.org/officeDocument/2006/relationships/image" Target="../media/image23.png"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684C06-5F4F-4CEE-8536-9956C7BF613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FR"/>
        </a:p>
      </dgm:t>
    </dgm:pt>
    <dgm:pt modelId="{BDC81E0D-7244-4B1A-A29C-0652ACCA75B0}">
      <dgm:prSet phldrT="[Texte]"/>
      <dgm:spPr/>
      <dgm:t>
        <a:bodyPr/>
        <a:lstStyle/>
        <a:p>
          <a:r>
            <a:rPr lang="fr-FR" dirty="0"/>
            <a:t>Chapitre 1 : Notions fondamentales</a:t>
          </a:r>
        </a:p>
      </dgm:t>
    </dgm:pt>
    <dgm:pt modelId="{56F526F6-77D5-412A-A2AD-32A68754F2B9}" type="parTrans" cxnId="{57707EF3-F75E-4527-811C-8FDE30EAAE09}">
      <dgm:prSet/>
      <dgm:spPr/>
      <dgm:t>
        <a:bodyPr/>
        <a:lstStyle/>
        <a:p>
          <a:endParaRPr lang="fr-FR"/>
        </a:p>
      </dgm:t>
    </dgm:pt>
    <dgm:pt modelId="{0E786816-D52A-45DF-9B4C-8AA23E472550}" type="sibTrans" cxnId="{57707EF3-F75E-4527-811C-8FDE30EAAE09}">
      <dgm:prSet/>
      <dgm:spPr/>
      <dgm:t>
        <a:bodyPr/>
        <a:lstStyle/>
        <a:p>
          <a:endParaRPr lang="fr-FR"/>
        </a:p>
      </dgm:t>
    </dgm:pt>
    <dgm:pt modelId="{BCEA4E17-6D04-4C37-B9E1-EEAE6402AB90}">
      <dgm:prSet phldrT="[Texte]"/>
      <dgm:spPr/>
      <dgm:t>
        <a:bodyPr/>
        <a:lstStyle/>
        <a:p>
          <a:r>
            <a:rPr lang="fr-FR" dirty="0"/>
            <a:t>Chapitre 2 : Conduite du projet</a:t>
          </a:r>
        </a:p>
      </dgm:t>
    </dgm:pt>
    <dgm:pt modelId="{5577CAFB-7C95-4669-9EA7-8278B828AB68}" type="parTrans" cxnId="{3156B3DA-D10D-46E4-8B2C-C1BD76FC5D17}">
      <dgm:prSet/>
      <dgm:spPr/>
      <dgm:t>
        <a:bodyPr/>
        <a:lstStyle/>
        <a:p>
          <a:endParaRPr lang="fr-FR"/>
        </a:p>
      </dgm:t>
    </dgm:pt>
    <dgm:pt modelId="{55A6E04D-D9D4-4A6F-AA3B-45CAA78219C8}" type="sibTrans" cxnId="{3156B3DA-D10D-46E4-8B2C-C1BD76FC5D17}">
      <dgm:prSet/>
      <dgm:spPr/>
      <dgm:t>
        <a:bodyPr/>
        <a:lstStyle/>
        <a:p>
          <a:endParaRPr lang="fr-FR"/>
        </a:p>
      </dgm:t>
    </dgm:pt>
    <dgm:pt modelId="{F8D74954-F315-48F6-9D17-1A86A5485A52}">
      <dgm:prSet phldrT="[Texte]"/>
      <dgm:spPr/>
      <dgm:t>
        <a:bodyPr/>
        <a:lstStyle/>
        <a:p>
          <a:r>
            <a:rPr lang="fr-FR" dirty="0"/>
            <a:t>Chapitre 3 :Outils</a:t>
          </a:r>
        </a:p>
      </dgm:t>
    </dgm:pt>
    <dgm:pt modelId="{EE7B1915-0AB6-4E7D-BAE5-8E5E77851BA6}" type="parTrans" cxnId="{7DB59178-1832-4103-AC5C-CED20707A018}">
      <dgm:prSet/>
      <dgm:spPr/>
      <dgm:t>
        <a:bodyPr/>
        <a:lstStyle/>
        <a:p>
          <a:endParaRPr lang="fr-FR"/>
        </a:p>
      </dgm:t>
    </dgm:pt>
    <dgm:pt modelId="{5031D2F3-F593-4340-A1B9-8E4795CD5C48}" type="sibTrans" cxnId="{7DB59178-1832-4103-AC5C-CED20707A018}">
      <dgm:prSet/>
      <dgm:spPr/>
      <dgm:t>
        <a:bodyPr/>
        <a:lstStyle/>
        <a:p>
          <a:endParaRPr lang="fr-FR"/>
        </a:p>
      </dgm:t>
    </dgm:pt>
    <dgm:pt modelId="{25D322F4-F979-4CF9-8712-8549DD0706E6}" type="pres">
      <dgm:prSet presAssocID="{24684C06-5F4F-4CEE-8536-9956C7BF6138}" presName="linear" presStyleCnt="0">
        <dgm:presLayoutVars>
          <dgm:dir/>
          <dgm:animLvl val="lvl"/>
          <dgm:resizeHandles val="exact"/>
        </dgm:presLayoutVars>
      </dgm:prSet>
      <dgm:spPr/>
    </dgm:pt>
    <dgm:pt modelId="{10AE087D-3A81-452E-8A66-5DEEEF7A214A}" type="pres">
      <dgm:prSet presAssocID="{BDC81E0D-7244-4B1A-A29C-0652ACCA75B0}" presName="parentLin" presStyleCnt="0"/>
      <dgm:spPr/>
    </dgm:pt>
    <dgm:pt modelId="{2D0A5F26-4C47-4897-BE46-AAD8E879AF5F}" type="pres">
      <dgm:prSet presAssocID="{BDC81E0D-7244-4B1A-A29C-0652ACCA75B0}" presName="parentLeftMargin" presStyleLbl="node1" presStyleIdx="0" presStyleCnt="3"/>
      <dgm:spPr/>
    </dgm:pt>
    <dgm:pt modelId="{A2EF1E21-0158-4C5E-A23A-BE2F599A63DE}" type="pres">
      <dgm:prSet presAssocID="{BDC81E0D-7244-4B1A-A29C-0652ACCA75B0}" presName="parentText" presStyleLbl="node1" presStyleIdx="0" presStyleCnt="3">
        <dgm:presLayoutVars>
          <dgm:chMax val="0"/>
          <dgm:bulletEnabled val="1"/>
        </dgm:presLayoutVars>
      </dgm:prSet>
      <dgm:spPr/>
    </dgm:pt>
    <dgm:pt modelId="{8FE1A065-8FA7-4584-AA57-955551EDFBD8}" type="pres">
      <dgm:prSet presAssocID="{BDC81E0D-7244-4B1A-A29C-0652ACCA75B0}" presName="negativeSpace" presStyleCnt="0"/>
      <dgm:spPr/>
    </dgm:pt>
    <dgm:pt modelId="{5C47970A-BD5D-4A68-B16D-7B61C93152C2}" type="pres">
      <dgm:prSet presAssocID="{BDC81E0D-7244-4B1A-A29C-0652ACCA75B0}" presName="childText" presStyleLbl="conFgAcc1" presStyleIdx="0" presStyleCnt="3">
        <dgm:presLayoutVars>
          <dgm:bulletEnabled val="1"/>
        </dgm:presLayoutVars>
      </dgm:prSet>
      <dgm:spPr/>
    </dgm:pt>
    <dgm:pt modelId="{8EA9788C-5D76-445F-8D8C-A85CEBCBD177}" type="pres">
      <dgm:prSet presAssocID="{0E786816-D52A-45DF-9B4C-8AA23E472550}" presName="spaceBetweenRectangles" presStyleCnt="0"/>
      <dgm:spPr/>
    </dgm:pt>
    <dgm:pt modelId="{49B79FCF-1A8A-44B3-A831-78160576F021}" type="pres">
      <dgm:prSet presAssocID="{BCEA4E17-6D04-4C37-B9E1-EEAE6402AB90}" presName="parentLin" presStyleCnt="0"/>
      <dgm:spPr/>
    </dgm:pt>
    <dgm:pt modelId="{1C5729A2-5B9C-4AD3-8587-C4CADC69109B}" type="pres">
      <dgm:prSet presAssocID="{BCEA4E17-6D04-4C37-B9E1-EEAE6402AB90}" presName="parentLeftMargin" presStyleLbl="node1" presStyleIdx="0" presStyleCnt="3"/>
      <dgm:spPr/>
    </dgm:pt>
    <dgm:pt modelId="{7E8F07C3-43A0-4AEB-A00B-35BB627EF0AF}" type="pres">
      <dgm:prSet presAssocID="{BCEA4E17-6D04-4C37-B9E1-EEAE6402AB90}" presName="parentText" presStyleLbl="node1" presStyleIdx="1" presStyleCnt="3">
        <dgm:presLayoutVars>
          <dgm:chMax val="0"/>
          <dgm:bulletEnabled val="1"/>
        </dgm:presLayoutVars>
      </dgm:prSet>
      <dgm:spPr/>
    </dgm:pt>
    <dgm:pt modelId="{7F67871F-DB18-4E60-9452-3EED06886C6F}" type="pres">
      <dgm:prSet presAssocID="{BCEA4E17-6D04-4C37-B9E1-EEAE6402AB90}" presName="negativeSpace" presStyleCnt="0"/>
      <dgm:spPr/>
    </dgm:pt>
    <dgm:pt modelId="{D3A8B67F-B59B-40CC-8E34-78A7E7439E7B}" type="pres">
      <dgm:prSet presAssocID="{BCEA4E17-6D04-4C37-B9E1-EEAE6402AB90}" presName="childText" presStyleLbl="conFgAcc1" presStyleIdx="1" presStyleCnt="3">
        <dgm:presLayoutVars>
          <dgm:bulletEnabled val="1"/>
        </dgm:presLayoutVars>
      </dgm:prSet>
      <dgm:spPr/>
    </dgm:pt>
    <dgm:pt modelId="{CDBDBB05-118F-4BC6-9ED5-FCDB6A085DE7}" type="pres">
      <dgm:prSet presAssocID="{55A6E04D-D9D4-4A6F-AA3B-45CAA78219C8}" presName="spaceBetweenRectangles" presStyleCnt="0"/>
      <dgm:spPr/>
    </dgm:pt>
    <dgm:pt modelId="{03C38FA8-959C-4064-8C5C-E1449EDB4CDC}" type="pres">
      <dgm:prSet presAssocID="{F8D74954-F315-48F6-9D17-1A86A5485A52}" presName="parentLin" presStyleCnt="0"/>
      <dgm:spPr/>
    </dgm:pt>
    <dgm:pt modelId="{B1D9200D-415D-4125-BDF2-4A651378B0D8}" type="pres">
      <dgm:prSet presAssocID="{F8D74954-F315-48F6-9D17-1A86A5485A52}" presName="parentLeftMargin" presStyleLbl="node1" presStyleIdx="1" presStyleCnt="3"/>
      <dgm:spPr/>
    </dgm:pt>
    <dgm:pt modelId="{CB2918BD-43AB-4C4F-AA73-78FEA1123DA9}" type="pres">
      <dgm:prSet presAssocID="{F8D74954-F315-48F6-9D17-1A86A5485A52}" presName="parentText" presStyleLbl="node1" presStyleIdx="2" presStyleCnt="3">
        <dgm:presLayoutVars>
          <dgm:chMax val="0"/>
          <dgm:bulletEnabled val="1"/>
        </dgm:presLayoutVars>
      </dgm:prSet>
      <dgm:spPr/>
    </dgm:pt>
    <dgm:pt modelId="{5F989580-97FC-4B60-B974-764A6ED4FE53}" type="pres">
      <dgm:prSet presAssocID="{F8D74954-F315-48F6-9D17-1A86A5485A52}" presName="negativeSpace" presStyleCnt="0"/>
      <dgm:spPr/>
    </dgm:pt>
    <dgm:pt modelId="{01982D9F-37AD-495C-8709-606DC4C26C25}" type="pres">
      <dgm:prSet presAssocID="{F8D74954-F315-48F6-9D17-1A86A5485A52}" presName="childText" presStyleLbl="conFgAcc1" presStyleIdx="2" presStyleCnt="3">
        <dgm:presLayoutVars>
          <dgm:bulletEnabled val="1"/>
        </dgm:presLayoutVars>
      </dgm:prSet>
      <dgm:spPr/>
    </dgm:pt>
  </dgm:ptLst>
  <dgm:cxnLst>
    <dgm:cxn modelId="{CBA7F426-055C-4318-8DF1-A8B2BFDCA0DB}" type="presOf" srcId="{BCEA4E17-6D04-4C37-B9E1-EEAE6402AB90}" destId="{7E8F07C3-43A0-4AEB-A00B-35BB627EF0AF}" srcOrd="1" destOrd="0" presId="urn:microsoft.com/office/officeart/2005/8/layout/list1"/>
    <dgm:cxn modelId="{A04BB64C-2C2D-46A7-980D-9519DE6C435A}" type="presOf" srcId="{F8D74954-F315-48F6-9D17-1A86A5485A52}" destId="{B1D9200D-415D-4125-BDF2-4A651378B0D8}" srcOrd="0" destOrd="0" presId="urn:microsoft.com/office/officeart/2005/8/layout/list1"/>
    <dgm:cxn modelId="{7DB59178-1832-4103-AC5C-CED20707A018}" srcId="{24684C06-5F4F-4CEE-8536-9956C7BF6138}" destId="{F8D74954-F315-48F6-9D17-1A86A5485A52}" srcOrd="2" destOrd="0" parTransId="{EE7B1915-0AB6-4E7D-BAE5-8E5E77851BA6}" sibTransId="{5031D2F3-F593-4340-A1B9-8E4795CD5C48}"/>
    <dgm:cxn modelId="{15802D85-A4BF-4617-911F-4B65DFBD921C}" type="presOf" srcId="{F8D74954-F315-48F6-9D17-1A86A5485A52}" destId="{CB2918BD-43AB-4C4F-AA73-78FEA1123DA9}" srcOrd="1" destOrd="0" presId="urn:microsoft.com/office/officeart/2005/8/layout/list1"/>
    <dgm:cxn modelId="{14EC148E-90B7-4D73-B25A-6CAF20D29521}" type="presOf" srcId="{BDC81E0D-7244-4B1A-A29C-0652ACCA75B0}" destId="{A2EF1E21-0158-4C5E-A23A-BE2F599A63DE}" srcOrd="1" destOrd="0" presId="urn:microsoft.com/office/officeart/2005/8/layout/list1"/>
    <dgm:cxn modelId="{BCAC2AAB-4708-46B4-A567-09FD4B5623B9}" type="presOf" srcId="{BCEA4E17-6D04-4C37-B9E1-EEAE6402AB90}" destId="{1C5729A2-5B9C-4AD3-8587-C4CADC69109B}" srcOrd="0" destOrd="0" presId="urn:microsoft.com/office/officeart/2005/8/layout/list1"/>
    <dgm:cxn modelId="{2F5BC3CD-1076-4EE7-ACBD-8AC961A50A2B}" type="presOf" srcId="{BDC81E0D-7244-4B1A-A29C-0652ACCA75B0}" destId="{2D0A5F26-4C47-4897-BE46-AAD8E879AF5F}" srcOrd="0" destOrd="0" presId="urn:microsoft.com/office/officeart/2005/8/layout/list1"/>
    <dgm:cxn modelId="{3156B3DA-D10D-46E4-8B2C-C1BD76FC5D17}" srcId="{24684C06-5F4F-4CEE-8536-9956C7BF6138}" destId="{BCEA4E17-6D04-4C37-B9E1-EEAE6402AB90}" srcOrd="1" destOrd="0" parTransId="{5577CAFB-7C95-4669-9EA7-8278B828AB68}" sibTransId="{55A6E04D-D9D4-4A6F-AA3B-45CAA78219C8}"/>
    <dgm:cxn modelId="{57707EF3-F75E-4527-811C-8FDE30EAAE09}" srcId="{24684C06-5F4F-4CEE-8536-9956C7BF6138}" destId="{BDC81E0D-7244-4B1A-A29C-0652ACCA75B0}" srcOrd="0" destOrd="0" parTransId="{56F526F6-77D5-412A-A2AD-32A68754F2B9}" sibTransId="{0E786816-D52A-45DF-9B4C-8AA23E472550}"/>
    <dgm:cxn modelId="{C255B4F9-96B9-4F16-96C8-06C1D35699E0}" type="presOf" srcId="{24684C06-5F4F-4CEE-8536-9956C7BF6138}" destId="{25D322F4-F979-4CF9-8712-8549DD0706E6}" srcOrd="0" destOrd="0" presId="urn:microsoft.com/office/officeart/2005/8/layout/list1"/>
    <dgm:cxn modelId="{B330807E-3483-4CDA-8D2E-769FD11CB5D9}" type="presParOf" srcId="{25D322F4-F979-4CF9-8712-8549DD0706E6}" destId="{10AE087D-3A81-452E-8A66-5DEEEF7A214A}" srcOrd="0" destOrd="0" presId="urn:microsoft.com/office/officeart/2005/8/layout/list1"/>
    <dgm:cxn modelId="{161B8291-AA49-4194-AC83-0757E532E097}" type="presParOf" srcId="{10AE087D-3A81-452E-8A66-5DEEEF7A214A}" destId="{2D0A5F26-4C47-4897-BE46-AAD8E879AF5F}" srcOrd="0" destOrd="0" presId="urn:microsoft.com/office/officeart/2005/8/layout/list1"/>
    <dgm:cxn modelId="{5151124C-70E0-49F4-A607-2F86F44BF891}" type="presParOf" srcId="{10AE087D-3A81-452E-8A66-5DEEEF7A214A}" destId="{A2EF1E21-0158-4C5E-A23A-BE2F599A63DE}" srcOrd="1" destOrd="0" presId="urn:microsoft.com/office/officeart/2005/8/layout/list1"/>
    <dgm:cxn modelId="{9E37B94C-45A2-4824-8C09-7F97885EF287}" type="presParOf" srcId="{25D322F4-F979-4CF9-8712-8549DD0706E6}" destId="{8FE1A065-8FA7-4584-AA57-955551EDFBD8}" srcOrd="1" destOrd="0" presId="urn:microsoft.com/office/officeart/2005/8/layout/list1"/>
    <dgm:cxn modelId="{895AD7B5-F095-4A88-B955-F3252B1466F5}" type="presParOf" srcId="{25D322F4-F979-4CF9-8712-8549DD0706E6}" destId="{5C47970A-BD5D-4A68-B16D-7B61C93152C2}" srcOrd="2" destOrd="0" presId="urn:microsoft.com/office/officeart/2005/8/layout/list1"/>
    <dgm:cxn modelId="{5E854B55-D819-4417-8DCC-66716020F139}" type="presParOf" srcId="{25D322F4-F979-4CF9-8712-8549DD0706E6}" destId="{8EA9788C-5D76-445F-8D8C-A85CEBCBD177}" srcOrd="3" destOrd="0" presId="urn:microsoft.com/office/officeart/2005/8/layout/list1"/>
    <dgm:cxn modelId="{8D95E6BB-2A6B-4EAC-A51F-51D72FC18C0A}" type="presParOf" srcId="{25D322F4-F979-4CF9-8712-8549DD0706E6}" destId="{49B79FCF-1A8A-44B3-A831-78160576F021}" srcOrd="4" destOrd="0" presId="urn:microsoft.com/office/officeart/2005/8/layout/list1"/>
    <dgm:cxn modelId="{C53008C8-7BFA-4F37-9B17-BE9DE398A9AD}" type="presParOf" srcId="{49B79FCF-1A8A-44B3-A831-78160576F021}" destId="{1C5729A2-5B9C-4AD3-8587-C4CADC69109B}" srcOrd="0" destOrd="0" presId="urn:microsoft.com/office/officeart/2005/8/layout/list1"/>
    <dgm:cxn modelId="{782E6012-F56E-471F-A579-64605FC7EA59}" type="presParOf" srcId="{49B79FCF-1A8A-44B3-A831-78160576F021}" destId="{7E8F07C3-43A0-4AEB-A00B-35BB627EF0AF}" srcOrd="1" destOrd="0" presId="urn:microsoft.com/office/officeart/2005/8/layout/list1"/>
    <dgm:cxn modelId="{E6CED9DB-EA2B-4255-86AE-83306E6FEF20}" type="presParOf" srcId="{25D322F4-F979-4CF9-8712-8549DD0706E6}" destId="{7F67871F-DB18-4E60-9452-3EED06886C6F}" srcOrd="5" destOrd="0" presId="urn:microsoft.com/office/officeart/2005/8/layout/list1"/>
    <dgm:cxn modelId="{1A17A2D8-D87F-4755-BFCF-74DEBB69412F}" type="presParOf" srcId="{25D322F4-F979-4CF9-8712-8549DD0706E6}" destId="{D3A8B67F-B59B-40CC-8E34-78A7E7439E7B}" srcOrd="6" destOrd="0" presId="urn:microsoft.com/office/officeart/2005/8/layout/list1"/>
    <dgm:cxn modelId="{A2F50C31-A7FB-46DA-9622-EC0FC637168E}" type="presParOf" srcId="{25D322F4-F979-4CF9-8712-8549DD0706E6}" destId="{CDBDBB05-118F-4BC6-9ED5-FCDB6A085DE7}" srcOrd="7" destOrd="0" presId="urn:microsoft.com/office/officeart/2005/8/layout/list1"/>
    <dgm:cxn modelId="{24F448C1-C8F1-41DD-A1E0-1F9E7831B054}" type="presParOf" srcId="{25D322F4-F979-4CF9-8712-8549DD0706E6}" destId="{03C38FA8-959C-4064-8C5C-E1449EDB4CDC}" srcOrd="8" destOrd="0" presId="urn:microsoft.com/office/officeart/2005/8/layout/list1"/>
    <dgm:cxn modelId="{1CE43692-0E91-4875-8553-02FAEA71B1EE}" type="presParOf" srcId="{03C38FA8-959C-4064-8C5C-E1449EDB4CDC}" destId="{B1D9200D-415D-4125-BDF2-4A651378B0D8}" srcOrd="0" destOrd="0" presId="urn:microsoft.com/office/officeart/2005/8/layout/list1"/>
    <dgm:cxn modelId="{3654AB23-D176-4609-A201-F1AAD1CDE82E}" type="presParOf" srcId="{03C38FA8-959C-4064-8C5C-E1449EDB4CDC}" destId="{CB2918BD-43AB-4C4F-AA73-78FEA1123DA9}" srcOrd="1" destOrd="0" presId="urn:microsoft.com/office/officeart/2005/8/layout/list1"/>
    <dgm:cxn modelId="{30189C1F-D0B6-40F6-8CE4-C7412525BEA7}" type="presParOf" srcId="{25D322F4-F979-4CF9-8712-8549DD0706E6}" destId="{5F989580-97FC-4B60-B974-764A6ED4FE53}" srcOrd="9" destOrd="0" presId="urn:microsoft.com/office/officeart/2005/8/layout/list1"/>
    <dgm:cxn modelId="{4CBA4FC1-2FA9-42DF-B4BD-DEF95F4AEE8C}" type="presParOf" srcId="{25D322F4-F979-4CF9-8712-8549DD0706E6}" destId="{01982D9F-37AD-495C-8709-606DC4C26C2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AA548B-3527-4A75-8B27-C3D634AC2AE5}" type="doc">
      <dgm:prSet loTypeId="urn:microsoft.com/office/officeart/2005/8/layout/cycle6" loCatId="cycle" qsTypeId="urn:microsoft.com/office/officeart/2005/8/quickstyle/simple1" qsCatId="simple" csTypeId="urn:microsoft.com/office/officeart/2005/8/colors/colorful3" csCatId="colorful" phldr="1"/>
      <dgm:spPr/>
      <dgm:t>
        <a:bodyPr/>
        <a:lstStyle/>
        <a:p>
          <a:endParaRPr lang="fr-FR"/>
        </a:p>
      </dgm:t>
    </dgm:pt>
    <dgm:pt modelId="{18958658-607B-49DE-952B-E16632D9554E}">
      <dgm:prSet phldrT="[Texte]"/>
      <dgm:spPr/>
      <dgm:t>
        <a:bodyPr/>
        <a:lstStyle/>
        <a:p>
          <a:r>
            <a:rPr lang="fr-FR" dirty="0"/>
            <a:t>Produit</a:t>
          </a:r>
        </a:p>
      </dgm:t>
    </dgm:pt>
    <dgm:pt modelId="{B32938FD-F806-48EE-B661-3D48B9637FF9}" type="parTrans" cxnId="{98F931FF-D97E-4A59-A5ED-4CC4D22FBF0A}">
      <dgm:prSet/>
      <dgm:spPr/>
      <dgm:t>
        <a:bodyPr/>
        <a:lstStyle/>
        <a:p>
          <a:endParaRPr lang="fr-FR"/>
        </a:p>
      </dgm:t>
    </dgm:pt>
    <dgm:pt modelId="{9A9F3CDD-5EA4-4204-A629-F4A271AB2E90}" type="sibTrans" cxnId="{98F931FF-D97E-4A59-A5ED-4CC4D22FBF0A}">
      <dgm:prSet/>
      <dgm:spPr/>
      <dgm:t>
        <a:bodyPr/>
        <a:lstStyle/>
        <a:p>
          <a:endParaRPr lang="fr-FR"/>
        </a:p>
      </dgm:t>
    </dgm:pt>
    <dgm:pt modelId="{EA241016-F1C4-489E-9BB0-7AFB99F5080F}">
      <dgm:prSet phldrT="[Texte]"/>
      <dgm:spPr/>
      <dgm:t>
        <a:bodyPr/>
        <a:lstStyle/>
        <a:p>
          <a:r>
            <a:rPr lang="fr-FR" dirty="0"/>
            <a:t>Calendrier</a:t>
          </a:r>
        </a:p>
      </dgm:t>
    </dgm:pt>
    <dgm:pt modelId="{E03F0FBA-9DA2-426B-990A-98F57C405F11}" type="parTrans" cxnId="{28B97DBD-DC45-46A7-B8CD-7E5F0655D933}">
      <dgm:prSet/>
      <dgm:spPr/>
      <dgm:t>
        <a:bodyPr/>
        <a:lstStyle/>
        <a:p>
          <a:endParaRPr lang="fr-FR"/>
        </a:p>
      </dgm:t>
    </dgm:pt>
    <dgm:pt modelId="{DC0FB5DA-A9A4-431F-8C18-814F62C8376D}" type="sibTrans" cxnId="{28B97DBD-DC45-46A7-B8CD-7E5F0655D933}">
      <dgm:prSet/>
      <dgm:spPr/>
      <dgm:t>
        <a:bodyPr/>
        <a:lstStyle/>
        <a:p>
          <a:endParaRPr lang="fr-FR"/>
        </a:p>
      </dgm:t>
    </dgm:pt>
    <dgm:pt modelId="{A2731E5C-0BA5-4A69-BB97-0985B3188E52}">
      <dgm:prSet phldrT="[Texte]"/>
      <dgm:spPr/>
      <dgm:t>
        <a:bodyPr/>
        <a:lstStyle/>
        <a:p>
          <a:r>
            <a:rPr lang="fr-FR" dirty="0"/>
            <a:t>Ressources</a:t>
          </a:r>
        </a:p>
      </dgm:t>
    </dgm:pt>
    <dgm:pt modelId="{C4E1536E-9DAB-4380-B98E-90472945E5BE}" type="parTrans" cxnId="{D264A3D0-C0CD-46A6-9D71-44482A98D466}">
      <dgm:prSet/>
      <dgm:spPr/>
      <dgm:t>
        <a:bodyPr/>
        <a:lstStyle/>
        <a:p>
          <a:endParaRPr lang="fr-FR"/>
        </a:p>
      </dgm:t>
    </dgm:pt>
    <dgm:pt modelId="{C7E0E374-C33A-4AC4-A23C-76DC815791E2}" type="sibTrans" cxnId="{D264A3D0-C0CD-46A6-9D71-44482A98D466}">
      <dgm:prSet/>
      <dgm:spPr/>
      <dgm:t>
        <a:bodyPr/>
        <a:lstStyle/>
        <a:p>
          <a:endParaRPr lang="fr-FR"/>
        </a:p>
      </dgm:t>
    </dgm:pt>
    <dgm:pt modelId="{B6F16FFC-0549-4485-A035-22F1F91D3A08}" type="pres">
      <dgm:prSet presAssocID="{0AAA548B-3527-4A75-8B27-C3D634AC2AE5}" presName="cycle" presStyleCnt="0">
        <dgm:presLayoutVars>
          <dgm:dir/>
          <dgm:resizeHandles val="exact"/>
        </dgm:presLayoutVars>
      </dgm:prSet>
      <dgm:spPr/>
    </dgm:pt>
    <dgm:pt modelId="{45615A60-BB91-4228-80B0-229F35FB1353}" type="pres">
      <dgm:prSet presAssocID="{18958658-607B-49DE-952B-E16632D9554E}" presName="node" presStyleLbl="node1" presStyleIdx="0" presStyleCnt="3">
        <dgm:presLayoutVars>
          <dgm:bulletEnabled val="1"/>
        </dgm:presLayoutVars>
      </dgm:prSet>
      <dgm:spPr/>
    </dgm:pt>
    <dgm:pt modelId="{51CB645B-F46D-4FF5-81EE-44DD0B9D7D62}" type="pres">
      <dgm:prSet presAssocID="{18958658-607B-49DE-952B-E16632D9554E}" presName="spNode" presStyleCnt="0"/>
      <dgm:spPr/>
    </dgm:pt>
    <dgm:pt modelId="{3C32A833-6BCF-4D70-8E15-B24D60FFF108}" type="pres">
      <dgm:prSet presAssocID="{9A9F3CDD-5EA4-4204-A629-F4A271AB2E90}" presName="sibTrans" presStyleLbl="sibTrans1D1" presStyleIdx="0" presStyleCnt="3"/>
      <dgm:spPr/>
    </dgm:pt>
    <dgm:pt modelId="{926495FD-6188-4001-81AD-EBB313BC1524}" type="pres">
      <dgm:prSet presAssocID="{A2731E5C-0BA5-4A69-BB97-0985B3188E52}" presName="node" presStyleLbl="node1" presStyleIdx="1" presStyleCnt="3">
        <dgm:presLayoutVars>
          <dgm:bulletEnabled val="1"/>
        </dgm:presLayoutVars>
      </dgm:prSet>
      <dgm:spPr/>
    </dgm:pt>
    <dgm:pt modelId="{63BEC32D-BF83-4EB7-A5B6-49D520444E7F}" type="pres">
      <dgm:prSet presAssocID="{A2731E5C-0BA5-4A69-BB97-0985B3188E52}" presName="spNode" presStyleCnt="0"/>
      <dgm:spPr/>
    </dgm:pt>
    <dgm:pt modelId="{EA47B4D1-9AB2-4589-A200-19C8C20693A1}" type="pres">
      <dgm:prSet presAssocID="{C7E0E374-C33A-4AC4-A23C-76DC815791E2}" presName="sibTrans" presStyleLbl="sibTrans1D1" presStyleIdx="1" presStyleCnt="3"/>
      <dgm:spPr/>
    </dgm:pt>
    <dgm:pt modelId="{88BF360D-8BCA-41CB-B5D5-6A17527D0EE7}" type="pres">
      <dgm:prSet presAssocID="{EA241016-F1C4-489E-9BB0-7AFB99F5080F}" presName="node" presStyleLbl="node1" presStyleIdx="2" presStyleCnt="3">
        <dgm:presLayoutVars>
          <dgm:bulletEnabled val="1"/>
        </dgm:presLayoutVars>
      </dgm:prSet>
      <dgm:spPr/>
    </dgm:pt>
    <dgm:pt modelId="{33EC4EC2-77DE-435C-B73F-934043B819AB}" type="pres">
      <dgm:prSet presAssocID="{EA241016-F1C4-489E-9BB0-7AFB99F5080F}" presName="spNode" presStyleCnt="0"/>
      <dgm:spPr/>
    </dgm:pt>
    <dgm:pt modelId="{82D3E59C-7FFB-4072-B050-893E665B2795}" type="pres">
      <dgm:prSet presAssocID="{DC0FB5DA-A9A4-431F-8C18-814F62C8376D}" presName="sibTrans" presStyleLbl="sibTrans1D1" presStyleIdx="2" presStyleCnt="3"/>
      <dgm:spPr/>
    </dgm:pt>
  </dgm:ptLst>
  <dgm:cxnLst>
    <dgm:cxn modelId="{CF2BF23B-87C9-4B48-8A3B-56F7CC0E3A84}" type="presOf" srcId="{DC0FB5DA-A9A4-431F-8C18-814F62C8376D}" destId="{82D3E59C-7FFB-4072-B050-893E665B2795}" srcOrd="0" destOrd="0" presId="urn:microsoft.com/office/officeart/2005/8/layout/cycle6"/>
    <dgm:cxn modelId="{36542844-6FF3-433A-A18F-FFF7F506DAC9}" type="presOf" srcId="{18958658-607B-49DE-952B-E16632D9554E}" destId="{45615A60-BB91-4228-80B0-229F35FB1353}" srcOrd="0" destOrd="0" presId="urn:microsoft.com/office/officeart/2005/8/layout/cycle6"/>
    <dgm:cxn modelId="{1858CA6A-A78A-481C-BF5B-D435DAF084C5}" type="presOf" srcId="{0AAA548B-3527-4A75-8B27-C3D634AC2AE5}" destId="{B6F16FFC-0549-4485-A035-22F1F91D3A08}" srcOrd="0" destOrd="0" presId="urn:microsoft.com/office/officeart/2005/8/layout/cycle6"/>
    <dgm:cxn modelId="{81682E4F-620B-4246-8919-78A7720DA0B5}" type="presOf" srcId="{EA241016-F1C4-489E-9BB0-7AFB99F5080F}" destId="{88BF360D-8BCA-41CB-B5D5-6A17527D0EE7}" srcOrd="0" destOrd="0" presId="urn:microsoft.com/office/officeart/2005/8/layout/cycle6"/>
    <dgm:cxn modelId="{113CF751-04ED-4590-8ABE-09944B105A1F}" type="presOf" srcId="{C7E0E374-C33A-4AC4-A23C-76DC815791E2}" destId="{EA47B4D1-9AB2-4589-A200-19C8C20693A1}" srcOrd="0" destOrd="0" presId="urn:microsoft.com/office/officeart/2005/8/layout/cycle6"/>
    <dgm:cxn modelId="{9734797D-A6C2-452F-B429-3B9BA5E3B392}" type="presOf" srcId="{A2731E5C-0BA5-4A69-BB97-0985B3188E52}" destId="{926495FD-6188-4001-81AD-EBB313BC1524}" srcOrd="0" destOrd="0" presId="urn:microsoft.com/office/officeart/2005/8/layout/cycle6"/>
    <dgm:cxn modelId="{28B97DBD-DC45-46A7-B8CD-7E5F0655D933}" srcId="{0AAA548B-3527-4A75-8B27-C3D634AC2AE5}" destId="{EA241016-F1C4-489E-9BB0-7AFB99F5080F}" srcOrd="2" destOrd="0" parTransId="{E03F0FBA-9DA2-426B-990A-98F57C405F11}" sibTransId="{DC0FB5DA-A9A4-431F-8C18-814F62C8376D}"/>
    <dgm:cxn modelId="{D264A3D0-C0CD-46A6-9D71-44482A98D466}" srcId="{0AAA548B-3527-4A75-8B27-C3D634AC2AE5}" destId="{A2731E5C-0BA5-4A69-BB97-0985B3188E52}" srcOrd="1" destOrd="0" parTransId="{C4E1536E-9DAB-4380-B98E-90472945E5BE}" sibTransId="{C7E0E374-C33A-4AC4-A23C-76DC815791E2}"/>
    <dgm:cxn modelId="{E61190E9-A031-4578-A7F6-1BDC57DD1DBC}" type="presOf" srcId="{9A9F3CDD-5EA4-4204-A629-F4A271AB2E90}" destId="{3C32A833-6BCF-4D70-8E15-B24D60FFF108}" srcOrd="0" destOrd="0" presId="urn:microsoft.com/office/officeart/2005/8/layout/cycle6"/>
    <dgm:cxn modelId="{98F931FF-D97E-4A59-A5ED-4CC4D22FBF0A}" srcId="{0AAA548B-3527-4A75-8B27-C3D634AC2AE5}" destId="{18958658-607B-49DE-952B-E16632D9554E}" srcOrd="0" destOrd="0" parTransId="{B32938FD-F806-48EE-B661-3D48B9637FF9}" sibTransId="{9A9F3CDD-5EA4-4204-A629-F4A271AB2E90}"/>
    <dgm:cxn modelId="{1C9FD1EB-FC15-4FAB-B7BC-E1A62EA38235}" type="presParOf" srcId="{B6F16FFC-0549-4485-A035-22F1F91D3A08}" destId="{45615A60-BB91-4228-80B0-229F35FB1353}" srcOrd="0" destOrd="0" presId="urn:microsoft.com/office/officeart/2005/8/layout/cycle6"/>
    <dgm:cxn modelId="{A886055F-8A4D-427C-901B-3A39E3E0D47B}" type="presParOf" srcId="{B6F16FFC-0549-4485-A035-22F1F91D3A08}" destId="{51CB645B-F46D-4FF5-81EE-44DD0B9D7D62}" srcOrd="1" destOrd="0" presId="urn:microsoft.com/office/officeart/2005/8/layout/cycle6"/>
    <dgm:cxn modelId="{E8230E01-A0FF-4383-879A-E694552B6D5A}" type="presParOf" srcId="{B6F16FFC-0549-4485-A035-22F1F91D3A08}" destId="{3C32A833-6BCF-4D70-8E15-B24D60FFF108}" srcOrd="2" destOrd="0" presId="urn:microsoft.com/office/officeart/2005/8/layout/cycle6"/>
    <dgm:cxn modelId="{5E2C34BB-67E1-4433-8736-C2A6B62F0A74}" type="presParOf" srcId="{B6F16FFC-0549-4485-A035-22F1F91D3A08}" destId="{926495FD-6188-4001-81AD-EBB313BC1524}" srcOrd="3" destOrd="0" presId="urn:microsoft.com/office/officeart/2005/8/layout/cycle6"/>
    <dgm:cxn modelId="{E77E182E-E287-45D7-BB5F-A831F1258B0A}" type="presParOf" srcId="{B6F16FFC-0549-4485-A035-22F1F91D3A08}" destId="{63BEC32D-BF83-4EB7-A5B6-49D520444E7F}" srcOrd="4" destOrd="0" presId="urn:microsoft.com/office/officeart/2005/8/layout/cycle6"/>
    <dgm:cxn modelId="{01459183-CD8C-41D0-9D3B-7D9BA8571AE6}" type="presParOf" srcId="{B6F16FFC-0549-4485-A035-22F1F91D3A08}" destId="{EA47B4D1-9AB2-4589-A200-19C8C20693A1}" srcOrd="5" destOrd="0" presId="urn:microsoft.com/office/officeart/2005/8/layout/cycle6"/>
    <dgm:cxn modelId="{CF5F1A93-5FEB-4E12-861A-0A956812B25C}" type="presParOf" srcId="{B6F16FFC-0549-4485-A035-22F1F91D3A08}" destId="{88BF360D-8BCA-41CB-B5D5-6A17527D0EE7}" srcOrd="6" destOrd="0" presId="urn:microsoft.com/office/officeart/2005/8/layout/cycle6"/>
    <dgm:cxn modelId="{1E782DAF-6FA5-4D49-8CEC-09DB03AF4F24}" type="presParOf" srcId="{B6F16FFC-0549-4485-A035-22F1F91D3A08}" destId="{33EC4EC2-77DE-435C-B73F-934043B819AB}" srcOrd="7" destOrd="0" presId="urn:microsoft.com/office/officeart/2005/8/layout/cycle6"/>
    <dgm:cxn modelId="{44D4E0CC-DDE7-41B3-9E1A-3DEBF57F5AD0}" type="presParOf" srcId="{B6F16FFC-0549-4485-A035-22F1F91D3A08}" destId="{82D3E59C-7FFB-4072-B050-893E665B2795}" srcOrd="8"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289ECC-8542-4003-9749-859CBC7048CC}" type="doc">
      <dgm:prSet loTypeId="urn:microsoft.com/office/officeart/2005/8/layout/cycle6" loCatId="cycle" qsTypeId="urn:microsoft.com/office/officeart/2005/8/quickstyle/simple1" qsCatId="simple" csTypeId="urn:microsoft.com/office/officeart/2005/8/colors/colorful1" csCatId="colorful" phldr="1"/>
      <dgm:spPr/>
      <dgm:t>
        <a:bodyPr/>
        <a:lstStyle/>
        <a:p>
          <a:endParaRPr lang="fr-FR"/>
        </a:p>
      </dgm:t>
    </dgm:pt>
    <dgm:pt modelId="{36DFD353-A493-43ED-AF10-79AEF0DC5F04}">
      <dgm:prSet phldrT="[Texte]"/>
      <dgm:spPr/>
      <dgm:t>
        <a:bodyPr/>
        <a:lstStyle/>
        <a:p>
          <a:r>
            <a:rPr lang="fr-FR" dirty="0"/>
            <a:t>Qualité</a:t>
          </a:r>
        </a:p>
      </dgm:t>
    </dgm:pt>
    <dgm:pt modelId="{F5E26626-E48F-479B-A0C2-2DF6FD723337}" type="parTrans" cxnId="{FA9C4EB3-F64B-40CE-86A0-9D48A27B6991}">
      <dgm:prSet/>
      <dgm:spPr/>
      <dgm:t>
        <a:bodyPr/>
        <a:lstStyle/>
        <a:p>
          <a:endParaRPr lang="fr-FR"/>
        </a:p>
      </dgm:t>
    </dgm:pt>
    <dgm:pt modelId="{629240BB-2AF3-4CBE-94A0-6D3D5EF04ACF}" type="sibTrans" cxnId="{FA9C4EB3-F64B-40CE-86A0-9D48A27B6991}">
      <dgm:prSet/>
      <dgm:spPr/>
      <dgm:t>
        <a:bodyPr/>
        <a:lstStyle/>
        <a:p>
          <a:endParaRPr lang="fr-FR"/>
        </a:p>
      </dgm:t>
    </dgm:pt>
    <dgm:pt modelId="{0C8C914A-8E80-4D18-ADA3-DBF3BD8CE027}">
      <dgm:prSet phldrT="[Texte]"/>
      <dgm:spPr/>
      <dgm:t>
        <a:bodyPr/>
        <a:lstStyle/>
        <a:p>
          <a:r>
            <a:rPr lang="fr-FR" dirty="0"/>
            <a:t>Budget</a:t>
          </a:r>
        </a:p>
      </dgm:t>
    </dgm:pt>
    <dgm:pt modelId="{8A7C73F4-6382-4BCD-92B8-E1308F671792}" type="parTrans" cxnId="{DC60FDEA-FEAF-4BDF-AC04-FFF967B58314}">
      <dgm:prSet/>
      <dgm:spPr/>
      <dgm:t>
        <a:bodyPr/>
        <a:lstStyle/>
        <a:p>
          <a:endParaRPr lang="fr-FR"/>
        </a:p>
      </dgm:t>
    </dgm:pt>
    <dgm:pt modelId="{575B5946-A26C-468F-90CD-A0D585D662C8}" type="sibTrans" cxnId="{DC60FDEA-FEAF-4BDF-AC04-FFF967B58314}">
      <dgm:prSet/>
      <dgm:spPr/>
      <dgm:t>
        <a:bodyPr/>
        <a:lstStyle/>
        <a:p>
          <a:endParaRPr lang="fr-FR"/>
        </a:p>
      </dgm:t>
    </dgm:pt>
    <dgm:pt modelId="{22F7AA93-2ABD-4DFB-9343-F27D9A706892}">
      <dgm:prSet phldrT="[Texte]"/>
      <dgm:spPr/>
      <dgm:t>
        <a:bodyPr/>
        <a:lstStyle/>
        <a:p>
          <a:r>
            <a:rPr lang="fr-FR" dirty="0"/>
            <a:t>Echéancier</a:t>
          </a:r>
        </a:p>
      </dgm:t>
    </dgm:pt>
    <dgm:pt modelId="{128C29BA-DAAD-4255-AB17-BFFF0B6204EF}" type="parTrans" cxnId="{D137B827-2F3B-414F-A0D8-5A44394FAE65}">
      <dgm:prSet/>
      <dgm:spPr/>
      <dgm:t>
        <a:bodyPr/>
        <a:lstStyle/>
        <a:p>
          <a:endParaRPr lang="fr-FR"/>
        </a:p>
      </dgm:t>
    </dgm:pt>
    <dgm:pt modelId="{0ABEDF1B-C5E1-44CA-9C83-22721EA4C911}" type="sibTrans" cxnId="{D137B827-2F3B-414F-A0D8-5A44394FAE65}">
      <dgm:prSet/>
      <dgm:spPr/>
      <dgm:t>
        <a:bodyPr/>
        <a:lstStyle/>
        <a:p>
          <a:endParaRPr lang="fr-FR"/>
        </a:p>
      </dgm:t>
    </dgm:pt>
    <dgm:pt modelId="{B709B251-039E-450C-B2B3-D1C7378694B9}" type="pres">
      <dgm:prSet presAssocID="{19289ECC-8542-4003-9749-859CBC7048CC}" presName="cycle" presStyleCnt="0">
        <dgm:presLayoutVars>
          <dgm:dir/>
          <dgm:resizeHandles val="exact"/>
        </dgm:presLayoutVars>
      </dgm:prSet>
      <dgm:spPr/>
    </dgm:pt>
    <dgm:pt modelId="{F7F5794D-BEE1-4D4B-8677-B467D763DB28}" type="pres">
      <dgm:prSet presAssocID="{36DFD353-A493-43ED-AF10-79AEF0DC5F04}" presName="node" presStyleLbl="node1" presStyleIdx="0" presStyleCnt="3">
        <dgm:presLayoutVars>
          <dgm:bulletEnabled val="1"/>
        </dgm:presLayoutVars>
      </dgm:prSet>
      <dgm:spPr/>
    </dgm:pt>
    <dgm:pt modelId="{987336B2-31A1-4018-A878-1DAC160CF73D}" type="pres">
      <dgm:prSet presAssocID="{36DFD353-A493-43ED-AF10-79AEF0DC5F04}" presName="spNode" presStyleCnt="0"/>
      <dgm:spPr/>
    </dgm:pt>
    <dgm:pt modelId="{46BD7696-9EE7-4300-B1A6-DA5C46A74BDD}" type="pres">
      <dgm:prSet presAssocID="{629240BB-2AF3-4CBE-94A0-6D3D5EF04ACF}" presName="sibTrans" presStyleLbl="sibTrans1D1" presStyleIdx="0" presStyleCnt="3"/>
      <dgm:spPr/>
    </dgm:pt>
    <dgm:pt modelId="{1E8FF167-0200-4D69-8B0E-6CCC442A4645}" type="pres">
      <dgm:prSet presAssocID="{0C8C914A-8E80-4D18-ADA3-DBF3BD8CE027}" presName="node" presStyleLbl="node1" presStyleIdx="1" presStyleCnt="3">
        <dgm:presLayoutVars>
          <dgm:bulletEnabled val="1"/>
        </dgm:presLayoutVars>
      </dgm:prSet>
      <dgm:spPr/>
    </dgm:pt>
    <dgm:pt modelId="{9EB1B5E7-01F4-4E3E-97AC-7998D8AE3DE1}" type="pres">
      <dgm:prSet presAssocID="{0C8C914A-8E80-4D18-ADA3-DBF3BD8CE027}" presName="spNode" presStyleCnt="0"/>
      <dgm:spPr/>
    </dgm:pt>
    <dgm:pt modelId="{31257565-2FBA-4478-9DEE-0E0B46C933BE}" type="pres">
      <dgm:prSet presAssocID="{575B5946-A26C-468F-90CD-A0D585D662C8}" presName="sibTrans" presStyleLbl="sibTrans1D1" presStyleIdx="1" presStyleCnt="3"/>
      <dgm:spPr/>
    </dgm:pt>
    <dgm:pt modelId="{A6AD7DF9-014D-45C9-85EC-850FC2C2E619}" type="pres">
      <dgm:prSet presAssocID="{22F7AA93-2ABD-4DFB-9343-F27D9A706892}" presName="node" presStyleLbl="node1" presStyleIdx="2" presStyleCnt="3">
        <dgm:presLayoutVars>
          <dgm:bulletEnabled val="1"/>
        </dgm:presLayoutVars>
      </dgm:prSet>
      <dgm:spPr/>
    </dgm:pt>
    <dgm:pt modelId="{E0E259EA-D058-45B0-BC80-C141139313AA}" type="pres">
      <dgm:prSet presAssocID="{22F7AA93-2ABD-4DFB-9343-F27D9A706892}" presName="spNode" presStyleCnt="0"/>
      <dgm:spPr/>
    </dgm:pt>
    <dgm:pt modelId="{59419F22-8CE8-47DB-A9DD-D0095C0ADDC3}" type="pres">
      <dgm:prSet presAssocID="{0ABEDF1B-C5E1-44CA-9C83-22721EA4C911}" presName="sibTrans" presStyleLbl="sibTrans1D1" presStyleIdx="2" presStyleCnt="3"/>
      <dgm:spPr/>
    </dgm:pt>
  </dgm:ptLst>
  <dgm:cxnLst>
    <dgm:cxn modelId="{AAE92D03-ACF8-454D-B7B4-255C81A857DF}" type="presOf" srcId="{0ABEDF1B-C5E1-44CA-9C83-22721EA4C911}" destId="{59419F22-8CE8-47DB-A9DD-D0095C0ADDC3}" srcOrd="0" destOrd="0" presId="urn:microsoft.com/office/officeart/2005/8/layout/cycle6"/>
    <dgm:cxn modelId="{C7A5FA25-04D2-46D1-AD6D-4184A0B66617}" type="presOf" srcId="{22F7AA93-2ABD-4DFB-9343-F27D9A706892}" destId="{A6AD7DF9-014D-45C9-85EC-850FC2C2E619}" srcOrd="0" destOrd="0" presId="urn:microsoft.com/office/officeart/2005/8/layout/cycle6"/>
    <dgm:cxn modelId="{D137B827-2F3B-414F-A0D8-5A44394FAE65}" srcId="{19289ECC-8542-4003-9749-859CBC7048CC}" destId="{22F7AA93-2ABD-4DFB-9343-F27D9A706892}" srcOrd="2" destOrd="0" parTransId="{128C29BA-DAAD-4255-AB17-BFFF0B6204EF}" sibTransId="{0ABEDF1B-C5E1-44CA-9C83-22721EA4C911}"/>
    <dgm:cxn modelId="{60AB4C42-FF1F-4825-BE78-255EB6B43686}" type="presOf" srcId="{19289ECC-8542-4003-9749-859CBC7048CC}" destId="{B709B251-039E-450C-B2B3-D1C7378694B9}" srcOrd="0" destOrd="0" presId="urn:microsoft.com/office/officeart/2005/8/layout/cycle6"/>
    <dgm:cxn modelId="{517054A2-4769-4EF3-B105-590DCA4708A2}" type="presOf" srcId="{575B5946-A26C-468F-90CD-A0D585D662C8}" destId="{31257565-2FBA-4478-9DEE-0E0B46C933BE}" srcOrd="0" destOrd="0" presId="urn:microsoft.com/office/officeart/2005/8/layout/cycle6"/>
    <dgm:cxn modelId="{FA9C4EB3-F64B-40CE-86A0-9D48A27B6991}" srcId="{19289ECC-8542-4003-9749-859CBC7048CC}" destId="{36DFD353-A493-43ED-AF10-79AEF0DC5F04}" srcOrd="0" destOrd="0" parTransId="{F5E26626-E48F-479B-A0C2-2DF6FD723337}" sibTransId="{629240BB-2AF3-4CBE-94A0-6D3D5EF04ACF}"/>
    <dgm:cxn modelId="{80D86DB7-7665-4854-89D5-5670DAE46E83}" type="presOf" srcId="{0C8C914A-8E80-4D18-ADA3-DBF3BD8CE027}" destId="{1E8FF167-0200-4D69-8B0E-6CCC442A4645}" srcOrd="0" destOrd="0" presId="urn:microsoft.com/office/officeart/2005/8/layout/cycle6"/>
    <dgm:cxn modelId="{6BEB69B8-53F6-44AC-9DB6-DC293095B7C9}" type="presOf" srcId="{629240BB-2AF3-4CBE-94A0-6D3D5EF04ACF}" destId="{46BD7696-9EE7-4300-B1A6-DA5C46A74BDD}" srcOrd="0" destOrd="0" presId="urn:microsoft.com/office/officeart/2005/8/layout/cycle6"/>
    <dgm:cxn modelId="{E535B1B8-AD75-42BC-8A3B-2764B1E1CA19}" type="presOf" srcId="{36DFD353-A493-43ED-AF10-79AEF0DC5F04}" destId="{F7F5794D-BEE1-4D4B-8677-B467D763DB28}" srcOrd="0" destOrd="0" presId="urn:microsoft.com/office/officeart/2005/8/layout/cycle6"/>
    <dgm:cxn modelId="{DC60FDEA-FEAF-4BDF-AC04-FFF967B58314}" srcId="{19289ECC-8542-4003-9749-859CBC7048CC}" destId="{0C8C914A-8E80-4D18-ADA3-DBF3BD8CE027}" srcOrd="1" destOrd="0" parTransId="{8A7C73F4-6382-4BCD-92B8-E1308F671792}" sibTransId="{575B5946-A26C-468F-90CD-A0D585D662C8}"/>
    <dgm:cxn modelId="{A5DE6D5E-99BB-4731-8185-F997DC32E6FF}" type="presParOf" srcId="{B709B251-039E-450C-B2B3-D1C7378694B9}" destId="{F7F5794D-BEE1-4D4B-8677-B467D763DB28}" srcOrd="0" destOrd="0" presId="urn:microsoft.com/office/officeart/2005/8/layout/cycle6"/>
    <dgm:cxn modelId="{E9A5454C-B859-4155-B331-F2E6387E2F19}" type="presParOf" srcId="{B709B251-039E-450C-B2B3-D1C7378694B9}" destId="{987336B2-31A1-4018-A878-1DAC160CF73D}" srcOrd="1" destOrd="0" presId="urn:microsoft.com/office/officeart/2005/8/layout/cycle6"/>
    <dgm:cxn modelId="{8C7D0760-2F1B-4A74-9420-3DAAA5A31AFD}" type="presParOf" srcId="{B709B251-039E-450C-B2B3-D1C7378694B9}" destId="{46BD7696-9EE7-4300-B1A6-DA5C46A74BDD}" srcOrd="2" destOrd="0" presId="urn:microsoft.com/office/officeart/2005/8/layout/cycle6"/>
    <dgm:cxn modelId="{859957A3-6B91-4A28-834B-9600350255E8}" type="presParOf" srcId="{B709B251-039E-450C-B2B3-D1C7378694B9}" destId="{1E8FF167-0200-4D69-8B0E-6CCC442A4645}" srcOrd="3" destOrd="0" presId="urn:microsoft.com/office/officeart/2005/8/layout/cycle6"/>
    <dgm:cxn modelId="{7C13F07B-C610-4F4D-A5CC-C76034EAA94A}" type="presParOf" srcId="{B709B251-039E-450C-B2B3-D1C7378694B9}" destId="{9EB1B5E7-01F4-4E3E-97AC-7998D8AE3DE1}" srcOrd="4" destOrd="0" presId="urn:microsoft.com/office/officeart/2005/8/layout/cycle6"/>
    <dgm:cxn modelId="{6B8DE292-20F5-4943-A2DF-781AA1084E41}" type="presParOf" srcId="{B709B251-039E-450C-B2B3-D1C7378694B9}" destId="{31257565-2FBA-4478-9DEE-0E0B46C933BE}" srcOrd="5" destOrd="0" presId="urn:microsoft.com/office/officeart/2005/8/layout/cycle6"/>
    <dgm:cxn modelId="{259BD91C-4A26-4621-B1B9-41CAA703247D}" type="presParOf" srcId="{B709B251-039E-450C-B2B3-D1C7378694B9}" destId="{A6AD7DF9-014D-45C9-85EC-850FC2C2E619}" srcOrd="6" destOrd="0" presId="urn:microsoft.com/office/officeart/2005/8/layout/cycle6"/>
    <dgm:cxn modelId="{DAB2380A-9DB0-4190-8D8C-53C21B31C1C3}" type="presParOf" srcId="{B709B251-039E-450C-B2B3-D1C7378694B9}" destId="{E0E259EA-D058-45B0-BC80-C141139313AA}" srcOrd="7" destOrd="0" presId="urn:microsoft.com/office/officeart/2005/8/layout/cycle6"/>
    <dgm:cxn modelId="{8E153501-ACB7-4D92-887F-E2A15E7C32EA}" type="presParOf" srcId="{B709B251-039E-450C-B2B3-D1C7378694B9}" destId="{59419F22-8CE8-47DB-A9DD-D0095C0ADDC3}" srcOrd="8"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3BDB2E9-A94F-481D-BA6A-60988A4AA8E9}" type="doc">
      <dgm:prSet loTypeId="urn:microsoft.com/office/officeart/2005/8/layout/cycle6" loCatId="cycle" qsTypeId="urn:microsoft.com/office/officeart/2005/8/quickstyle/simple1" qsCatId="simple" csTypeId="urn:microsoft.com/office/officeart/2005/8/colors/colorful1" csCatId="colorful" phldr="1"/>
      <dgm:spPr/>
      <dgm:t>
        <a:bodyPr/>
        <a:lstStyle/>
        <a:p>
          <a:endParaRPr lang="fr-FR"/>
        </a:p>
      </dgm:t>
    </dgm:pt>
    <dgm:pt modelId="{0D8A1616-B5A3-4BEE-89C9-3865540A18A3}">
      <dgm:prSet phldrT="[Texte]"/>
      <dgm:spPr/>
      <dgm:t>
        <a:bodyPr/>
        <a:lstStyle/>
        <a:p>
          <a:r>
            <a:rPr lang="fr-FR" dirty="0"/>
            <a:t>SCOPE</a:t>
          </a:r>
        </a:p>
      </dgm:t>
    </dgm:pt>
    <dgm:pt modelId="{932318EF-46E4-4587-8929-0E70746E1081}" type="parTrans" cxnId="{F1C9B8F4-CB64-41E5-8A61-BBC6A35EA505}">
      <dgm:prSet/>
      <dgm:spPr/>
      <dgm:t>
        <a:bodyPr/>
        <a:lstStyle/>
        <a:p>
          <a:endParaRPr lang="fr-FR"/>
        </a:p>
      </dgm:t>
    </dgm:pt>
    <dgm:pt modelId="{8E141661-3194-4E48-8698-090FC0752099}" type="sibTrans" cxnId="{F1C9B8F4-CB64-41E5-8A61-BBC6A35EA505}">
      <dgm:prSet/>
      <dgm:spPr/>
      <dgm:t>
        <a:bodyPr/>
        <a:lstStyle/>
        <a:p>
          <a:endParaRPr lang="fr-FR"/>
        </a:p>
      </dgm:t>
    </dgm:pt>
    <dgm:pt modelId="{ABB8E9D2-BEE9-4B54-87F2-C79933872B5D}">
      <dgm:prSet phldrT="[Texte]"/>
      <dgm:spPr/>
      <dgm:t>
        <a:bodyPr/>
        <a:lstStyle/>
        <a:p>
          <a:r>
            <a:rPr lang="fr-FR" dirty="0"/>
            <a:t>Budget</a:t>
          </a:r>
        </a:p>
      </dgm:t>
    </dgm:pt>
    <dgm:pt modelId="{85C97151-4CC8-4C55-B4F4-AD7F5AF07C41}" type="parTrans" cxnId="{79206439-07FC-4BDF-86EF-267F8CD0CA34}">
      <dgm:prSet/>
      <dgm:spPr/>
      <dgm:t>
        <a:bodyPr/>
        <a:lstStyle/>
        <a:p>
          <a:endParaRPr lang="fr-FR"/>
        </a:p>
      </dgm:t>
    </dgm:pt>
    <dgm:pt modelId="{E572B235-3591-4710-82C5-BDA5DCFC23D4}" type="sibTrans" cxnId="{79206439-07FC-4BDF-86EF-267F8CD0CA34}">
      <dgm:prSet/>
      <dgm:spPr/>
      <dgm:t>
        <a:bodyPr/>
        <a:lstStyle/>
        <a:p>
          <a:endParaRPr lang="fr-FR"/>
        </a:p>
      </dgm:t>
    </dgm:pt>
    <dgm:pt modelId="{8D864871-3654-4D78-B711-C2F8438E0483}">
      <dgm:prSet phldrT="[Texte]"/>
      <dgm:spPr/>
      <dgm:t>
        <a:bodyPr/>
        <a:lstStyle/>
        <a:p>
          <a:r>
            <a:rPr lang="fr-FR" dirty="0"/>
            <a:t>Délai</a:t>
          </a:r>
        </a:p>
      </dgm:t>
    </dgm:pt>
    <dgm:pt modelId="{BFB7BF51-54AC-469D-ACED-B562D67E5970}" type="parTrans" cxnId="{A9DA78D6-85D0-4496-BB85-81C2D60C958E}">
      <dgm:prSet/>
      <dgm:spPr/>
      <dgm:t>
        <a:bodyPr/>
        <a:lstStyle/>
        <a:p>
          <a:endParaRPr lang="fr-FR"/>
        </a:p>
      </dgm:t>
    </dgm:pt>
    <dgm:pt modelId="{AE85692F-E1E3-4817-A0A9-D9A829BEA4F3}" type="sibTrans" cxnId="{A9DA78D6-85D0-4496-BB85-81C2D60C958E}">
      <dgm:prSet/>
      <dgm:spPr/>
      <dgm:t>
        <a:bodyPr/>
        <a:lstStyle/>
        <a:p>
          <a:endParaRPr lang="fr-FR"/>
        </a:p>
      </dgm:t>
    </dgm:pt>
    <dgm:pt modelId="{5F0AE3AE-F2A6-4598-B2BC-F33763E2CCBA}" type="pres">
      <dgm:prSet presAssocID="{93BDB2E9-A94F-481D-BA6A-60988A4AA8E9}" presName="cycle" presStyleCnt="0">
        <dgm:presLayoutVars>
          <dgm:dir/>
          <dgm:resizeHandles val="exact"/>
        </dgm:presLayoutVars>
      </dgm:prSet>
      <dgm:spPr/>
    </dgm:pt>
    <dgm:pt modelId="{3A832D74-8D89-40B3-956B-D7D812F742B7}" type="pres">
      <dgm:prSet presAssocID="{0D8A1616-B5A3-4BEE-89C9-3865540A18A3}" presName="node" presStyleLbl="node1" presStyleIdx="0" presStyleCnt="3">
        <dgm:presLayoutVars>
          <dgm:bulletEnabled val="1"/>
        </dgm:presLayoutVars>
      </dgm:prSet>
      <dgm:spPr/>
    </dgm:pt>
    <dgm:pt modelId="{03A8CA1E-001E-4CD8-8170-8A26399C1042}" type="pres">
      <dgm:prSet presAssocID="{0D8A1616-B5A3-4BEE-89C9-3865540A18A3}" presName="spNode" presStyleCnt="0"/>
      <dgm:spPr/>
    </dgm:pt>
    <dgm:pt modelId="{26AA2A08-FA6C-4FF2-8925-D22CB37D8F18}" type="pres">
      <dgm:prSet presAssocID="{8E141661-3194-4E48-8698-090FC0752099}" presName="sibTrans" presStyleLbl="sibTrans1D1" presStyleIdx="0" presStyleCnt="3"/>
      <dgm:spPr/>
    </dgm:pt>
    <dgm:pt modelId="{C67B041F-3B0E-4E1F-B205-A8FF9AC573A1}" type="pres">
      <dgm:prSet presAssocID="{ABB8E9D2-BEE9-4B54-87F2-C79933872B5D}" presName="node" presStyleLbl="node1" presStyleIdx="1" presStyleCnt="3">
        <dgm:presLayoutVars>
          <dgm:bulletEnabled val="1"/>
        </dgm:presLayoutVars>
      </dgm:prSet>
      <dgm:spPr/>
    </dgm:pt>
    <dgm:pt modelId="{A216B1D2-7D7D-4959-8A8E-9F77F96FC917}" type="pres">
      <dgm:prSet presAssocID="{ABB8E9D2-BEE9-4B54-87F2-C79933872B5D}" presName="spNode" presStyleCnt="0"/>
      <dgm:spPr/>
    </dgm:pt>
    <dgm:pt modelId="{C41046D7-4DB0-4E9A-BC3A-3BD0D1388B1B}" type="pres">
      <dgm:prSet presAssocID="{E572B235-3591-4710-82C5-BDA5DCFC23D4}" presName="sibTrans" presStyleLbl="sibTrans1D1" presStyleIdx="1" presStyleCnt="3"/>
      <dgm:spPr/>
    </dgm:pt>
    <dgm:pt modelId="{25B7D2D9-5AC7-47EB-874D-7E868665BB7C}" type="pres">
      <dgm:prSet presAssocID="{8D864871-3654-4D78-B711-C2F8438E0483}" presName="node" presStyleLbl="node1" presStyleIdx="2" presStyleCnt="3">
        <dgm:presLayoutVars>
          <dgm:bulletEnabled val="1"/>
        </dgm:presLayoutVars>
      </dgm:prSet>
      <dgm:spPr/>
    </dgm:pt>
    <dgm:pt modelId="{A891DBFA-F8D4-48F2-87FB-B757909BD7B0}" type="pres">
      <dgm:prSet presAssocID="{8D864871-3654-4D78-B711-C2F8438E0483}" presName="spNode" presStyleCnt="0"/>
      <dgm:spPr/>
    </dgm:pt>
    <dgm:pt modelId="{CAFE1DAD-30D6-40C6-8518-5E5BD867D2BA}" type="pres">
      <dgm:prSet presAssocID="{AE85692F-E1E3-4817-A0A9-D9A829BEA4F3}" presName="sibTrans" presStyleLbl="sibTrans1D1" presStyleIdx="2" presStyleCnt="3"/>
      <dgm:spPr/>
    </dgm:pt>
  </dgm:ptLst>
  <dgm:cxnLst>
    <dgm:cxn modelId="{928ED426-5490-4281-8EAC-F074C1A7C0DA}" type="presOf" srcId="{E572B235-3591-4710-82C5-BDA5DCFC23D4}" destId="{C41046D7-4DB0-4E9A-BC3A-3BD0D1388B1B}" srcOrd="0" destOrd="0" presId="urn:microsoft.com/office/officeart/2005/8/layout/cycle6"/>
    <dgm:cxn modelId="{F3B3AE32-BF86-431B-A9AD-1D04B7FA316B}" type="presOf" srcId="{93BDB2E9-A94F-481D-BA6A-60988A4AA8E9}" destId="{5F0AE3AE-F2A6-4598-B2BC-F33763E2CCBA}" srcOrd="0" destOrd="0" presId="urn:microsoft.com/office/officeart/2005/8/layout/cycle6"/>
    <dgm:cxn modelId="{79206439-07FC-4BDF-86EF-267F8CD0CA34}" srcId="{93BDB2E9-A94F-481D-BA6A-60988A4AA8E9}" destId="{ABB8E9D2-BEE9-4B54-87F2-C79933872B5D}" srcOrd="1" destOrd="0" parTransId="{85C97151-4CC8-4C55-B4F4-AD7F5AF07C41}" sibTransId="{E572B235-3591-4710-82C5-BDA5DCFC23D4}"/>
    <dgm:cxn modelId="{8A2D705E-63AF-4CFA-A87E-5310F7901225}" type="presOf" srcId="{8D864871-3654-4D78-B711-C2F8438E0483}" destId="{25B7D2D9-5AC7-47EB-874D-7E868665BB7C}" srcOrd="0" destOrd="0" presId="urn:microsoft.com/office/officeart/2005/8/layout/cycle6"/>
    <dgm:cxn modelId="{CE98144F-B587-4079-8B97-1E10253B5AD1}" type="presOf" srcId="{0D8A1616-B5A3-4BEE-89C9-3865540A18A3}" destId="{3A832D74-8D89-40B3-956B-D7D812F742B7}" srcOrd="0" destOrd="0" presId="urn:microsoft.com/office/officeart/2005/8/layout/cycle6"/>
    <dgm:cxn modelId="{B8FB1651-BA65-4093-90A5-87CBABD93079}" type="presOf" srcId="{8E141661-3194-4E48-8698-090FC0752099}" destId="{26AA2A08-FA6C-4FF2-8925-D22CB37D8F18}" srcOrd="0" destOrd="0" presId="urn:microsoft.com/office/officeart/2005/8/layout/cycle6"/>
    <dgm:cxn modelId="{A9DA78D6-85D0-4496-BB85-81C2D60C958E}" srcId="{93BDB2E9-A94F-481D-BA6A-60988A4AA8E9}" destId="{8D864871-3654-4D78-B711-C2F8438E0483}" srcOrd="2" destOrd="0" parTransId="{BFB7BF51-54AC-469D-ACED-B562D67E5970}" sibTransId="{AE85692F-E1E3-4817-A0A9-D9A829BEA4F3}"/>
    <dgm:cxn modelId="{4ED3BEE5-C3D1-49C2-8982-ACC398086DF0}" type="presOf" srcId="{AE85692F-E1E3-4817-A0A9-D9A829BEA4F3}" destId="{CAFE1DAD-30D6-40C6-8518-5E5BD867D2BA}" srcOrd="0" destOrd="0" presId="urn:microsoft.com/office/officeart/2005/8/layout/cycle6"/>
    <dgm:cxn modelId="{9C5F78ED-B491-48DF-847B-BBB654FDF4EE}" type="presOf" srcId="{ABB8E9D2-BEE9-4B54-87F2-C79933872B5D}" destId="{C67B041F-3B0E-4E1F-B205-A8FF9AC573A1}" srcOrd="0" destOrd="0" presId="urn:microsoft.com/office/officeart/2005/8/layout/cycle6"/>
    <dgm:cxn modelId="{F1C9B8F4-CB64-41E5-8A61-BBC6A35EA505}" srcId="{93BDB2E9-A94F-481D-BA6A-60988A4AA8E9}" destId="{0D8A1616-B5A3-4BEE-89C9-3865540A18A3}" srcOrd="0" destOrd="0" parTransId="{932318EF-46E4-4587-8929-0E70746E1081}" sibTransId="{8E141661-3194-4E48-8698-090FC0752099}"/>
    <dgm:cxn modelId="{417666FA-8599-4A4F-9E39-25DC7147B9BC}" type="presParOf" srcId="{5F0AE3AE-F2A6-4598-B2BC-F33763E2CCBA}" destId="{3A832D74-8D89-40B3-956B-D7D812F742B7}" srcOrd="0" destOrd="0" presId="urn:microsoft.com/office/officeart/2005/8/layout/cycle6"/>
    <dgm:cxn modelId="{4DE9D1B2-04FC-4105-A083-32A3E0FEFCD0}" type="presParOf" srcId="{5F0AE3AE-F2A6-4598-B2BC-F33763E2CCBA}" destId="{03A8CA1E-001E-4CD8-8170-8A26399C1042}" srcOrd="1" destOrd="0" presId="urn:microsoft.com/office/officeart/2005/8/layout/cycle6"/>
    <dgm:cxn modelId="{D7680071-280C-46CE-804E-1C57B92B18F9}" type="presParOf" srcId="{5F0AE3AE-F2A6-4598-B2BC-F33763E2CCBA}" destId="{26AA2A08-FA6C-4FF2-8925-D22CB37D8F18}" srcOrd="2" destOrd="0" presId="urn:microsoft.com/office/officeart/2005/8/layout/cycle6"/>
    <dgm:cxn modelId="{9EF10047-68F5-42B5-8293-8DBE3435A9CB}" type="presParOf" srcId="{5F0AE3AE-F2A6-4598-B2BC-F33763E2CCBA}" destId="{C67B041F-3B0E-4E1F-B205-A8FF9AC573A1}" srcOrd="3" destOrd="0" presId="urn:microsoft.com/office/officeart/2005/8/layout/cycle6"/>
    <dgm:cxn modelId="{C60C9C24-D758-44C4-B445-C0804ECFC377}" type="presParOf" srcId="{5F0AE3AE-F2A6-4598-B2BC-F33763E2CCBA}" destId="{A216B1D2-7D7D-4959-8A8E-9F77F96FC917}" srcOrd="4" destOrd="0" presId="urn:microsoft.com/office/officeart/2005/8/layout/cycle6"/>
    <dgm:cxn modelId="{5042EC21-C0A1-4942-AF22-80BDE4DADEBD}" type="presParOf" srcId="{5F0AE3AE-F2A6-4598-B2BC-F33763E2CCBA}" destId="{C41046D7-4DB0-4E9A-BC3A-3BD0D1388B1B}" srcOrd="5" destOrd="0" presId="urn:microsoft.com/office/officeart/2005/8/layout/cycle6"/>
    <dgm:cxn modelId="{4AB13339-126F-4B0F-A181-6A86A0CF45EE}" type="presParOf" srcId="{5F0AE3AE-F2A6-4598-B2BC-F33763E2CCBA}" destId="{25B7D2D9-5AC7-47EB-874D-7E868665BB7C}" srcOrd="6" destOrd="0" presId="urn:microsoft.com/office/officeart/2005/8/layout/cycle6"/>
    <dgm:cxn modelId="{48862F9E-4951-46AF-88EF-68B2EC63DF9F}" type="presParOf" srcId="{5F0AE3AE-F2A6-4598-B2BC-F33763E2CCBA}" destId="{A891DBFA-F8D4-48F2-87FB-B757909BD7B0}" srcOrd="7" destOrd="0" presId="urn:microsoft.com/office/officeart/2005/8/layout/cycle6"/>
    <dgm:cxn modelId="{88DBF0D0-4B4F-4169-ABC1-4FDBD3B61FD6}" type="presParOf" srcId="{5F0AE3AE-F2A6-4598-B2BC-F33763E2CCBA}" destId="{CAFE1DAD-30D6-40C6-8518-5E5BD867D2BA}" srcOrd="8" destOrd="0" presId="urn:microsoft.com/office/officeart/2005/8/layout/cycle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1EE9FD9-B179-49C6-BE26-07B83CBD5F84}"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fr-FR"/>
        </a:p>
      </dgm:t>
    </dgm:pt>
    <dgm:pt modelId="{CE2C6A3D-AE26-44DD-AFF8-5A952C2BFF6D}">
      <dgm:prSet/>
      <dgm:spPr/>
      <dgm:t>
        <a:bodyPr/>
        <a:lstStyle/>
        <a:p>
          <a:r>
            <a:rPr lang="fr-FR" dirty="0"/>
            <a:t>Un objectif spécifique :</a:t>
          </a:r>
        </a:p>
      </dgm:t>
    </dgm:pt>
    <dgm:pt modelId="{63A868FB-D232-4958-8955-FBB62739C899}" type="parTrans" cxnId="{86C98CA6-4994-44D9-A0A7-1D6E41F6EBAC}">
      <dgm:prSet/>
      <dgm:spPr/>
      <dgm:t>
        <a:bodyPr/>
        <a:lstStyle/>
        <a:p>
          <a:endParaRPr lang="fr-FR"/>
        </a:p>
      </dgm:t>
    </dgm:pt>
    <dgm:pt modelId="{ADF60553-43B0-4FAC-82B4-0841110D0897}" type="sibTrans" cxnId="{86C98CA6-4994-44D9-A0A7-1D6E41F6EBAC}">
      <dgm:prSet/>
      <dgm:spPr/>
      <dgm:t>
        <a:bodyPr/>
        <a:lstStyle/>
        <a:p>
          <a:endParaRPr lang="fr-FR"/>
        </a:p>
      </dgm:t>
    </dgm:pt>
    <dgm:pt modelId="{A28F5C52-465E-41AF-A796-CA1FD662AA40}">
      <dgm:prSet/>
      <dgm:spPr/>
      <dgm:t>
        <a:bodyPr/>
        <a:lstStyle/>
        <a:p>
          <a:r>
            <a:rPr lang="fr-FR" dirty="0"/>
            <a:t>Des ressources nécessaires :</a:t>
          </a:r>
        </a:p>
      </dgm:t>
    </dgm:pt>
    <dgm:pt modelId="{2E20D385-5F1A-4E0E-8E72-69AF057C4458}" type="parTrans" cxnId="{FD94C425-8013-4718-A1E6-9E1407A6AB67}">
      <dgm:prSet/>
      <dgm:spPr/>
      <dgm:t>
        <a:bodyPr/>
        <a:lstStyle/>
        <a:p>
          <a:endParaRPr lang="fr-FR"/>
        </a:p>
      </dgm:t>
    </dgm:pt>
    <dgm:pt modelId="{426F840F-313B-4A39-A220-4D1F97120491}" type="sibTrans" cxnId="{FD94C425-8013-4718-A1E6-9E1407A6AB67}">
      <dgm:prSet/>
      <dgm:spPr/>
      <dgm:t>
        <a:bodyPr/>
        <a:lstStyle/>
        <a:p>
          <a:endParaRPr lang="fr-FR"/>
        </a:p>
      </dgm:t>
    </dgm:pt>
    <dgm:pt modelId="{908A7B06-9DD4-49C5-A6CB-7B05D4614C05}">
      <dgm:prSet/>
      <dgm:spPr/>
      <dgm:t>
        <a:bodyPr/>
        <a:lstStyle/>
        <a:p>
          <a:r>
            <a:rPr lang="fr-FR" dirty="0"/>
            <a:t>résultats ou produits souhaités</a:t>
          </a:r>
        </a:p>
      </dgm:t>
    </dgm:pt>
    <dgm:pt modelId="{8F9B2152-B515-4971-B787-50C8370D9307}" type="parTrans" cxnId="{7F63F69C-5476-4F8F-B43C-954799164447}">
      <dgm:prSet/>
      <dgm:spPr/>
      <dgm:t>
        <a:bodyPr/>
        <a:lstStyle/>
        <a:p>
          <a:endParaRPr lang="fr-FR"/>
        </a:p>
      </dgm:t>
    </dgm:pt>
    <dgm:pt modelId="{60EE87A1-DD9B-4FCB-A80D-162B103D46A0}" type="sibTrans" cxnId="{7F63F69C-5476-4F8F-B43C-954799164447}">
      <dgm:prSet/>
      <dgm:spPr/>
      <dgm:t>
        <a:bodyPr/>
        <a:lstStyle/>
        <a:p>
          <a:endParaRPr lang="fr-FR"/>
        </a:p>
      </dgm:t>
    </dgm:pt>
    <dgm:pt modelId="{FBF0FF08-9D75-4C9A-A85E-CD4C1E45F58D}">
      <dgm:prSet/>
      <dgm:spPr/>
      <dgm:t>
        <a:bodyPr/>
        <a:lstStyle/>
        <a:p>
          <a:r>
            <a:rPr lang="fr-FR" dirty="0"/>
            <a:t>Un calendrier :</a:t>
          </a:r>
        </a:p>
      </dgm:t>
    </dgm:pt>
    <dgm:pt modelId="{BB78E032-C7BE-4FFB-A209-5F5367E2386B}" type="parTrans" cxnId="{79671C5B-0286-4971-861C-F549B83FA5C2}">
      <dgm:prSet/>
      <dgm:spPr/>
      <dgm:t>
        <a:bodyPr/>
        <a:lstStyle/>
        <a:p>
          <a:endParaRPr lang="fr-FR"/>
        </a:p>
      </dgm:t>
    </dgm:pt>
    <dgm:pt modelId="{AD85CF94-819B-4388-86DD-08FA58B8ABED}" type="sibTrans" cxnId="{79671C5B-0286-4971-861C-F549B83FA5C2}">
      <dgm:prSet/>
      <dgm:spPr/>
      <dgm:t>
        <a:bodyPr/>
        <a:lstStyle/>
        <a:p>
          <a:endParaRPr lang="fr-FR"/>
        </a:p>
      </dgm:t>
    </dgm:pt>
    <dgm:pt modelId="{5E395890-ED31-455E-A5F1-E3AA5639EB32}">
      <dgm:prSet/>
      <dgm:spPr/>
      <dgm:t>
        <a:bodyPr/>
        <a:lstStyle/>
        <a:p>
          <a:r>
            <a:rPr lang="fr-FR" dirty="0"/>
            <a:t> une date de début et une date de fin </a:t>
          </a:r>
          <a:r>
            <a:rPr lang="fr-FR"/>
            <a:t>bien identifiées</a:t>
          </a:r>
          <a:endParaRPr lang="fr-FR" dirty="0"/>
        </a:p>
      </dgm:t>
    </dgm:pt>
    <dgm:pt modelId="{52ACF11D-09E9-4115-A4D4-3EB13274A35C}" type="parTrans" cxnId="{5047F946-C287-4AE6-A64A-2C1B66802F30}">
      <dgm:prSet/>
      <dgm:spPr/>
      <dgm:t>
        <a:bodyPr/>
        <a:lstStyle/>
        <a:p>
          <a:endParaRPr lang="fr-FR"/>
        </a:p>
      </dgm:t>
    </dgm:pt>
    <dgm:pt modelId="{E0DE913A-A7B9-4805-AC46-4F7B3C8D80AF}" type="sibTrans" cxnId="{5047F946-C287-4AE6-A64A-2C1B66802F30}">
      <dgm:prSet/>
      <dgm:spPr/>
      <dgm:t>
        <a:bodyPr/>
        <a:lstStyle/>
        <a:p>
          <a:endParaRPr lang="fr-FR"/>
        </a:p>
      </dgm:t>
    </dgm:pt>
    <dgm:pt modelId="{423B640F-85E1-48CD-9006-152493C95539}">
      <dgm:prSet/>
      <dgm:spPr/>
      <dgm:t>
        <a:bodyPr/>
        <a:lstStyle/>
        <a:p>
          <a:r>
            <a:rPr lang="fr-FR" dirty="0"/>
            <a:t> le personnel, le financement et </a:t>
          </a:r>
          <a:r>
            <a:rPr lang="fr-FR"/>
            <a:t>d’autres ressources</a:t>
          </a:r>
          <a:endParaRPr lang="fr-FR" dirty="0"/>
        </a:p>
      </dgm:t>
    </dgm:pt>
    <dgm:pt modelId="{4B246391-FB17-4A33-A11B-4AB2B8E8220E}" type="parTrans" cxnId="{1648CA98-1C50-4F2C-A2EB-A025CD9A64E8}">
      <dgm:prSet/>
      <dgm:spPr/>
      <dgm:t>
        <a:bodyPr/>
        <a:lstStyle/>
        <a:p>
          <a:endParaRPr lang="fr-FR"/>
        </a:p>
      </dgm:t>
    </dgm:pt>
    <dgm:pt modelId="{7E0BDFEA-CF59-49CF-B113-D8C3A99A7FC8}" type="sibTrans" cxnId="{1648CA98-1C50-4F2C-A2EB-A025CD9A64E8}">
      <dgm:prSet/>
      <dgm:spPr/>
      <dgm:t>
        <a:bodyPr/>
        <a:lstStyle/>
        <a:p>
          <a:endParaRPr lang="fr-FR"/>
        </a:p>
      </dgm:t>
    </dgm:pt>
    <dgm:pt modelId="{763390FA-DBA0-4631-9572-FFFE6BA44165}" type="pres">
      <dgm:prSet presAssocID="{B1EE9FD9-B179-49C6-BE26-07B83CBD5F84}" presName="linear" presStyleCnt="0">
        <dgm:presLayoutVars>
          <dgm:animLvl val="lvl"/>
          <dgm:resizeHandles val="exact"/>
        </dgm:presLayoutVars>
      </dgm:prSet>
      <dgm:spPr/>
    </dgm:pt>
    <dgm:pt modelId="{D49FD6E8-D2F2-45FF-A602-D9C2F555E182}" type="pres">
      <dgm:prSet presAssocID="{CE2C6A3D-AE26-44DD-AFF8-5A952C2BFF6D}" presName="parentText" presStyleLbl="node1" presStyleIdx="0" presStyleCnt="3">
        <dgm:presLayoutVars>
          <dgm:chMax val="0"/>
          <dgm:bulletEnabled val="1"/>
        </dgm:presLayoutVars>
      </dgm:prSet>
      <dgm:spPr/>
    </dgm:pt>
    <dgm:pt modelId="{B0115F72-B447-4757-AA8F-2B3447D99225}" type="pres">
      <dgm:prSet presAssocID="{CE2C6A3D-AE26-44DD-AFF8-5A952C2BFF6D}" presName="childText" presStyleLbl="revTx" presStyleIdx="0" presStyleCnt="3">
        <dgm:presLayoutVars>
          <dgm:bulletEnabled val="1"/>
        </dgm:presLayoutVars>
      </dgm:prSet>
      <dgm:spPr/>
    </dgm:pt>
    <dgm:pt modelId="{62C9AEF5-6D16-4EDA-86AE-28FEC6EA523B}" type="pres">
      <dgm:prSet presAssocID="{FBF0FF08-9D75-4C9A-A85E-CD4C1E45F58D}" presName="parentText" presStyleLbl="node1" presStyleIdx="1" presStyleCnt="3">
        <dgm:presLayoutVars>
          <dgm:chMax val="0"/>
          <dgm:bulletEnabled val="1"/>
        </dgm:presLayoutVars>
      </dgm:prSet>
      <dgm:spPr/>
    </dgm:pt>
    <dgm:pt modelId="{0BF10310-16E9-4807-B751-AF403EA6559F}" type="pres">
      <dgm:prSet presAssocID="{FBF0FF08-9D75-4C9A-A85E-CD4C1E45F58D}" presName="childText" presStyleLbl="revTx" presStyleIdx="1" presStyleCnt="3">
        <dgm:presLayoutVars>
          <dgm:bulletEnabled val="1"/>
        </dgm:presLayoutVars>
      </dgm:prSet>
      <dgm:spPr/>
    </dgm:pt>
    <dgm:pt modelId="{38AA9B59-99EA-4039-BE82-F0AE7F7C6E81}" type="pres">
      <dgm:prSet presAssocID="{A28F5C52-465E-41AF-A796-CA1FD662AA40}" presName="parentText" presStyleLbl="node1" presStyleIdx="2" presStyleCnt="3">
        <dgm:presLayoutVars>
          <dgm:chMax val="0"/>
          <dgm:bulletEnabled val="1"/>
        </dgm:presLayoutVars>
      </dgm:prSet>
      <dgm:spPr/>
    </dgm:pt>
    <dgm:pt modelId="{65AA6507-8342-4040-9E97-B6117B9C5AA6}" type="pres">
      <dgm:prSet presAssocID="{A28F5C52-465E-41AF-A796-CA1FD662AA40}" presName="childText" presStyleLbl="revTx" presStyleIdx="2" presStyleCnt="3">
        <dgm:presLayoutVars>
          <dgm:bulletEnabled val="1"/>
        </dgm:presLayoutVars>
      </dgm:prSet>
      <dgm:spPr/>
    </dgm:pt>
  </dgm:ptLst>
  <dgm:cxnLst>
    <dgm:cxn modelId="{FD94C425-8013-4718-A1E6-9E1407A6AB67}" srcId="{B1EE9FD9-B179-49C6-BE26-07B83CBD5F84}" destId="{A28F5C52-465E-41AF-A796-CA1FD662AA40}" srcOrd="2" destOrd="0" parTransId="{2E20D385-5F1A-4E0E-8E72-69AF057C4458}" sibTransId="{426F840F-313B-4A39-A220-4D1F97120491}"/>
    <dgm:cxn modelId="{79671C5B-0286-4971-861C-F549B83FA5C2}" srcId="{B1EE9FD9-B179-49C6-BE26-07B83CBD5F84}" destId="{FBF0FF08-9D75-4C9A-A85E-CD4C1E45F58D}" srcOrd="1" destOrd="0" parTransId="{BB78E032-C7BE-4FFB-A209-5F5367E2386B}" sibTransId="{AD85CF94-819B-4388-86DD-08FA58B8ABED}"/>
    <dgm:cxn modelId="{8080D460-8662-4B6B-BA02-F98207129254}" type="presOf" srcId="{B1EE9FD9-B179-49C6-BE26-07B83CBD5F84}" destId="{763390FA-DBA0-4631-9572-FFFE6BA44165}" srcOrd="0" destOrd="0" presId="urn:microsoft.com/office/officeart/2005/8/layout/vList2"/>
    <dgm:cxn modelId="{5047F946-C287-4AE6-A64A-2C1B66802F30}" srcId="{FBF0FF08-9D75-4C9A-A85E-CD4C1E45F58D}" destId="{5E395890-ED31-455E-A5F1-E3AA5639EB32}" srcOrd="0" destOrd="0" parTransId="{52ACF11D-09E9-4115-A4D4-3EB13274A35C}" sibTransId="{E0DE913A-A7B9-4805-AC46-4F7B3C8D80AF}"/>
    <dgm:cxn modelId="{F34F4751-96FA-4029-885A-28A4D779479E}" type="presOf" srcId="{CE2C6A3D-AE26-44DD-AFF8-5A952C2BFF6D}" destId="{D49FD6E8-D2F2-45FF-A602-D9C2F555E182}" srcOrd="0" destOrd="0" presId="urn:microsoft.com/office/officeart/2005/8/layout/vList2"/>
    <dgm:cxn modelId="{786B3476-D3A7-488A-A91A-BD5BB4BFBF7C}" type="presOf" srcId="{A28F5C52-465E-41AF-A796-CA1FD662AA40}" destId="{38AA9B59-99EA-4039-BE82-F0AE7F7C6E81}" srcOrd="0" destOrd="0" presId="urn:microsoft.com/office/officeart/2005/8/layout/vList2"/>
    <dgm:cxn modelId="{CF3B7687-BF3A-4D5B-B103-DAE34A383BBB}" type="presOf" srcId="{FBF0FF08-9D75-4C9A-A85E-CD4C1E45F58D}" destId="{62C9AEF5-6D16-4EDA-86AE-28FEC6EA523B}" srcOrd="0" destOrd="0" presId="urn:microsoft.com/office/officeart/2005/8/layout/vList2"/>
    <dgm:cxn modelId="{2DF7288B-2093-4FB8-AE81-B06EF2E811B7}" type="presOf" srcId="{423B640F-85E1-48CD-9006-152493C95539}" destId="{65AA6507-8342-4040-9E97-B6117B9C5AA6}" srcOrd="0" destOrd="0" presId="urn:microsoft.com/office/officeart/2005/8/layout/vList2"/>
    <dgm:cxn modelId="{17BF698E-2E4D-466B-B772-563ABD0D5021}" type="presOf" srcId="{908A7B06-9DD4-49C5-A6CB-7B05D4614C05}" destId="{B0115F72-B447-4757-AA8F-2B3447D99225}" srcOrd="0" destOrd="0" presId="urn:microsoft.com/office/officeart/2005/8/layout/vList2"/>
    <dgm:cxn modelId="{1648CA98-1C50-4F2C-A2EB-A025CD9A64E8}" srcId="{A28F5C52-465E-41AF-A796-CA1FD662AA40}" destId="{423B640F-85E1-48CD-9006-152493C95539}" srcOrd="0" destOrd="0" parTransId="{4B246391-FB17-4A33-A11B-4AB2B8E8220E}" sibTransId="{7E0BDFEA-CF59-49CF-B113-D8C3A99A7FC8}"/>
    <dgm:cxn modelId="{7F63F69C-5476-4F8F-B43C-954799164447}" srcId="{CE2C6A3D-AE26-44DD-AFF8-5A952C2BFF6D}" destId="{908A7B06-9DD4-49C5-A6CB-7B05D4614C05}" srcOrd="0" destOrd="0" parTransId="{8F9B2152-B515-4971-B787-50C8370D9307}" sibTransId="{60EE87A1-DD9B-4FCB-A80D-162B103D46A0}"/>
    <dgm:cxn modelId="{86C98CA6-4994-44D9-A0A7-1D6E41F6EBAC}" srcId="{B1EE9FD9-B179-49C6-BE26-07B83CBD5F84}" destId="{CE2C6A3D-AE26-44DD-AFF8-5A952C2BFF6D}" srcOrd="0" destOrd="0" parTransId="{63A868FB-D232-4958-8955-FBB62739C899}" sibTransId="{ADF60553-43B0-4FAC-82B4-0841110D0897}"/>
    <dgm:cxn modelId="{8C7421DB-E93B-43DD-9CD0-68620BD1EB5C}" type="presOf" srcId="{5E395890-ED31-455E-A5F1-E3AA5639EB32}" destId="{0BF10310-16E9-4807-B751-AF403EA6559F}" srcOrd="0" destOrd="0" presId="urn:microsoft.com/office/officeart/2005/8/layout/vList2"/>
    <dgm:cxn modelId="{1C806314-4858-4D2F-B024-64BA8CC328A8}" type="presParOf" srcId="{763390FA-DBA0-4631-9572-FFFE6BA44165}" destId="{D49FD6E8-D2F2-45FF-A602-D9C2F555E182}" srcOrd="0" destOrd="0" presId="urn:microsoft.com/office/officeart/2005/8/layout/vList2"/>
    <dgm:cxn modelId="{1849C184-871B-479D-A978-8463BB15C9FC}" type="presParOf" srcId="{763390FA-DBA0-4631-9572-FFFE6BA44165}" destId="{B0115F72-B447-4757-AA8F-2B3447D99225}" srcOrd="1" destOrd="0" presId="urn:microsoft.com/office/officeart/2005/8/layout/vList2"/>
    <dgm:cxn modelId="{F3C8ED78-F4B7-47FE-BE9B-78E617947305}" type="presParOf" srcId="{763390FA-DBA0-4631-9572-FFFE6BA44165}" destId="{62C9AEF5-6D16-4EDA-86AE-28FEC6EA523B}" srcOrd="2" destOrd="0" presId="urn:microsoft.com/office/officeart/2005/8/layout/vList2"/>
    <dgm:cxn modelId="{EE75BC6B-11FE-4653-8C55-2BA66BD54C05}" type="presParOf" srcId="{763390FA-DBA0-4631-9572-FFFE6BA44165}" destId="{0BF10310-16E9-4807-B751-AF403EA6559F}" srcOrd="3" destOrd="0" presId="urn:microsoft.com/office/officeart/2005/8/layout/vList2"/>
    <dgm:cxn modelId="{4277FCF1-2632-4A8A-820D-246CF025A87E}" type="presParOf" srcId="{763390FA-DBA0-4631-9572-FFFE6BA44165}" destId="{38AA9B59-99EA-4039-BE82-F0AE7F7C6E81}" srcOrd="4" destOrd="0" presId="urn:microsoft.com/office/officeart/2005/8/layout/vList2"/>
    <dgm:cxn modelId="{68678D9C-1822-47C1-9A7C-AD1BCB6E8F77}" type="presParOf" srcId="{763390FA-DBA0-4631-9572-FFFE6BA44165}" destId="{65AA6507-8342-4040-9E97-B6117B9C5AA6}"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A5CDF66-6847-418C-ADED-D0E97868DB31}"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fr-FR"/>
        </a:p>
      </dgm:t>
    </dgm:pt>
    <dgm:pt modelId="{99A5290F-8B72-4779-9A1C-BD4505F5A3F9}">
      <dgm:prSet phldrT="[Texte]"/>
      <dgm:spPr/>
      <dgm:t>
        <a:bodyPr/>
        <a:lstStyle/>
        <a:p>
          <a:r>
            <a:rPr lang="fr-FR" dirty="0"/>
            <a:t>Une plus grande probabilité d’obtenir les résultats souhaités</a:t>
          </a:r>
        </a:p>
      </dgm:t>
    </dgm:pt>
    <dgm:pt modelId="{197D3D92-B7FA-4CCC-BB3A-7020A237E091}" type="parTrans" cxnId="{77960FA3-188B-4001-AAB0-1B45A622AC51}">
      <dgm:prSet/>
      <dgm:spPr/>
      <dgm:t>
        <a:bodyPr/>
        <a:lstStyle/>
        <a:p>
          <a:endParaRPr lang="fr-FR"/>
        </a:p>
      </dgm:t>
    </dgm:pt>
    <dgm:pt modelId="{638E4B2D-00CB-491A-A95B-999D04D9D157}" type="sibTrans" cxnId="{77960FA3-188B-4001-AAB0-1B45A622AC51}">
      <dgm:prSet/>
      <dgm:spPr/>
      <dgm:t>
        <a:bodyPr/>
        <a:lstStyle/>
        <a:p>
          <a:endParaRPr lang="fr-FR"/>
        </a:p>
      </dgm:t>
    </dgm:pt>
    <dgm:pt modelId="{AA4C74A7-B3BD-4ECB-BBF2-6C363518AB57}">
      <dgm:prSet phldrT="[Texte]"/>
      <dgm:spPr/>
      <dgm:t>
        <a:bodyPr/>
        <a:lstStyle/>
        <a:p>
          <a:r>
            <a:rPr lang="fr-FR" dirty="0"/>
            <a:t>L’efficacité de l’équipe</a:t>
          </a:r>
        </a:p>
      </dgm:t>
    </dgm:pt>
    <dgm:pt modelId="{85B03307-BDBC-4EBD-9854-926202F2F7A2}" type="parTrans" cxnId="{9D35DF97-F12A-488C-BAC9-2ADB511DB27C}">
      <dgm:prSet/>
      <dgm:spPr/>
      <dgm:t>
        <a:bodyPr/>
        <a:lstStyle/>
        <a:p>
          <a:endParaRPr lang="fr-FR"/>
        </a:p>
      </dgm:t>
    </dgm:pt>
    <dgm:pt modelId="{19D35E7F-6416-43E4-872B-E2DEEBC70A60}" type="sibTrans" cxnId="{9D35DF97-F12A-488C-BAC9-2ADB511DB27C}">
      <dgm:prSet/>
      <dgm:spPr/>
      <dgm:t>
        <a:bodyPr/>
        <a:lstStyle/>
        <a:p>
          <a:endParaRPr lang="fr-FR"/>
        </a:p>
      </dgm:t>
    </dgm:pt>
    <dgm:pt modelId="{72373136-2B1A-4B1B-9115-C940A6BA3987}">
      <dgm:prSet phldrT="[Texte]"/>
      <dgm:spPr/>
      <dgm:t>
        <a:bodyPr/>
        <a:lstStyle/>
        <a:p>
          <a:r>
            <a:rPr lang="fr-FR" dirty="0"/>
            <a:t>Garantie d’une bonne utilisation des ressources</a:t>
          </a:r>
        </a:p>
      </dgm:t>
    </dgm:pt>
    <dgm:pt modelId="{D872204D-CEF0-46A2-855C-51AA6E99D374}" type="parTrans" cxnId="{E8066122-8515-4CB3-B23A-983BA8BFF28C}">
      <dgm:prSet/>
      <dgm:spPr/>
      <dgm:t>
        <a:bodyPr/>
        <a:lstStyle/>
        <a:p>
          <a:endParaRPr lang="fr-FR"/>
        </a:p>
      </dgm:t>
    </dgm:pt>
    <dgm:pt modelId="{F8E1E9F9-7C31-4AD1-BAEA-F02779FB8819}" type="sibTrans" cxnId="{E8066122-8515-4CB3-B23A-983BA8BFF28C}">
      <dgm:prSet/>
      <dgm:spPr/>
      <dgm:t>
        <a:bodyPr/>
        <a:lstStyle/>
        <a:p>
          <a:endParaRPr lang="fr-FR"/>
        </a:p>
      </dgm:t>
    </dgm:pt>
    <dgm:pt modelId="{DB891E34-5F5A-483B-A8EE-2C73EA0F5089}">
      <dgm:prSet phldrT="[Texte]"/>
      <dgm:spPr/>
      <dgm:t>
        <a:bodyPr/>
        <a:lstStyle/>
        <a:p>
          <a:r>
            <a:rPr lang="fr-FR" dirty="0"/>
            <a:t>Respect des délais</a:t>
          </a:r>
        </a:p>
      </dgm:t>
    </dgm:pt>
    <dgm:pt modelId="{882D71A0-EEBC-4014-9A82-8E406F8B1968}" type="parTrans" cxnId="{30F88A5C-1A10-47F3-99B3-CFB1CE4E7311}">
      <dgm:prSet/>
      <dgm:spPr/>
      <dgm:t>
        <a:bodyPr/>
        <a:lstStyle/>
        <a:p>
          <a:endParaRPr lang="fr-FR"/>
        </a:p>
      </dgm:t>
    </dgm:pt>
    <dgm:pt modelId="{862DACD0-2BE8-4277-AE5C-4E81E14E7BE3}" type="sibTrans" cxnId="{30F88A5C-1A10-47F3-99B3-CFB1CE4E7311}">
      <dgm:prSet/>
      <dgm:spPr/>
      <dgm:t>
        <a:bodyPr/>
        <a:lstStyle/>
        <a:p>
          <a:endParaRPr lang="fr-FR"/>
        </a:p>
      </dgm:t>
    </dgm:pt>
    <dgm:pt modelId="{5C3E45A5-16E3-4707-A54A-F99EE122B939}" type="pres">
      <dgm:prSet presAssocID="{AA5CDF66-6847-418C-ADED-D0E97868DB31}" presName="diagram" presStyleCnt="0">
        <dgm:presLayoutVars>
          <dgm:dir/>
          <dgm:resizeHandles val="exact"/>
        </dgm:presLayoutVars>
      </dgm:prSet>
      <dgm:spPr/>
    </dgm:pt>
    <dgm:pt modelId="{DBB68349-E235-4E61-9D48-6001C987C589}" type="pres">
      <dgm:prSet presAssocID="{99A5290F-8B72-4779-9A1C-BD4505F5A3F9}" presName="node" presStyleLbl="node1" presStyleIdx="0" presStyleCnt="4">
        <dgm:presLayoutVars>
          <dgm:bulletEnabled val="1"/>
        </dgm:presLayoutVars>
      </dgm:prSet>
      <dgm:spPr/>
    </dgm:pt>
    <dgm:pt modelId="{EEB64A18-028F-4E59-872B-81199256D99E}" type="pres">
      <dgm:prSet presAssocID="{638E4B2D-00CB-491A-A95B-999D04D9D157}" presName="sibTrans" presStyleCnt="0"/>
      <dgm:spPr/>
    </dgm:pt>
    <dgm:pt modelId="{4ED3414A-F9F9-43E6-A79D-7AEA7110AE01}" type="pres">
      <dgm:prSet presAssocID="{AA4C74A7-B3BD-4ECB-BBF2-6C363518AB57}" presName="node" presStyleLbl="node1" presStyleIdx="1" presStyleCnt="4">
        <dgm:presLayoutVars>
          <dgm:bulletEnabled val="1"/>
        </dgm:presLayoutVars>
      </dgm:prSet>
      <dgm:spPr/>
    </dgm:pt>
    <dgm:pt modelId="{266A20B4-7B0A-4544-BD4B-04A3F2A84CA5}" type="pres">
      <dgm:prSet presAssocID="{19D35E7F-6416-43E4-872B-E2DEEBC70A60}" presName="sibTrans" presStyleCnt="0"/>
      <dgm:spPr/>
    </dgm:pt>
    <dgm:pt modelId="{92BADCBA-3CCB-4A6A-A5B7-A389A7230688}" type="pres">
      <dgm:prSet presAssocID="{72373136-2B1A-4B1B-9115-C940A6BA3987}" presName="node" presStyleLbl="node1" presStyleIdx="2" presStyleCnt="4">
        <dgm:presLayoutVars>
          <dgm:bulletEnabled val="1"/>
        </dgm:presLayoutVars>
      </dgm:prSet>
      <dgm:spPr/>
    </dgm:pt>
    <dgm:pt modelId="{28618BBB-C605-4C6A-AD68-0271D06964C9}" type="pres">
      <dgm:prSet presAssocID="{F8E1E9F9-7C31-4AD1-BAEA-F02779FB8819}" presName="sibTrans" presStyleCnt="0"/>
      <dgm:spPr/>
    </dgm:pt>
    <dgm:pt modelId="{65FBF1F4-2E9D-423E-8EB0-A5E6D30D4010}" type="pres">
      <dgm:prSet presAssocID="{DB891E34-5F5A-483B-A8EE-2C73EA0F5089}" presName="node" presStyleLbl="node1" presStyleIdx="3" presStyleCnt="4">
        <dgm:presLayoutVars>
          <dgm:bulletEnabled val="1"/>
        </dgm:presLayoutVars>
      </dgm:prSet>
      <dgm:spPr/>
    </dgm:pt>
  </dgm:ptLst>
  <dgm:cxnLst>
    <dgm:cxn modelId="{E8066122-8515-4CB3-B23A-983BA8BFF28C}" srcId="{AA5CDF66-6847-418C-ADED-D0E97868DB31}" destId="{72373136-2B1A-4B1B-9115-C940A6BA3987}" srcOrd="2" destOrd="0" parTransId="{D872204D-CEF0-46A2-855C-51AA6E99D374}" sibTransId="{F8E1E9F9-7C31-4AD1-BAEA-F02779FB8819}"/>
    <dgm:cxn modelId="{30F88A5C-1A10-47F3-99B3-CFB1CE4E7311}" srcId="{AA5CDF66-6847-418C-ADED-D0E97868DB31}" destId="{DB891E34-5F5A-483B-A8EE-2C73EA0F5089}" srcOrd="3" destOrd="0" parTransId="{882D71A0-EEBC-4014-9A82-8E406F8B1968}" sibTransId="{862DACD0-2BE8-4277-AE5C-4E81E14E7BE3}"/>
    <dgm:cxn modelId="{A0129E44-9D12-4EE4-A569-F7E77B31BBB0}" type="presOf" srcId="{AA5CDF66-6847-418C-ADED-D0E97868DB31}" destId="{5C3E45A5-16E3-4707-A54A-F99EE122B939}" srcOrd="0" destOrd="0" presId="urn:microsoft.com/office/officeart/2005/8/layout/default"/>
    <dgm:cxn modelId="{9D35DF97-F12A-488C-BAC9-2ADB511DB27C}" srcId="{AA5CDF66-6847-418C-ADED-D0E97868DB31}" destId="{AA4C74A7-B3BD-4ECB-BBF2-6C363518AB57}" srcOrd="1" destOrd="0" parTransId="{85B03307-BDBC-4EBD-9854-926202F2F7A2}" sibTransId="{19D35E7F-6416-43E4-872B-E2DEEBC70A60}"/>
    <dgm:cxn modelId="{9CFB9299-5E9D-455D-93AA-0F3ED78F7D2A}" type="presOf" srcId="{AA4C74A7-B3BD-4ECB-BBF2-6C363518AB57}" destId="{4ED3414A-F9F9-43E6-A79D-7AEA7110AE01}" srcOrd="0" destOrd="0" presId="urn:microsoft.com/office/officeart/2005/8/layout/default"/>
    <dgm:cxn modelId="{77960FA3-188B-4001-AAB0-1B45A622AC51}" srcId="{AA5CDF66-6847-418C-ADED-D0E97868DB31}" destId="{99A5290F-8B72-4779-9A1C-BD4505F5A3F9}" srcOrd="0" destOrd="0" parTransId="{197D3D92-B7FA-4CCC-BB3A-7020A237E091}" sibTransId="{638E4B2D-00CB-491A-A95B-999D04D9D157}"/>
    <dgm:cxn modelId="{3C3D8DAB-F50B-4A51-AA2D-1AEE2594334E}" type="presOf" srcId="{72373136-2B1A-4B1B-9115-C940A6BA3987}" destId="{92BADCBA-3CCB-4A6A-A5B7-A389A7230688}" srcOrd="0" destOrd="0" presId="urn:microsoft.com/office/officeart/2005/8/layout/default"/>
    <dgm:cxn modelId="{F32339C6-F8CD-48DA-A767-3D76912B93A3}" type="presOf" srcId="{99A5290F-8B72-4779-9A1C-BD4505F5A3F9}" destId="{DBB68349-E235-4E61-9D48-6001C987C589}" srcOrd="0" destOrd="0" presId="urn:microsoft.com/office/officeart/2005/8/layout/default"/>
    <dgm:cxn modelId="{37F934CD-32C7-4902-8790-3148F535B2BC}" type="presOf" srcId="{DB891E34-5F5A-483B-A8EE-2C73EA0F5089}" destId="{65FBF1F4-2E9D-423E-8EB0-A5E6D30D4010}" srcOrd="0" destOrd="0" presId="urn:microsoft.com/office/officeart/2005/8/layout/default"/>
    <dgm:cxn modelId="{656D9D92-62AD-4490-8844-01E69EEFE2B2}" type="presParOf" srcId="{5C3E45A5-16E3-4707-A54A-F99EE122B939}" destId="{DBB68349-E235-4E61-9D48-6001C987C589}" srcOrd="0" destOrd="0" presId="urn:microsoft.com/office/officeart/2005/8/layout/default"/>
    <dgm:cxn modelId="{DD9B7E7B-2169-48F5-932D-6985CC235348}" type="presParOf" srcId="{5C3E45A5-16E3-4707-A54A-F99EE122B939}" destId="{EEB64A18-028F-4E59-872B-81199256D99E}" srcOrd="1" destOrd="0" presId="urn:microsoft.com/office/officeart/2005/8/layout/default"/>
    <dgm:cxn modelId="{A7EA4EDB-7DCF-488D-8D0D-9CB3C7E337A4}" type="presParOf" srcId="{5C3E45A5-16E3-4707-A54A-F99EE122B939}" destId="{4ED3414A-F9F9-43E6-A79D-7AEA7110AE01}" srcOrd="2" destOrd="0" presId="urn:microsoft.com/office/officeart/2005/8/layout/default"/>
    <dgm:cxn modelId="{1346E0FA-0E7B-4284-8CE8-CF806D0993DE}" type="presParOf" srcId="{5C3E45A5-16E3-4707-A54A-F99EE122B939}" destId="{266A20B4-7B0A-4544-BD4B-04A3F2A84CA5}" srcOrd="3" destOrd="0" presId="urn:microsoft.com/office/officeart/2005/8/layout/default"/>
    <dgm:cxn modelId="{80D4C8E0-0287-4B2B-99ED-19018942F95A}" type="presParOf" srcId="{5C3E45A5-16E3-4707-A54A-F99EE122B939}" destId="{92BADCBA-3CCB-4A6A-A5B7-A389A7230688}" srcOrd="4" destOrd="0" presId="urn:microsoft.com/office/officeart/2005/8/layout/default"/>
    <dgm:cxn modelId="{953FFB3C-A996-4A79-BEB9-DC71AB0D8146}" type="presParOf" srcId="{5C3E45A5-16E3-4707-A54A-F99EE122B939}" destId="{28618BBB-C605-4C6A-AD68-0271D06964C9}" srcOrd="5" destOrd="0" presId="urn:microsoft.com/office/officeart/2005/8/layout/default"/>
    <dgm:cxn modelId="{46FFE22A-A84E-41C2-92F8-6B4F5C5E56A7}" type="presParOf" srcId="{5C3E45A5-16E3-4707-A54A-F99EE122B939}" destId="{65FBF1F4-2E9D-423E-8EB0-A5E6D30D4010}"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10F9F98-3852-4BA0-864B-F13DCC013BB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fr-FR"/>
        </a:p>
      </dgm:t>
    </dgm:pt>
    <dgm:pt modelId="{5FF25AFB-E0E8-4FF5-97D2-D0C976660652}">
      <dgm:prSet phldrT="[Texte]" custT="1"/>
      <dgm:spPr/>
      <dgm:t>
        <a:bodyPr/>
        <a:lstStyle/>
        <a:p>
          <a:r>
            <a:rPr lang="fr-FR" sz="2800" dirty="0"/>
            <a:t>Projets mous (soft </a:t>
          </a:r>
          <a:r>
            <a:rPr lang="fr-FR" sz="2800" dirty="0" err="1"/>
            <a:t>projects</a:t>
          </a:r>
          <a:r>
            <a:rPr lang="fr-FR" sz="2800" dirty="0"/>
            <a:t>)</a:t>
          </a:r>
        </a:p>
      </dgm:t>
    </dgm:pt>
    <dgm:pt modelId="{B0B0ED1D-49F8-49B7-9B7C-8B31D426B86B}" type="parTrans" cxnId="{46B52DDD-07BB-4E85-94D2-6CA6B3758424}">
      <dgm:prSet/>
      <dgm:spPr/>
      <dgm:t>
        <a:bodyPr/>
        <a:lstStyle/>
        <a:p>
          <a:endParaRPr lang="fr-FR" sz="1600"/>
        </a:p>
      </dgm:t>
    </dgm:pt>
    <dgm:pt modelId="{1170885B-E98F-49C0-96BF-8423D20B902B}" type="sibTrans" cxnId="{46B52DDD-07BB-4E85-94D2-6CA6B3758424}">
      <dgm:prSet/>
      <dgm:spPr/>
      <dgm:t>
        <a:bodyPr/>
        <a:lstStyle/>
        <a:p>
          <a:endParaRPr lang="fr-FR" sz="1600"/>
        </a:p>
      </dgm:t>
    </dgm:pt>
    <dgm:pt modelId="{2CF40B5B-D9FC-460F-8B97-AAB600559B22}">
      <dgm:prSet phldrT="[Texte]" custT="1"/>
      <dgm:spPr/>
      <dgm:t>
        <a:bodyPr/>
        <a:lstStyle/>
        <a:p>
          <a:r>
            <a:rPr lang="fr-FR" sz="2800" dirty="0"/>
            <a:t>Progiciels</a:t>
          </a:r>
        </a:p>
      </dgm:t>
    </dgm:pt>
    <dgm:pt modelId="{F149095C-FD2E-46FE-AE87-FB0945CA52DF}" type="parTrans" cxnId="{8D875F96-F177-4371-9D5E-E6A8E6207F7B}">
      <dgm:prSet/>
      <dgm:spPr/>
      <dgm:t>
        <a:bodyPr/>
        <a:lstStyle/>
        <a:p>
          <a:endParaRPr lang="fr-FR" sz="1600"/>
        </a:p>
      </dgm:t>
    </dgm:pt>
    <dgm:pt modelId="{D1DF8C7D-3C11-49F7-B3B8-F136573E926D}" type="sibTrans" cxnId="{8D875F96-F177-4371-9D5E-E6A8E6207F7B}">
      <dgm:prSet/>
      <dgm:spPr/>
      <dgm:t>
        <a:bodyPr/>
        <a:lstStyle/>
        <a:p>
          <a:endParaRPr lang="fr-FR" sz="1600"/>
        </a:p>
      </dgm:t>
    </dgm:pt>
    <dgm:pt modelId="{1D3B44AC-3333-445C-BCB5-608B3FCBC1A9}">
      <dgm:prSet phldrT="[Texte]" custT="1"/>
      <dgm:spPr/>
      <dgm:t>
        <a:bodyPr/>
        <a:lstStyle/>
        <a:p>
          <a:r>
            <a:rPr lang="fr-FR" sz="2800" dirty="0"/>
            <a:t>Projets d’investissement</a:t>
          </a:r>
        </a:p>
      </dgm:t>
    </dgm:pt>
    <dgm:pt modelId="{4790EB4F-A07F-4ACA-917D-49424C2EE207}" type="parTrans" cxnId="{75E986D0-2705-440A-83B2-0C753E275EDB}">
      <dgm:prSet/>
      <dgm:spPr/>
      <dgm:t>
        <a:bodyPr/>
        <a:lstStyle/>
        <a:p>
          <a:endParaRPr lang="fr-FR" sz="1600"/>
        </a:p>
      </dgm:t>
    </dgm:pt>
    <dgm:pt modelId="{4BDC7E3A-D2DD-42DA-A518-0738DF1B4BD2}" type="sibTrans" cxnId="{75E986D0-2705-440A-83B2-0C753E275EDB}">
      <dgm:prSet/>
      <dgm:spPr/>
      <dgm:t>
        <a:bodyPr/>
        <a:lstStyle/>
        <a:p>
          <a:endParaRPr lang="fr-FR" sz="1600"/>
        </a:p>
      </dgm:t>
    </dgm:pt>
    <dgm:pt modelId="{07C8127D-11F8-42D6-9157-8A157AD1590D}">
      <dgm:prSet phldrT="[Texte]" custT="1"/>
      <dgm:spPr/>
      <dgm:t>
        <a:bodyPr/>
        <a:lstStyle/>
        <a:p>
          <a:r>
            <a:rPr lang="fr-FR" sz="2800" dirty="0"/>
            <a:t>Construction</a:t>
          </a:r>
        </a:p>
      </dgm:t>
    </dgm:pt>
    <dgm:pt modelId="{6C91E8F8-DF74-44A9-AA6E-256BE955D9ED}" type="parTrans" cxnId="{1C56EDFB-0341-448C-BD2F-973A7DEA21C3}">
      <dgm:prSet/>
      <dgm:spPr/>
      <dgm:t>
        <a:bodyPr/>
        <a:lstStyle/>
        <a:p>
          <a:endParaRPr lang="fr-FR" sz="1600"/>
        </a:p>
      </dgm:t>
    </dgm:pt>
    <dgm:pt modelId="{B3FB216F-FF2F-402B-877E-4E3200232D29}" type="sibTrans" cxnId="{1C56EDFB-0341-448C-BD2F-973A7DEA21C3}">
      <dgm:prSet/>
      <dgm:spPr/>
      <dgm:t>
        <a:bodyPr/>
        <a:lstStyle/>
        <a:p>
          <a:endParaRPr lang="fr-FR" sz="1600"/>
        </a:p>
      </dgm:t>
    </dgm:pt>
    <dgm:pt modelId="{2DCF011A-940D-4632-975C-D64DEAAE1D73}">
      <dgm:prSet phldrT="[Texte]" custT="1"/>
      <dgm:spPr/>
      <dgm:t>
        <a:bodyPr/>
        <a:lstStyle/>
        <a:p>
          <a:r>
            <a:rPr lang="fr-FR" sz="2800" dirty="0"/>
            <a:t>Programmes de formation</a:t>
          </a:r>
        </a:p>
      </dgm:t>
    </dgm:pt>
    <dgm:pt modelId="{8B7CC347-48FA-4621-BD1B-3CE413BB0CCA}" type="parTrans" cxnId="{4C80C582-E5F1-4441-BBB8-EB644FD89CD7}">
      <dgm:prSet/>
      <dgm:spPr/>
      <dgm:t>
        <a:bodyPr/>
        <a:lstStyle/>
        <a:p>
          <a:endParaRPr lang="fr-FR" sz="1600"/>
        </a:p>
      </dgm:t>
    </dgm:pt>
    <dgm:pt modelId="{A8A8C10D-984F-48BF-8D8B-1B4F4E16ACC7}" type="sibTrans" cxnId="{4C80C582-E5F1-4441-BBB8-EB644FD89CD7}">
      <dgm:prSet/>
      <dgm:spPr/>
      <dgm:t>
        <a:bodyPr/>
        <a:lstStyle/>
        <a:p>
          <a:endParaRPr lang="fr-FR" sz="1600"/>
        </a:p>
      </dgm:t>
    </dgm:pt>
    <dgm:pt modelId="{A662C8A1-0AA5-430E-A524-AF7BA7633817}">
      <dgm:prSet phldrT="[Texte]" custT="1"/>
      <dgm:spPr/>
      <dgm:t>
        <a:bodyPr/>
        <a:lstStyle/>
        <a:p>
          <a:r>
            <a:rPr lang="fr-FR" sz="2800" dirty="0"/>
            <a:t>Changements organisationnels</a:t>
          </a:r>
        </a:p>
      </dgm:t>
    </dgm:pt>
    <dgm:pt modelId="{AFD7D0A2-EBCC-44C2-BF12-AF77A6350A59}" type="parTrans" cxnId="{D7E710C9-4AFE-426C-B8DE-C5600EDE0637}">
      <dgm:prSet/>
      <dgm:spPr/>
      <dgm:t>
        <a:bodyPr/>
        <a:lstStyle/>
        <a:p>
          <a:endParaRPr lang="fr-FR" sz="1600"/>
        </a:p>
      </dgm:t>
    </dgm:pt>
    <dgm:pt modelId="{8E9CF2A1-ECDC-4774-B2F3-36ACD8565142}" type="sibTrans" cxnId="{D7E710C9-4AFE-426C-B8DE-C5600EDE0637}">
      <dgm:prSet/>
      <dgm:spPr/>
      <dgm:t>
        <a:bodyPr/>
        <a:lstStyle/>
        <a:p>
          <a:endParaRPr lang="fr-FR" sz="1600"/>
        </a:p>
      </dgm:t>
    </dgm:pt>
    <dgm:pt modelId="{CA13D37A-2DB5-4DEB-B23F-C021292E8FA5}">
      <dgm:prSet phldrT="[Texte]" custT="1"/>
      <dgm:spPr/>
      <dgm:t>
        <a:bodyPr/>
        <a:lstStyle/>
        <a:p>
          <a:r>
            <a:rPr lang="fr-FR" sz="2800" dirty="0"/>
            <a:t>Investissements en infrastructure</a:t>
          </a:r>
        </a:p>
      </dgm:t>
    </dgm:pt>
    <dgm:pt modelId="{C850741F-27D9-46ED-98E0-91AF2555D286}" type="parTrans" cxnId="{B2486594-A090-4FB9-A300-CFEBEF6C8395}">
      <dgm:prSet/>
      <dgm:spPr/>
      <dgm:t>
        <a:bodyPr/>
        <a:lstStyle/>
        <a:p>
          <a:endParaRPr lang="fr-FR" sz="1600"/>
        </a:p>
      </dgm:t>
    </dgm:pt>
    <dgm:pt modelId="{3FFFF49A-B8D7-45FD-9BC4-467A8AA20C66}" type="sibTrans" cxnId="{B2486594-A090-4FB9-A300-CFEBEF6C8395}">
      <dgm:prSet/>
      <dgm:spPr/>
      <dgm:t>
        <a:bodyPr/>
        <a:lstStyle/>
        <a:p>
          <a:endParaRPr lang="fr-FR" sz="1600"/>
        </a:p>
      </dgm:t>
    </dgm:pt>
    <dgm:pt modelId="{1D9FB55F-DE94-4C42-8935-BC4B2D9BEF46}">
      <dgm:prSet phldrT="[Texte]" custT="1"/>
      <dgm:spPr/>
      <dgm:t>
        <a:bodyPr/>
        <a:lstStyle/>
        <a:p>
          <a:endParaRPr lang="fr-FR" sz="2800" dirty="0"/>
        </a:p>
      </dgm:t>
    </dgm:pt>
    <dgm:pt modelId="{36FEC7AE-1B06-4332-B9B3-B3C00A179675}" type="parTrans" cxnId="{1940A5F3-7D3A-42F4-BE00-35A8CBF45305}">
      <dgm:prSet/>
      <dgm:spPr/>
      <dgm:t>
        <a:bodyPr/>
        <a:lstStyle/>
        <a:p>
          <a:endParaRPr lang="fr-FR" sz="1600"/>
        </a:p>
      </dgm:t>
    </dgm:pt>
    <dgm:pt modelId="{EEF8995D-6D24-4016-B9A7-07AA1624A6DE}" type="sibTrans" cxnId="{1940A5F3-7D3A-42F4-BE00-35A8CBF45305}">
      <dgm:prSet/>
      <dgm:spPr/>
      <dgm:t>
        <a:bodyPr/>
        <a:lstStyle/>
        <a:p>
          <a:endParaRPr lang="fr-FR" sz="1600"/>
        </a:p>
      </dgm:t>
    </dgm:pt>
    <dgm:pt modelId="{E2A4120C-4575-401C-AC4E-C5A14DDE28EE}" type="pres">
      <dgm:prSet presAssocID="{410F9F98-3852-4BA0-864B-F13DCC013BBB}" presName="Name0" presStyleCnt="0">
        <dgm:presLayoutVars>
          <dgm:dir/>
          <dgm:animLvl val="lvl"/>
          <dgm:resizeHandles val="exact"/>
        </dgm:presLayoutVars>
      </dgm:prSet>
      <dgm:spPr/>
    </dgm:pt>
    <dgm:pt modelId="{11C0E362-8921-4859-8ED8-CE8BCED3ECCB}" type="pres">
      <dgm:prSet presAssocID="{5FF25AFB-E0E8-4FF5-97D2-D0C976660652}" presName="composite" presStyleCnt="0"/>
      <dgm:spPr/>
    </dgm:pt>
    <dgm:pt modelId="{B4F377BC-D5AD-4D82-8FF8-E2F23333FD5A}" type="pres">
      <dgm:prSet presAssocID="{5FF25AFB-E0E8-4FF5-97D2-D0C976660652}" presName="parTx" presStyleLbl="alignNode1" presStyleIdx="0" presStyleCnt="2">
        <dgm:presLayoutVars>
          <dgm:chMax val="0"/>
          <dgm:chPref val="0"/>
          <dgm:bulletEnabled val="1"/>
        </dgm:presLayoutVars>
      </dgm:prSet>
      <dgm:spPr/>
    </dgm:pt>
    <dgm:pt modelId="{3475F432-FCA5-4452-9C07-C5113AB38576}" type="pres">
      <dgm:prSet presAssocID="{5FF25AFB-E0E8-4FF5-97D2-D0C976660652}" presName="desTx" presStyleLbl="alignAccFollowNode1" presStyleIdx="0" presStyleCnt="2">
        <dgm:presLayoutVars>
          <dgm:bulletEnabled val="1"/>
        </dgm:presLayoutVars>
      </dgm:prSet>
      <dgm:spPr/>
    </dgm:pt>
    <dgm:pt modelId="{A9482A0B-29A0-41FF-B3F2-493D3F06F4E5}" type="pres">
      <dgm:prSet presAssocID="{1170885B-E98F-49C0-96BF-8423D20B902B}" presName="space" presStyleCnt="0"/>
      <dgm:spPr/>
    </dgm:pt>
    <dgm:pt modelId="{E59B16C3-4A21-4BF0-8721-7CF1EFA87A03}" type="pres">
      <dgm:prSet presAssocID="{1D3B44AC-3333-445C-BCB5-608B3FCBC1A9}" presName="composite" presStyleCnt="0"/>
      <dgm:spPr/>
    </dgm:pt>
    <dgm:pt modelId="{FBFD36DA-A011-40C6-AC4B-7852C2567F6E}" type="pres">
      <dgm:prSet presAssocID="{1D3B44AC-3333-445C-BCB5-608B3FCBC1A9}" presName="parTx" presStyleLbl="alignNode1" presStyleIdx="1" presStyleCnt="2">
        <dgm:presLayoutVars>
          <dgm:chMax val="0"/>
          <dgm:chPref val="0"/>
          <dgm:bulletEnabled val="1"/>
        </dgm:presLayoutVars>
      </dgm:prSet>
      <dgm:spPr/>
    </dgm:pt>
    <dgm:pt modelId="{C91064D2-1459-4237-B1F6-3FA903EBA309}" type="pres">
      <dgm:prSet presAssocID="{1D3B44AC-3333-445C-BCB5-608B3FCBC1A9}" presName="desTx" presStyleLbl="alignAccFollowNode1" presStyleIdx="1" presStyleCnt="2">
        <dgm:presLayoutVars>
          <dgm:bulletEnabled val="1"/>
        </dgm:presLayoutVars>
      </dgm:prSet>
      <dgm:spPr/>
    </dgm:pt>
  </dgm:ptLst>
  <dgm:cxnLst>
    <dgm:cxn modelId="{D4DD0568-9673-451A-8F4A-8F234A4E30AB}" type="presOf" srcId="{A662C8A1-0AA5-430E-A524-AF7BA7633817}" destId="{3475F432-FCA5-4452-9C07-C5113AB38576}" srcOrd="0" destOrd="2" presId="urn:microsoft.com/office/officeart/2005/8/layout/hList1"/>
    <dgm:cxn modelId="{DF932171-5E3C-43BA-B729-40F89B28A5AA}" type="presOf" srcId="{2CF40B5B-D9FC-460F-8B97-AAB600559B22}" destId="{3475F432-FCA5-4452-9C07-C5113AB38576}" srcOrd="0" destOrd="0" presId="urn:microsoft.com/office/officeart/2005/8/layout/hList1"/>
    <dgm:cxn modelId="{05D62255-77DE-45B3-BD52-4B73E05B578D}" type="presOf" srcId="{CA13D37A-2DB5-4DEB-B23F-C021292E8FA5}" destId="{C91064D2-1459-4237-B1F6-3FA903EBA309}" srcOrd="0" destOrd="1" presId="urn:microsoft.com/office/officeart/2005/8/layout/hList1"/>
    <dgm:cxn modelId="{4C80C582-E5F1-4441-BBB8-EB644FD89CD7}" srcId="{5FF25AFB-E0E8-4FF5-97D2-D0C976660652}" destId="{2DCF011A-940D-4632-975C-D64DEAAE1D73}" srcOrd="1" destOrd="0" parTransId="{8B7CC347-48FA-4621-BD1B-3CE413BB0CCA}" sibTransId="{A8A8C10D-984F-48BF-8D8B-1B4F4E16ACC7}"/>
    <dgm:cxn modelId="{B2486594-A090-4FB9-A300-CFEBEF6C8395}" srcId="{1D3B44AC-3333-445C-BCB5-608B3FCBC1A9}" destId="{CA13D37A-2DB5-4DEB-B23F-C021292E8FA5}" srcOrd="1" destOrd="0" parTransId="{C850741F-27D9-46ED-98E0-91AF2555D286}" sibTransId="{3FFFF49A-B8D7-45FD-9BC4-467A8AA20C66}"/>
    <dgm:cxn modelId="{8D875F96-F177-4371-9D5E-E6A8E6207F7B}" srcId="{5FF25AFB-E0E8-4FF5-97D2-D0C976660652}" destId="{2CF40B5B-D9FC-460F-8B97-AAB600559B22}" srcOrd="0" destOrd="0" parTransId="{F149095C-FD2E-46FE-AE87-FB0945CA52DF}" sibTransId="{D1DF8C7D-3C11-49F7-B3B8-F136573E926D}"/>
    <dgm:cxn modelId="{30885CAB-4E64-4099-8D1F-9120A59A2EE9}" type="presOf" srcId="{1D3B44AC-3333-445C-BCB5-608B3FCBC1A9}" destId="{FBFD36DA-A011-40C6-AC4B-7852C2567F6E}" srcOrd="0" destOrd="0" presId="urn:microsoft.com/office/officeart/2005/8/layout/hList1"/>
    <dgm:cxn modelId="{5312B9C8-5C87-401F-8CB2-3BF26A3BF480}" type="presOf" srcId="{2DCF011A-940D-4632-975C-D64DEAAE1D73}" destId="{3475F432-FCA5-4452-9C07-C5113AB38576}" srcOrd="0" destOrd="1" presId="urn:microsoft.com/office/officeart/2005/8/layout/hList1"/>
    <dgm:cxn modelId="{D7E710C9-4AFE-426C-B8DE-C5600EDE0637}" srcId="{5FF25AFB-E0E8-4FF5-97D2-D0C976660652}" destId="{A662C8A1-0AA5-430E-A524-AF7BA7633817}" srcOrd="2" destOrd="0" parTransId="{AFD7D0A2-EBCC-44C2-BF12-AF77A6350A59}" sibTransId="{8E9CF2A1-ECDC-4774-B2F3-36ACD8565142}"/>
    <dgm:cxn modelId="{80BE16C9-5D39-4114-A5BA-B5ABE3189D20}" type="presOf" srcId="{5FF25AFB-E0E8-4FF5-97D2-D0C976660652}" destId="{B4F377BC-D5AD-4D82-8FF8-E2F23333FD5A}" srcOrd="0" destOrd="0" presId="urn:microsoft.com/office/officeart/2005/8/layout/hList1"/>
    <dgm:cxn modelId="{75E986D0-2705-440A-83B2-0C753E275EDB}" srcId="{410F9F98-3852-4BA0-864B-F13DCC013BBB}" destId="{1D3B44AC-3333-445C-BCB5-608B3FCBC1A9}" srcOrd="1" destOrd="0" parTransId="{4790EB4F-A07F-4ACA-917D-49424C2EE207}" sibTransId="{4BDC7E3A-D2DD-42DA-A518-0738DF1B4BD2}"/>
    <dgm:cxn modelId="{89ACC9DC-E092-4227-873C-BDB735660246}" type="presOf" srcId="{1D9FB55F-DE94-4C42-8935-BC4B2D9BEF46}" destId="{C91064D2-1459-4237-B1F6-3FA903EBA309}" srcOrd="0" destOrd="2" presId="urn:microsoft.com/office/officeart/2005/8/layout/hList1"/>
    <dgm:cxn modelId="{46B52DDD-07BB-4E85-94D2-6CA6B3758424}" srcId="{410F9F98-3852-4BA0-864B-F13DCC013BBB}" destId="{5FF25AFB-E0E8-4FF5-97D2-D0C976660652}" srcOrd="0" destOrd="0" parTransId="{B0B0ED1D-49F8-49B7-9B7C-8B31D426B86B}" sibTransId="{1170885B-E98F-49C0-96BF-8423D20B902B}"/>
    <dgm:cxn modelId="{728BCFF2-B3C9-4447-A620-FD5FE47D34EC}" type="presOf" srcId="{07C8127D-11F8-42D6-9157-8A157AD1590D}" destId="{C91064D2-1459-4237-B1F6-3FA903EBA309}" srcOrd="0" destOrd="0" presId="urn:microsoft.com/office/officeart/2005/8/layout/hList1"/>
    <dgm:cxn modelId="{1940A5F3-7D3A-42F4-BE00-35A8CBF45305}" srcId="{1D3B44AC-3333-445C-BCB5-608B3FCBC1A9}" destId="{1D9FB55F-DE94-4C42-8935-BC4B2D9BEF46}" srcOrd="2" destOrd="0" parTransId="{36FEC7AE-1B06-4332-B9B3-B3C00A179675}" sibTransId="{EEF8995D-6D24-4016-B9A7-07AA1624A6DE}"/>
    <dgm:cxn modelId="{3F0FD9FB-9BB1-4737-8F53-F124E05897A8}" type="presOf" srcId="{410F9F98-3852-4BA0-864B-F13DCC013BBB}" destId="{E2A4120C-4575-401C-AC4E-C5A14DDE28EE}" srcOrd="0" destOrd="0" presId="urn:microsoft.com/office/officeart/2005/8/layout/hList1"/>
    <dgm:cxn modelId="{1C56EDFB-0341-448C-BD2F-973A7DEA21C3}" srcId="{1D3B44AC-3333-445C-BCB5-608B3FCBC1A9}" destId="{07C8127D-11F8-42D6-9157-8A157AD1590D}" srcOrd="0" destOrd="0" parTransId="{6C91E8F8-DF74-44A9-AA6E-256BE955D9ED}" sibTransId="{B3FB216F-FF2F-402B-877E-4E3200232D29}"/>
    <dgm:cxn modelId="{FD0CFA5F-6B43-4F10-9F0C-652D6C5057A5}" type="presParOf" srcId="{E2A4120C-4575-401C-AC4E-C5A14DDE28EE}" destId="{11C0E362-8921-4859-8ED8-CE8BCED3ECCB}" srcOrd="0" destOrd="0" presId="urn:microsoft.com/office/officeart/2005/8/layout/hList1"/>
    <dgm:cxn modelId="{8D885C47-7ED3-4C97-A3DA-90BC6D9FAC9F}" type="presParOf" srcId="{11C0E362-8921-4859-8ED8-CE8BCED3ECCB}" destId="{B4F377BC-D5AD-4D82-8FF8-E2F23333FD5A}" srcOrd="0" destOrd="0" presId="urn:microsoft.com/office/officeart/2005/8/layout/hList1"/>
    <dgm:cxn modelId="{76B01830-222E-4239-AA2D-1FEEC112E43C}" type="presParOf" srcId="{11C0E362-8921-4859-8ED8-CE8BCED3ECCB}" destId="{3475F432-FCA5-4452-9C07-C5113AB38576}" srcOrd="1" destOrd="0" presId="urn:microsoft.com/office/officeart/2005/8/layout/hList1"/>
    <dgm:cxn modelId="{37DA4484-B6E5-45C4-8F06-C3A3C8A26282}" type="presParOf" srcId="{E2A4120C-4575-401C-AC4E-C5A14DDE28EE}" destId="{A9482A0B-29A0-41FF-B3F2-493D3F06F4E5}" srcOrd="1" destOrd="0" presId="urn:microsoft.com/office/officeart/2005/8/layout/hList1"/>
    <dgm:cxn modelId="{065BD3BD-3A9D-4530-982D-C39D1D583211}" type="presParOf" srcId="{E2A4120C-4575-401C-AC4E-C5A14DDE28EE}" destId="{E59B16C3-4A21-4BF0-8721-7CF1EFA87A03}" srcOrd="2" destOrd="0" presId="urn:microsoft.com/office/officeart/2005/8/layout/hList1"/>
    <dgm:cxn modelId="{591CAC17-18CE-4567-AFA1-5C6A8D2C9A54}" type="presParOf" srcId="{E59B16C3-4A21-4BF0-8721-7CF1EFA87A03}" destId="{FBFD36DA-A011-40C6-AC4B-7852C2567F6E}" srcOrd="0" destOrd="0" presId="urn:microsoft.com/office/officeart/2005/8/layout/hList1"/>
    <dgm:cxn modelId="{1B3AB24D-13DA-4AE2-B9F8-DEB7E318B40D}" type="presParOf" srcId="{E59B16C3-4A21-4BF0-8721-7CF1EFA87A03}" destId="{C91064D2-1459-4237-B1F6-3FA903EBA30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AD4FE50-3674-4D2C-96E6-7E4F9CC0B3B9}"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fr-FR"/>
        </a:p>
      </dgm:t>
    </dgm:pt>
    <dgm:pt modelId="{91129675-BD96-43AA-857D-9C42EF010ED9}">
      <dgm:prSet phldrT="[Texte]" custT="1"/>
      <dgm:spPr/>
      <dgm:t>
        <a:bodyPr/>
        <a:lstStyle/>
        <a:p>
          <a:r>
            <a:rPr lang="fr-FR" sz="2400" dirty="0"/>
            <a:t>Artistique ou culturel</a:t>
          </a:r>
        </a:p>
      </dgm:t>
    </dgm:pt>
    <dgm:pt modelId="{BE2D26C2-58F2-42AC-93B8-FB1BF905488A}" type="parTrans" cxnId="{7259FF05-F736-4713-B94C-729A65FB5F09}">
      <dgm:prSet/>
      <dgm:spPr/>
      <dgm:t>
        <a:bodyPr/>
        <a:lstStyle/>
        <a:p>
          <a:endParaRPr lang="fr-FR"/>
        </a:p>
      </dgm:t>
    </dgm:pt>
    <dgm:pt modelId="{09D35D61-0727-4DAC-9F3B-EEDC7DDD123C}" type="sibTrans" cxnId="{7259FF05-F736-4713-B94C-729A65FB5F09}">
      <dgm:prSet/>
      <dgm:spPr/>
      <dgm:t>
        <a:bodyPr/>
        <a:lstStyle/>
        <a:p>
          <a:endParaRPr lang="fr-FR"/>
        </a:p>
      </dgm:t>
    </dgm:pt>
    <dgm:pt modelId="{7860DABE-6DAC-477D-B7DC-FAD7DF59DCFC}">
      <dgm:prSet phldrT="[Texte]" custT="1"/>
      <dgm:spPr/>
      <dgm:t>
        <a:bodyPr/>
        <a:lstStyle/>
        <a:p>
          <a:r>
            <a:rPr lang="fr-FR" sz="2400" dirty="0"/>
            <a:t>Montage d’un spectacle</a:t>
          </a:r>
        </a:p>
      </dgm:t>
    </dgm:pt>
    <dgm:pt modelId="{AAFAC773-0F8F-444D-A9D5-12EB63EEA249}" type="parTrans" cxnId="{B8F6E476-E481-48FB-8BC5-955A8CB8601C}">
      <dgm:prSet/>
      <dgm:spPr/>
      <dgm:t>
        <a:bodyPr/>
        <a:lstStyle/>
        <a:p>
          <a:endParaRPr lang="fr-FR"/>
        </a:p>
      </dgm:t>
    </dgm:pt>
    <dgm:pt modelId="{3BF75ADB-BD3C-442B-8712-EBA278F9E755}" type="sibTrans" cxnId="{B8F6E476-E481-48FB-8BC5-955A8CB8601C}">
      <dgm:prSet/>
      <dgm:spPr/>
      <dgm:t>
        <a:bodyPr/>
        <a:lstStyle/>
        <a:p>
          <a:endParaRPr lang="fr-FR"/>
        </a:p>
      </dgm:t>
    </dgm:pt>
    <dgm:pt modelId="{86649E6D-CC9E-4C06-92E5-9D3A16CC9C6D}">
      <dgm:prSet phldrT="[Texte]" custT="1"/>
      <dgm:spPr/>
      <dgm:t>
        <a:bodyPr/>
        <a:lstStyle/>
        <a:p>
          <a:r>
            <a:rPr lang="fr-FR" sz="2400" dirty="0"/>
            <a:t>Organisation d’une exposition </a:t>
          </a:r>
        </a:p>
      </dgm:t>
    </dgm:pt>
    <dgm:pt modelId="{F5F043ED-4B26-4156-B076-445CF7E1D084}" type="parTrans" cxnId="{F5C1EB1A-8D8A-46E2-B600-01E0ACE14D8D}">
      <dgm:prSet/>
      <dgm:spPr/>
      <dgm:t>
        <a:bodyPr/>
        <a:lstStyle/>
        <a:p>
          <a:endParaRPr lang="fr-FR"/>
        </a:p>
      </dgm:t>
    </dgm:pt>
    <dgm:pt modelId="{80C35C62-2A4A-417F-8B21-840892EF2767}" type="sibTrans" cxnId="{F5C1EB1A-8D8A-46E2-B600-01E0ACE14D8D}">
      <dgm:prSet/>
      <dgm:spPr/>
      <dgm:t>
        <a:bodyPr/>
        <a:lstStyle/>
        <a:p>
          <a:endParaRPr lang="fr-FR"/>
        </a:p>
      </dgm:t>
    </dgm:pt>
    <dgm:pt modelId="{CEDDC590-7710-48FB-824E-25320DE8E24A}">
      <dgm:prSet phldrT="[Texte]" custT="1"/>
      <dgm:spPr/>
      <dgm:t>
        <a:bodyPr/>
        <a:lstStyle/>
        <a:p>
          <a:r>
            <a:rPr lang="fr-FR" sz="2400" dirty="0"/>
            <a:t>Technologique ou scientifique</a:t>
          </a:r>
        </a:p>
      </dgm:t>
    </dgm:pt>
    <dgm:pt modelId="{57E5115B-35AB-48E2-9AF1-0A532575DFCC}" type="parTrans" cxnId="{F2DCDFB1-D2A3-41CA-AC0D-C264ED40093C}">
      <dgm:prSet/>
      <dgm:spPr/>
      <dgm:t>
        <a:bodyPr/>
        <a:lstStyle/>
        <a:p>
          <a:endParaRPr lang="fr-FR"/>
        </a:p>
      </dgm:t>
    </dgm:pt>
    <dgm:pt modelId="{E087780C-2AB2-468A-83C4-9D328BB07DB6}" type="sibTrans" cxnId="{F2DCDFB1-D2A3-41CA-AC0D-C264ED40093C}">
      <dgm:prSet/>
      <dgm:spPr/>
      <dgm:t>
        <a:bodyPr/>
        <a:lstStyle/>
        <a:p>
          <a:endParaRPr lang="fr-FR"/>
        </a:p>
      </dgm:t>
    </dgm:pt>
    <dgm:pt modelId="{A55CA3DC-2FBB-40B4-9D4B-E7B4DDB824B3}">
      <dgm:prSet phldrT="[Texte]" custT="1"/>
      <dgm:spPr/>
      <dgm:t>
        <a:bodyPr/>
        <a:lstStyle/>
        <a:p>
          <a:r>
            <a:rPr lang="fr-FR" sz="2400" dirty="0"/>
            <a:t>Mise en place d’une plateforme</a:t>
          </a:r>
        </a:p>
      </dgm:t>
    </dgm:pt>
    <dgm:pt modelId="{1999695A-088D-48EE-90B1-417F8B95B241}" type="parTrans" cxnId="{93CE3D45-F278-4B09-B46E-A788DF21F46D}">
      <dgm:prSet/>
      <dgm:spPr/>
      <dgm:t>
        <a:bodyPr/>
        <a:lstStyle/>
        <a:p>
          <a:endParaRPr lang="fr-FR"/>
        </a:p>
      </dgm:t>
    </dgm:pt>
    <dgm:pt modelId="{857CCD14-82B3-4B94-964E-7FA10C072D74}" type="sibTrans" cxnId="{93CE3D45-F278-4B09-B46E-A788DF21F46D}">
      <dgm:prSet/>
      <dgm:spPr/>
      <dgm:t>
        <a:bodyPr/>
        <a:lstStyle/>
        <a:p>
          <a:endParaRPr lang="fr-FR"/>
        </a:p>
      </dgm:t>
    </dgm:pt>
    <dgm:pt modelId="{A7C60F23-8492-4EE7-A067-13C835986EDF}">
      <dgm:prSet phldrT="[Texte]" custT="1"/>
      <dgm:spPr/>
      <dgm:t>
        <a:bodyPr/>
        <a:lstStyle/>
        <a:p>
          <a:r>
            <a:rPr lang="fr-FR" sz="2400" dirty="0"/>
            <a:t>Projet à but non lucratif/</a:t>
          </a:r>
        </a:p>
        <a:p>
          <a:r>
            <a:rPr lang="fr-FR" sz="2400" dirty="0"/>
            <a:t>communautaire</a:t>
          </a:r>
        </a:p>
      </dgm:t>
    </dgm:pt>
    <dgm:pt modelId="{ED1EA932-3012-4BC2-9495-FB86F614E16F}" type="parTrans" cxnId="{CB18E38D-17DC-4D1C-866B-1CCF659B8E16}">
      <dgm:prSet/>
      <dgm:spPr/>
      <dgm:t>
        <a:bodyPr/>
        <a:lstStyle/>
        <a:p>
          <a:endParaRPr lang="fr-FR"/>
        </a:p>
      </dgm:t>
    </dgm:pt>
    <dgm:pt modelId="{68EF0BB5-2060-47C0-8E3F-E332887D1316}" type="sibTrans" cxnId="{CB18E38D-17DC-4D1C-866B-1CCF659B8E16}">
      <dgm:prSet/>
      <dgm:spPr/>
      <dgm:t>
        <a:bodyPr/>
        <a:lstStyle/>
        <a:p>
          <a:endParaRPr lang="fr-FR"/>
        </a:p>
      </dgm:t>
    </dgm:pt>
    <dgm:pt modelId="{A41B5C8E-B74A-4D7D-98C2-3647BB63D035}">
      <dgm:prSet phldrT="[Texte]" custT="1"/>
      <dgm:spPr/>
      <dgm:t>
        <a:bodyPr/>
        <a:lstStyle/>
        <a:p>
          <a:r>
            <a:rPr lang="fr-FR" sz="2000" dirty="0"/>
            <a:t>Organisation d’un marathon au profit d’une association</a:t>
          </a:r>
        </a:p>
      </dgm:t>
    </dgm:pt>
    <dgm:pt modelId="{EC2C2891-F786-437A-B58C-C3F8293A2E8C}" type="parTrans" cxnId="{5B37328F-42E1-4451-9721-EC036F15772A}">
      <dgm:prSet/>
      <dgm:spPr/>
      <dgm:t>
        <a:bodyPr/>
        <a:lstStyle/>
        <a:p>
          <a:endParaRPr lang="fr-FR"/>
        </a:p>
      </dgm:t>
    </dgm:pt>
    <dgm:pt modelId="{E1CE336C-E95E-4218-AAA8-339DF2D41106}" type="sibTrans" cxnId="{5B37328F-42E1-4451-9721-EC036F15772A}">
      <dgm:prSet/>
      <dgm:spPr/>
      <dgm:t>
        <a:bodyPr/>
        <a:lstStyle/>
        <a:p>
          <a:endParaRPr lang="fr-FR"/>
        </a:p>
      </dgm:t>
    </dgm:pt>
    <dgm:pt modelId="{0CFF40F0-83E6-4434-AC00-F2CE4B4ADF62}">
      <dgm:prSet phldrT="[Texte]" custT="1"/>
      <dgm:spPr/>
      <dgm:t>
        <a:bodyPr/>
        <a:lstStyle/>
        <a:p>
          <a:r>
            <a:rPr lang="fr-FR" sz="2000" dirty="0"/>
            <a:t>Programme de prévention des dangers de l’alcool</a:t>
          </a:r>
        </a:p>
      </dgm:t>
    </dgm:pt>
    <dgm:pt modelId="{CBD19ED3-C917-43B8-BA19-DFCE8E7CCB27}" type="parTrans" cxnId="{A742BCC7-482F-45E5-96D0-54EFB652D1C1}">
      <dgm:prSet/>
      <dgm:spPr/>
      <dgm:t>
        <a:bodyPr/>
        <a:lstStyle/>
        <a:p>
          <a:endParaRPr lang="fr-FR"/>
        </a:p>
      </dgm:t>
    </dgm:pt>
    <dgm:pt modelId="{1AD86407-9BCC-4A63-A615-7D6381EB1678}" type="sibTrans" cxnId="{A742BCC7-482F-45E5-96D0-54EFB652D1C1}">
      <dgm:prSet/>
      <dgm:spPr/>
      <dgm:t>
        <a:bodyPr/>
        <a:lstStyle/>
        <a:p>
          <a:endParaRPr lang="fr-FR"/>
        </a:p>
      </dgm:t>
    </dgm:pt>
    <dgm:pt modelId="{6818B0DA-C1CE-48C4-9F63-6FCC126566EB}" type="pres">
      <dgm:prSet presAssocID="{1AD4FE50-3674-4D2C-96E6-7E4F9CC0B3B9}" presName="diagram" presStyleCnt="0">
        <dgm:presLayoutVars>
          <dgm:chPref val="1"/>
          <dgm:dir/>
          <dgm:animOne val="branch"/>
          <dgm:animLvl val="lvl"/>
          <dgm:resizeHandles/>
        </dgm:presLayoutVars>
      </dgm:prSet>
      <dgm:spPr/>
    </dgm:pt>
    <dgm:pt modelId="{4B0EDB1F-FCC5-403A-9201-6EB0AC540C7C}" type="pres">
      <dgm:prSet presAssocID="{91129675-BD96-43AA-857D-9C42EF010ED9}" presName="root" presStyleCnt="0"/>
      <dgm:spPr/>
    </dgm:pt>
    <dgm:pt modelId="{788D62BE-FDFB-4796-8F0F-69250F43C2A7}" type="pres">
      <dgm:prSet presAssocID="{91129675-BD96-43AA-857D-9C42EF010ED9}" presName="rootComposite" presStyleCnt="0"/>
      <dgm:spPr/>
    </dgm:pt>
    <dgm:pt modelId="{CAEF9612-F15E-402B-8186-B8638F872551}" type="pres">
      <dgm:prSet presAssocID="{91129675-BD96-43AA-857D-9C42EF010ED9}" presName="rootText" presStyleLbl="node1" presStyleIdx="0" presStyleCnt="3"/>
      <dgm:spPr/>
    </dgm:pt>
    <dgm:pt modelId="{C90ACB79-2A3C-44CD-BC55-9544718C87BC}" type="pres">
      <dgm:prSet presAssocID="{91129675-BD96-43AA-857D-9C42EF010ED9}" presName="rootConnector" presStyleLbl="node1" presStyleIdx="0" presStyleCnt="3"/>
      <dgm:spPr/>
    </dgm:pt>
    <dgm:pt modelId="{F1163BDA-B614-433D-B72E-5EC7B2CF4793}" type="pres">
      <dgm:prSet presAssocID="{91129675-BD96-43AA-857D-9C42EF010ED9}" presName="childShape" presStyleCnt="0"/>
      <dgm:spPr/>
    </dgm:pt>
    <dgm:pt modelId="{1CEB6E14-7FC9-439A-92DF-48F18228DFA5}" type="pres">
      <dgm:prSet presAssocID="{AAFAC773-0F8F-444D-A9D5-12EB63EEA249}" presName="Name13" presStyleLbl="parChTrans1D2" presStyleIdx="0" presStyleCnt="5"/>
      <dgm:spPr/>
    </dgm:pt>
    <dgm:pt modelId="{38D078D4-99C2-46DA-B47A-D187752831AB}" type="pres">
      <dgm:prSet presAssocID="{7860DABE-6DAC-477D-B7DC-FAD7DF59DCFC}" presName="childText" presStyleLbl="bgAcc1" presStyleIdx="0" presStyleCnt="5">
        <dgm:presLayoutVars>
          <dgm:bulletEnabled val="1"/>
        </dgm:presLayoutVars>
      </dgm:prSet>
      <dgm:spPr/>
    </dgm:pt>
    <dgm:pt modelId="{10BF1974-8AB2-4229-908E-ACB4C7B4AC39}" type="pres">
      <dgm:prSet presAssocID="{F5F043ED-4B26-4156-B076-445CF7E1D084}" presName="Name13" presStyleLbl="parChTrans1D2" presStyleIdx="1" presStyleCnt="5"/>
      <dgm:spPr/>
    </dgm:pt>
    <dgm:pt modelId="{8B6BE09C-8BF5-4DA4-A932-1DB40B323140}" type="pres">
      <dgm:prSet presAssocID="{86649E6D-CC9E-4C06-92E5-9D3A16CC9C6D}" presName="childText" presStyleLbl="bgAcc1" presStyleIdx="1" presStyleCnt="5">
        <dgm:presLayoutVars>
          <dgm:bulletEnabled val="1"/>
        </dgm:presLayoutVars>
      </dgm:prSet>
      <dgm:spPr/>
    </dgm:pt>
    <dgm:pt modelId="{A290A384-DBE3-47E6-9825-8CEA60B4DD65}" type="pres">
      <dgm:prSet presAssocID="{CEDDC590-7710-48FB-824E-25320DE8E24A}" presName="root" presStyleCnt="0"/>
      <dgm:spPr/>
    </dgm:pt>
    <dgm:pt modelId="{593484B6-75B5-4C95-94A0-8B11EEDDE921}" type="pres">
      <dgm:prSet presAssocID="{CEDDC590-7710-48FB-824E-25320DE8E24A}" presName="rootComposite" presStyleCnt="0"/>
      <dgm:spPr/>
    </dgm:pt>
    <dgm:pt modelId="{BE0E552A-903D-499B-85EF-7F821725729D}" type="pres">
      <dgm:prSet presAssocID="{CEDDC590-7710-48FB-824E-25320DE8E24A}" presName="rootText" presStyleLbl="node1" presStyleIdx="1" presStyleCnt="3"/>
      <dgm:spPr/>
    </dgm:pt>
    <dgm:pt modelId="{5BDD2183-B064-40D9-B058-799ABCB0126E}" type="pres">
      <dgm:prSet presAssocID="{CEDDC590-7710-48FB-824E-25320DE8E24A}" presName="rootConnector" presStyleLbl="node1" presStyleIdx="1" presStyleCnt="3"/>
      <dgm:spPr/>
    </dgm:pt>
    <dgm:pt modelId="{C484E393-6DC9-4239-9FE2-AA15FA7091D2}" type="pres">
      <dgm:prSet presAssocID="{CEDDC590-7710-48FB-824E-25320DE8E24A}" presName="childShape" presStyleCnt="0"/>
      <dgm:spPr/>
    </dgm:pt>
    <dgm:pt modelId="{262E778A-62E0-4746-BEC6-6997F9D39569}" type="pres">
      <dgm:prSet presAssocID="{1999695A-088D-48EE-90B1-417F8B95B241}" presName="Name13" presStyleLbl="parChTrans1D2" presStyleIdx="2" presStyleCnt="5"/>
      <dgm:spPr/>
    </dgm:pt>
    <dgm:pt modelId="{B3287F57-F6FA-4DD2-AC2D-C0F16E8AFE5D}" type="pres">
      <dgm:prSet presAssocID="{A55CA3DC-2FBB-40B4-9D4B-E7B4DDB824B3}" presName="childText" presStyleLbl="bgAcc1" presStyleIdx="2" presStyleCnt="5">
        <dgm:presLayoutVars>
          <dgm:bulletEnabled val="1"/>
        </dgm:presLayoutVars>
      </dgm:prSet>
      <dgm:spPr/>
    </dgm:pt>
    <dgm:pt modelId="{EFE6BE24-DBD3-47BA-89B6-F04E647998D5}" type="pres">
      <dgm:prSet presAssocID="{A7C60F23-8492-4EE7-A067-13C835986EDF}" presName="root" presStyleCnt="0"/>
      <dgm:spPr/>
    </dgm:pt>
    <dgm:pt modelId="{3882C85A-482C-4BC8-BB94-668E00206A57}" type="pres">
      <dgm:prSet presAssocID="{A7C60F23-8492-4EE7-A067-13C835986EDF}" presName="rootComposite" presStyleCnt="0"/>
      <dgm:spPr/>
    </dgm:pt>
    <dgm:pt modelId="{4264F3B0-C9A2-4DE6-AAC8-F8B521AFCC6C}" type="pres">
      <dgm:prSet presAssocID="{A7C60F23-8492-4EE7-A067-13C835986EDF}" presName="rootText" presStyleLbl="node1" presStyleIdx="2" presStyleCnt="3"/>
      <dgm:spPr/>
    </dgm:pt>
    <dgm:pt modelId="{8E27731E-54EB-488C-B1F5-86C065A9765F}" type="pres">
      <dgm:prSet presAssocID="{A7C60F23-8492-4EE7-A067-13C835986EDF}" presName="rootConnector" presStyleLbl="node1" presStyleIdx="2" presStyleCnt="3"/>
      <dgm:spPr/>
    </dgm:pt>
    <dgm:pt modelId="{401B4087-EB50-48FA-987E-99680B70C9CD}" type="pres">
      <dgm:prSet presAssocID="{A7C60F23-8492-4EE7-A067-13C835986EDF}" presName="childShape" presStyleCnt="0"/>
      <dgm:spPr/>
    </dgm:pt>
    <dgm:pt modelId="{08AAC628-BB65-4964-992D-63EE13E0B38E}" type="pres">
      <dgm:prSet presAssocID="{EC2C2891-F786-437A-B58C-C3F8293A2E8C}" presName="Name13" presStyleLbl="parChTrans1D2" presStyleIdx="3" presStyleCnt="5"/>
      <dgm:spPr/>
    </dgm:pt>
    <dgm:pt modelId="{5B385E9A-9739-42D5-80B3-81B5B3C2E3E3}" type="pres">
      <dgm:prSet presAssocID="{A41B5C8E-B74A-4D7D-98C2-3647BB63D035}" presName="childText" presStyleLbl="bgAcc1" presStyleIdx="3" presStyleCnt="5">
        <dgm:presLayoutVars>
          <dgm:bulletEnabled val="1"/>
        </dgm:presLayoutVars>
      </dgm:prSet>
      <dgm:spPr/>
    </dgm:pt>
    <dgm:pt modelId="{43BE9014-1EE0-4AE7-80EB-19B42179A878}" type="pres">
      <dgm:prSet presAssocID="{CBD19ED3-C917-43B8-BA19-DFCE8E7CCB27}" presName="Name13" presStyleLbl="parChTrans1D2" presStyleIdx="4" presStyleCnt="5"/>
      <dgm:spPr/>
    </dgm:pt>
    <dgm:pt modelId="{C88189A1-42E1-4179-B63F-139DD9E130D5}" type="pres">
      <dgm:prSet presAssocID="{0CFF40F0-83E6-4434-AC00-F2CE4B4ADF62}" presName="childText" presStyleLbl="bgAcc1" presStyleIdx="4" presStyleCnt="5">
        <dgm:presLayoutVars>
          <dgm:bulletEnabled val="1"/>
        </dgm:presLayoutVars>
      </dgm:prSet>
      <dgm:spPr/>
    </dgm:pt>
  </dgm:ptLst>
  <dgm:cxnLst>
    <dgm:cxn modelId="{7259FF05-F736-4713-B94C-729A65FB5F09}" srcId="{1AD4FE50-3674-4D2C-96E6-7E4F9CC0B3B9}" destId="{91129675-BD96-43AA-857D-9C42EF010ED9}" srcOrd="0" destOrd="0" parTransId="{BE2D26C2-58F2-42AC-93B8-FB1BF905488A}" sibTransId="{09D35D61-0727-4DAC-9F3B-EEDC7DDD123C}"/>
    <dgm:cxn modelId="{7A0C4109-4DB4-4ABE-B497-E2C9E92A8412}" type="presOf" srcId="{A7C60F23-8492-4EE7-A067-13C835986EDF}" destId="{8E27731E-54EB-488C-B1F5-86C065A9765F}" srcOrd="1" destOrd="0" presId="urn:microsoft.com/office/officeart/2005/8/layout/hierarchy3"/>
    <dgm:cxn modelId="{3644440D-C19A-43BA-BD52-E8E4ED7F147B}" type="presOf" srcId="{CBD19ED3-C917-43B8-BA19-DFCE8E7CCB27}" destId="{43BE9014-1EE0-4AE7-80EB-19B42179A878}" srcOrd="0" destOrd="0" presId="urn:microsoft.com/office/officeart/2005/8/layout/hierarchy3"/>
    <dgm:cxn modelId="{F5C1EB1A-8D8A-46E2-B600-01E0ACE14D8D}" srcId="{91129675-BD96-43AA-857D-9C42EF010ED9}" destId="{86649E6D-CC9E-4C06-92E5-9D3A16CC9C6D}" srcOrd="1" destOrd="0" parTransId="{F5F043ED-4B26-4156-B076-445CF7E1D084}" sibTransId="{80C35C62-2A4A-417F-8B21-840892EF2767}"/>
    <dgm:cxn modelId="{66988D2F-722D-4C7C-A4C9-222F70FC68D5}" type="presOf" srcId="{1AD4FE50-3674-4D2C-96E6-7E4F9CC0B3B9}" destId="{6818B0DA-C1CE-48C4-9F63-6FCC126566EB}" srcOrd="0" destOrd="0" presId="urn:microsoft.com/office/officeart/2005/8/layout/hierarchy3"/>
    <dgm:cxn modelId="{F639B263-339E-479A-AB35-83E68E873435}" type="presOf" srcId="{A7C60F23-8492-4EE7-A067-13C835986EDF}" destId="{4264F3B0-C9A2-4DE6-AAC8-F8B521AFCC6C}" srcOrd="0" destOrd="0" presId="urn:microsoft.com/office/officeart/2005/8/layout/hierarchy3"/>
    <dgm:cxn modelId="{459B3B45-1628-4721-BE44-DF58DB44C94F}" type="presOf" srcId="{0CFF40F0-83E6-4434-AC00-F2CE4B4ADF62}" destId="{C88189A1-42E1-4179-B63F-139DD9E130D5}" srcOrd="0" destOrd="0" presId="urn:microsoft.com/office/officeart/2005/8/layout/hierarchy3"/>
    <dgm:cxn modelId="{93CE3D45-F278-4B09-B46E-A788DF21F46D}" srcId="{CEDDC590-7710-48FB-824E-25320DE8E24A}" destId="{A55CA3DC-2FBB-40B4-9D4B-E7B4DDB824B3}" srcOrd="0" destOrd="0" parTransId="{1999695A-088D-48EE-90B1-417F8B95B241}" sibTransId="{857CCD14-82B3-4B94-964E-7FA10C072D74}"/>
    <dgm:cxn modelId="{0CEFA949-B5E5-479B-BA34-62E58B94CB60}" type="presOf" srcId="{91129675-BD96-43AA-857D-9C42EF010ED9}" destId="{CAEF9612-F15E-402B-8186-B8638F872551}" srcOrd="0" destOrd="0" presId="urn:microsoft.com/office/officeart/2005/8/layout/hierarchy3"/>
    <dgm:cxn modelId="{B8F6E476-E481-48FB-8BC5-955A8CB8601C}" srcId="{91129675-BD96-43AA-857D-9C42EF010ED9}" destId="{7860DABE-6DAC-477D-B7DC-FAD7DF59DCFC}" srcOrd="0" destOrd="0" parTransId="{AAFAC773-0F8F-444D-A9D5-12EB63EEA249}" sibTransId="{3BF75ADB-BD3C-442B-8712-EBA278F9E755}"/>
    <dgm:cxn modelId="{EB7CD181-746C-4642-B9A2-C2F263C31066}" type="presOf" srcId="{1999695A-088D-48EE-90B1-417F8B95B241}" destId="{262E778A-62E0-4746-BEC6-6997F9D39569}" srcOrd="0" destOrd="0" presId="urn:microsoft.com/office/officeart/2005/8/layout/hierarchy3"/>
    <dgm:cxn modelId="{74DB3087-5422-4595-815A-8EB8DFE577AD}" type="presOf" srcId="{A55CA3DC-2FBB-40B4-9D4B-E7B4DDB824B3}" destId="{B3287F57-F6FA-4DD2-AC2D-C0F16E8AFE5D}" srcOrd="0" destOrd="0" presId="urn:microsoft.com/office/officeart/2005/8/layout/hierarchy3"/>
    <dgm:cxn modelId="{AC13118C-51AA-419D-B273-345AE6FF4006}" type="presOf" srcId="{7860DABE-6DAC-477D-B7DC-FAD7DF59DCFC}" destId="{38D078D4-99C2-46DA-B47A-D187752831AB}" srcOrd="0" destOrd="0" presId="urn:microsoft.com/office/officeart/2005/8/layout/hierarchy3"/>
    <dgm:cxn modelId="{CB18E38D-17DC-4D1C-866B-1CCF659B8E16}" srcId="{1AD4FE50-3674-4D2C-96E6-7E4F9CC0B3B9}" destId="{A7C60F23-8492-4EE7-A067-13C835986EDF}" srcOrd="2" destOrd="0" parTransId="{ED1EA932-3012-4BC2-9495-FB86F614E16F}" sibTransId="{68EF0BB5-2060-47C0-8E3F-E332887D1316}"/>
    <dgm:cxn modelId="{4DDCA48E-C72E-476D-A2F5-9DB52FB6EE81}" type="presOf" srcId="{86649E6D-CC9E-4C06-92E5-9D3A16CC9C6D}" destId="{8B6BE09C-8BF5-4DA4-A932-1DB40B323140}" srcOrd="0" destOrd="0" presId="urn:microsoft.com/office/officeart/2005/8/layout/hierarchy3"/>
    <dgm:cxn modelId="{5B37328F-42E1-4451-9721-EC036F15772A}" srcId="{A7C60F23-8492-4EE7-A067-13C835986EDF}" destId="{A41B5C8E-B74A-4D7D-98C2-3647BB63D035}" srcOrd="0" destOrd="0" parTransId="{EC2C2891-F786-437A-B58C-C3F8293A2E8C}" sibTransId="{E1CE336C-E95E-4218-AAA8-339DF2D41106}"/>
    <dgm:cxn modelId="{A9050990-E1B5-4F92-8EA2-BCBF66794E35}" type="presOf" srcId="{AAFAC773-0F8F-444D-A9D5-12EB63EEA249}" destId="{1CEB6E14-7FC9-439A-92DF-48F18228DFA5}" srcOrd="0" destOrd="0" presId="urn:microsoft.com/office/officeart/2005/8/layout/hierarchy3"/>
    <dgm:cxn modelId="{2F7ED89D-DC80-4E01-8EEF-BB4210B258D2}" type="presOf" srcId="{91129675-BD96-43AA-857D-9C42EF010ED9}" destId="{C90ACB79-2A3C-44CD-BC55-9544718C87BC}" srcOrd="1" destOrd="0" presId="urn:microsoft.com/office/officeart/2005/8/layout/hierarchy3"/>
    <dgm:cxn modelId="{F036A6A3-1C42-4497-AB9B-C8825EC160FB}" type="presOf" srcId="{F5F043ED-4B26-4156-B076-445CF7E1D084}" destId="{10BF1974-8AB2-4229-908E-ACB4C7B4AC39}" srcOrd="0" destOrd="0" presId="urn:microsoft.com/office/officeart/2005/8/layout/hierarchy3"/>
    <dgm:cxn modelId="{CC13D7A3-3B1C-4762-A847-C93CFE10CA4F}" type="presOf" srcId="{A41B5C8E-B74A-4D7D-98C2-3647BB63D035}" destId="{5B385E9A-9739-42D5-80B3-81B5B3C2E3E3}" srcOrd="0" destOrd="0" presId="urn:microsoft.com/office/officeart/2005/8/layout/hierarchy3"/>
    <dgm:cxn modelId="{F2DCDFB1-D2A3-41CA-AC0D-C264ED40093C}" srcId="{1AD4FE50-3674-4D2C-96E6-7E4F9CC0B3B9}" destId="{CEDDC590-7710-48FB-824E-25320DE8E24A}" srcOrd="1" destOrd="0" parTransId="{57E5115B-35AB-48E2-9AF1-0A532575DFCC}" sibTransId="{E087780C-2AB2-468A-83C4-9D328BB07DB6}"/>
    <dgm:cxn modelId="{5E74DABF-7A86-4432-8DF4-17AD8B8675CC}" type="presOf" srcId="{EC2C2891-F786-437A-B58C-C3F8293A2E8C}" destId="{08AAC628-BB65-4964-992D-63EE13E0B38E}" srcOrd="0" destOrd="0" presId="urn:microsoft.com/office/officeart/2005/8/layout/hierarchy3"/>
    <dgm:cxn modelId="{60B1AFC0-CC3E-41CB-88DE-0309FFF14400}" type="presOf" srcId="{CEDDC590-7710-48FB-824E-25320DE8E24A}" destId="{BE0E552A-903D-499B-85EF-7F821725729D}" srcOrd="0" destOrd="0" presId="urn:microsoft.com/office/officeart/2005/8/layout/hierarchy3"/>
    <dgm:cxn modelId="{A742BCC7-482F-45E5-96D0-54EFB652D1C1}" srcId="{A7C60F23-8492-4EE7-A067-13C835986EDF}" destId="{0CFF40F0-83E6-4434-AC00-F2CE4B4ADF62}" srcOrd="1" destOrd="0" parTransId="{CBD19ED3-C917-43B8-BA19-DFCE8E7CCB27}" sibTransId="{1AD86407-9BCC-4A63-A615-7D6381EB1678}"/>
    <dgm:cxn modelId="{6B5FFBED-4824-4A3C-BA13-43B45406A775}" type="presOf" srcId="{CEDDC590-7710-48FB-824E-25320DE8E24A}" destId="{5BDD2183-B064-40D9-B058-799ABCB0126E}" srcOrd="1" destOrd="0" presId="urn:microsoft.com/office/officeart/2005/8/layout/hierarchy3"/>
    <dgm:cxn modelId="{F12DEB1C-0A99-4006-85EC-4DB810A984BA}" type="presParOf" srcId="{6818B0DA-C1CE-48C4-9F63-6FCC126566EB}" destId="{4B0EDB1F-FCC5-403A-9201-6EB0AC540C7C}" srcOrd="0" destOrd="0" presId="urn:microsoft.com/office/officeart/2005/8/layout/hierarchy3"/>
    <dgm:cxn modelId="{B3F62EFA-F10A-44C2-B12B-1AE44C14B2E7}" type="presParOf" srcId="{4B0EDB1F-FCC5-403A-9201-6EB0AC540C7C}" destId="{788D62BE-FDFB-4796-8F0F-69250F43C2A7}" srcOrd="0" destOrd="0" presId="urn:microsoft.com/office/officeart/2005/8/layout/hierarchy3"/>
    <dgm:cxn modelId="{9A61EC76-26D4-4D0A-8665-CCEA37D4BE2F}" type="presParOf" srcId="{788D62BE-FDFB-4796-8F0F-69250F43C2A7}" destId="{CAEF9612-F15E-402B-8186-B8638F872551}" srcOrd="0" destOrd="0" presId="urn:microsoft.com/office/officeart/2005/8/layout/hierarchy3"/>
    <dgm:cxn modelId="{CF28BBB8-445E-4600-BBC6-F610F1E7F67E}" type="presParOf" srcId="{788D62BE-FDFB-4796-8F0F-69250F43C2A7}" destId="{C90ACB79-2A3C-44CD-BC55-9544718C87BC}" srcOrd="1" destOrd="0" presId="urn:microsoft.com/office/officeart/2005/8/layout/hierarchy3"/>
    <dgm:cxn modelId="{FCD6F41D-A4E4-4C59-8D93-DB93A58D7A0F}" type="presParOf" srcId="{4B0EDB1F-FCC5-403A-9201-6EB0AC540C7C}" destId="{F1163BDA-B614-433D-B72E-5EC7B2CF4793}" srcOrd="1" destOrd="0" presId="urn:microsoft.com/office/officeart/2005/8/layout/hierarchy3"/>
    <dgm:cxn modelId="{E952FFC2-E480-475B-B6AF-B50C55DA951B}" type="presParOf" srcId="{F1163BDA-B614-433D-B72E-5EC7B2CF4793}" destId="{1CEB6E14-7FC9-439A-92DF-48F18228DFA5}" srcOrd="0" destOrd="0" presId="urn:microsoft.com/office/officeart/2005/8/layout/hierarchy3"/>
    <dgm:cxn modelId="{5C60F2EE-5FDC-44BD-B91A-D2F69FAC25BC}" type="presParOf" srcId="{F1163BDA-B614-433D-B72E-5EC7B2CF4793}" destId="{38D078D4-99C2-46DA-B47A-D187752831AB}" srcOrd="1" destOrd="0" presId="urn:microsoft.com/office/officeart/2005/8/layout/hierarchy3"/>
    <dgm:cxn modelId="{C5F88EBE-60AC-487D-B48E-756452D0431A}" type="presParOf" srcId="{F1163BDA-B614-433D-B72E-5EC7B2CF4793}" destId="{10BF1974-8AB2-4229-908E-ACB4C7B4AC39}" srcOrd="2" destOrd="0" presId="urn:microsoft.com/office/officeart/2005/8/layout/hierarchy3"/>
    <dgm:cxn modelId="{E3CBDDAF-0010-4FC4-86EF-5E291005B104}" type="presParOf" srcId="{F1163BDA-B614-433D-B72E-5EC7B2CF4793}" destId="{8B6BE09C-8BF5-4DA4-A932-1DB40B323140}" srcOrd="3" destOrd="0" presId="urn:microsoft.com/office/officeart/2005/8/layout/hierarchy3"/>
    <dgm:cxn modelId="{E0013B0A-B0F6-45F9-B4DF-9F816E78FB3B}" type="presParOf" srcId="{6818B0DA-C1CE-48C4-9F63-6FCC126566EB}" destId="{A290A384-DBE3-47E6-9825-8CEA60B4DD65}" srcOrd="1" destOrd="0" presId="urn:microsoft.com/office/officeart/2005/8/layout/hierarchy3"/>
    <dgm:cxn modelId="{D2D1A679-C69B-4C28-9B9E-57947EDDC95E}" type="presParOf" srcId="{A290A384-DBE3-47E6-9825-8CEA60B4DD65}" destId="{593484B6-75B5-4C95-94A0-8B11EEDDE921}" srcOrd="0" destOrd="0" presId="urn:microsoft.com/office/officeart/2005/8/layout/hierarchy3"/>
    <dgm:cxn modelId="{611ECF52-6C63-459F-AEA6-752ED7AAE365}" type="presParOf" srcId="{593484B6-75B5-4C95-94A0-8B11EEDDE921}" destId="{BE0E552A-903D-499B-85EF-7F821725729D}" srcOrd="0" destOrd="0" presId="urn:microsoft.com/office/officeart/2005/8/layout/hierarchy3"/>
    <dgm:cxn modelId="{66D33268-76FA-412F-A4DC-A30C884DD890}" type="presParOf" srcId="{593484B6-75B5-4C95-94A0-8B11EEDDE921}" destId="{5BDD2183-B064-40D9-B058-799ABCB0126E}" srcOrd="1" destOrd="0" presId="urn:microsoft.com/office/officeart/2005/8/layout/hierarchy3"/>
    <dgm:cxn modelId="{85E01DA9-B2C2-4A8B-A882-B2D228F7478B}" type="presParOf" srcId="{A290A384-DBE3-47E6-9825-8CEA60B4DD65}" destId="{C484E393-6DC9-4239-9FE2-AA15FA7091D2}" srcOrd="1" destOrd="0" presId="urn:microsoft.com/office/officeart/2005/8/layout/hierarchy3"/>
    <dgm:cxn modelId="{BF2DFDDF-0568-4EA1-86B4-627345640AC9}" type="presParOf" srcId="{C484E393-6DC9-4239-9FE2-AA15FA7091D2}" destId="{262E778A-62E0-4746-BEC6-6997F9D39569}" srcOrd="0" destOrd="0" presId="urn:microsoft.com/office/officeart/2005/8/layout/hierarchy3"/>
    <dgm:cxn modelId="{FBB04098-FCDA-4F7C-9793-97DA064E1CD0}" type="presParOf" srcId="{C484E393-6DC9-4239-9FE2-AA15FA7091D2}" destId="{B3287F57-F6FA-4DD2-AC2D-C0F16E8AFE5D}" srcOrd="1" destOrd="0" presId="urn:microsoft.com/office/officeart/2005/8/layout/hierarchy3"/>
    <dgm:cxn modelId="{C94F0E3D-1BAB-43D3-947C-FB4D7440452C}" type="presParOf" srcId="{6818B0DA-C1CE-48C4-9F63-6FCC126566EB}" destId="{EFE6BE24-DBD3-47BA-89B6-F04E647998D5}" srcOrd="2" destOrd="0" presId="urn:microsoft.com/office/officeart/2005/8/layout/hierarchy3"/>
    <dgm:cxn modelId="{7529B31D-CD2A-4F79-BCA0-723DE1BACE96}" type="presParOf" srcId="{EFE6BE24-DBD3-47BA-89B6-F04E647998D5}" destId="{3882C85A-482C-4BC8-BB94-668E00206A57}" srcOrd="0" destOrd="0" presId="urn:microsoft.com/office/officeart/2005/8/layout/hierarchy3"/>
    <dgm:cxn modelId="{65235626-2BFD-4A1D-AE3E-8E9F274A0266}" type="presParOf" srcId="{3882C85A-482C-4BC8-BB94-668E00206A57}" destId="{4264F3B0-C9A2-4DE6-AAC8-F8B521AFCC6C}" srcOrd="0" destOrd="0" presId="urn:microsoft.com/office/officeart/2005/8/layout/hierarchy3"/>
    <dgm:cxn modelId="{C42EA085-461B-4D2F-835C-84390E298F0D}" type="presParOf" srcId="{3882C85A-482C-4BC8-BB94-668E00206A57}" destId="{8E27731E-54EB-488C-B1F5-86C065A9765F}" srcOrd="1" destOrd="0" presId="urn:microsoft.com/office/officeart/2005/8/layout/hierarchy3"/>
    <dgm:cxn modelId="{E73CA958-3E4A-4259-BDCF-9F7169F488C6}" type="presParOf" srcId="{EFE6BE24-DBD3-47BA-89B6-F04E647998D5}" destId="{401B4087-EB50-48FA-987E-99680B70C9CD}" srcOrd="1" destOrd="0" presId="urn:microsoft.com/office/officeart/2005/8/layout/hierarchy3"/>
    <dgm:cxn modelId="{0728C5C5-CB12-458B-A950-9087D9201AA9}" type="presParOf" srcId="{401B4087-EB50-48FA-987E-99680B70C9CD}" destId="{08AAC628-BB65-4964-992D-63EE13E0B38E}" srcOrd="0" destOrd="0" presId="urn:microsoft.com/office/officeart/2005/8/layout/hierarchy3"/>
    <dgm:cxn modelId="{171BDF53-47D3-4E33-9882-69CB0939955A}" type="presParOf" srcId="{401B4087-EB50-48FA-987E-99680B70C9CD}" destId="{5B385E9A-9739-42D5-80B3-81B5B3C2E3E3}" srcOrd="1" destOrd="0" presId="urn:microsoft.com/office/officeart/2005/8/layout/hierarchy3"/>
    <dgm:cxn modelId="{27F2C47C-C4A7-4F70-8324-8AD93613E0C8}" type="presParOf" srcId="{401B4087-EB50-48FA-987E-99680B70C9CD}" destId="{43BE9014-1EE0-4AE7-80EB-19B42179A878}" srcOrd="2" destOrd="0" presId="urn:microsoft.com/office/officeart/2005/8/layout/hierarchy3"/>
    <dgm:cxn modelId="{0C1AF06D-98DD-4BD7-81FA-932ACB48ADBE}" type="presParOf" srcId="{401B4087-EB50-48FA-987E-99680B70C9CD}" destId="{C88189A1-42E1-4179-B63F-139DD9E130D5}"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79543E3-793B-437B-955E-BE22ED8B6DE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fr-FR"/>
        </a:p>
      </dgm:t>
    </dgm:pt>
    <dgm:pt modelId="{2EB54631-64F2-48FA-A06D-2479FB629B26}">
      <dgm:prSet/>
      <dgm:spPr/>
      <dgm:t>
        <a:bodyPr/>
        <a:lstStyle/>
        <a:p>
          <a:r>
            <a:rPr lang="fr-FR" dirty="0"/>
            <a:t>Les ressources humaines</a:t>
          </a:r>
        </a:p>
      </dgm:t>
    </dgm:pt>
    <dgm:pt modelId="{3A2A1940-98D7-4A58-B8CE-B012C3A4DFD4}" type="parTrans" cxnId="{B1251EBF-7D70-4E3F-83FD-387D7BE6E140}">
      <dgm:prSet/>
      <dgm:spPr/>
      <dgm:t>
        <a:bodyPr/>
        <a:lstStyle/>
        <a:p>
          <a:endParaRPr lang="fr-FR"/>
        </a:p>
      </dgm:t>
    </dgm:pt>
    <dgm:pt modelId="{161E4697-26BD-4559-A66D-BBF8DB39B827}" type="sibTrans" cxnId="{B1251EBF-7D70-4E3F-83FD-387D7BE6E140}">
      <dgm:prSet/>
      <dgm:spPr/>
      <dgm:t>
        <a:bodyPr/>
        <a:lstStyle/>
        <a:p>
          <a:endParaRPr lang="fr-FR"/>
        </a:p>
      </dgm:t>
    </dgm:pt>
    <dgm:pt modelId="{E8C04176-5F82-4850-81C7-38249B718C30}">
      <dgm:prSet/>
      <dgm:spPr/>
      <dgm:t>
        <a:bodyPr/>
        <a:lstStyle/>
        <a:p>
          <a:r>
            <a:rPr lang="fr-FR" dirty="0"/>
            <a:t>Les ressources physiques ou matérielles</a:t>
          </a:r>
        </a:p>
      </dgm:t>
    </dgm:pt>
    <dgm:pt modelId="{D2DF36AE-F0EF-4B37-B971-EFCD2FDF8CD1}" type="parTrans" cxnId="{9A2BD336-A921-4413-AB34-BAFE76FE0280}">
      <dgm:prSet/>
      <dgm:spPr/>
      <dgm:t>
        <a:bodyPr/>
        <a:lstStyle/>
        <a:p>
          <a:endParaRPr lang="fr-FR"/>
        </a:p>
      </dgm:t>
    </dgm:pt>
    <dgm:pt modelId="{2C506099-BD86-4C03-B504-36040D201A1F}" type="sibTrans" cxnId="{9A2BD336-A921-4413-AB34-BAFE76FE0280}">
      <dgm:prSet/>
      <dgm:spPr/>
      <dgm:t>
        <a:bodyPr/>
        <a:lstStyle/>
        <a:p>
          <a:endParaRPr lang="fr-FR"/>
        </a:p>
      </dgm:t>
    </dgm:pt>
    <dgm:pt modelId="{351013E0-D16F-40F8-AEA6-2F1761478CD6}">
      <dgm:prSet/>
      <dgm:spPr/>
      <dgm:t>
        <a:bodyPr/>
        <a:lstStyle/>
        <a:p>
          <a:r>
            <a:rPr lang="fr-FR" dirty="0"/>
            <a:t>Les ressources financières</a:t>
          </a:r>
        </a:p>
      </dgm:t>
    </dgm:pt>
    <dgm:pt modelId="{DF6E5410-BBA6-475F-BC06-A41F65800209}" type="parTrans" cxnId="{BA9B3138-360C-44AA-8168-482642D2E6EE}">
      <dgm:prSet/>
      <dgm:spPr/>
      <dgm:t>
        <a:bodyPr/>
        <a:lstStyle/>
        <a:p>
          <a:endParaRPr lang="fr-FR"/>
        </a:p>
      </dgm:t>
    </dgm:pt>
    <dgm:pt modelId="{E2A0B857-78D1-4D07-8AC9-AECE3B705B4A}" type="sibTrans" cxnId="{BA9B3138-360C-44AA-8168-482642D2E6EE}">
      <dgm:prSet/>
      <dgm:spPr/>
      <dgm:t>
        <a:bodyPr/>
        <a:lstStyle/>
        <a:p>
          <a:endParaRPr lang="fr-FR"/>
        </a:p>
      </dgm:t>
    </dgm:pt>
    <dgm:pt modelId="{89E61C79-98EF-44D8-B033-0DF6838F6E76}">
      <dgm:prSet/>
      <dgm:spPr/>
      <dgm:t>
        <a:bodyPr/>
        <a:lstStyle/>
        <a:p>
          <a:r>
            <a:rPr lang="fr-FR" dirty="0"/>
            <a:t>Les ressources immatérielles</a:t>
          </a:r>
        </a:p>
      </dgm:t>
    </dgm:pt>
    <dgm:pt modelId="{F255DE3C-9D71-4ABD-B0EF-6B8CC7762BE8}" type="parTrans" cxnId="{4B25D563-C41D-4FC5-8750-D175FCBCCD8D}">
      <dgm:prSet/>
      <dgm:spPr/>
      <dgm:t>
        <a:bodyPr/>
        <a:lstStyle/>
        <a:p>
          <a:endParaRPr lang="fr-FR"/>
        </a:p>
      </dgm:t>
    </dgm:pt>
    <dgm:pt modelId="{D72DC5D3-CDC8-41D8-89A6-41FB0F35A203}" type="sibTrans" cxnId="{4B25D563-C41D-4FC5-8750-D175FCBCCD8D}">
      <dgm:prSet/>
      <dgm:spPr/>
      <dgm:t>
        <a:bodyPr/>
        <a:lstStyle/>
        <a:p>
          <a:endParaRPr lang="fr-FR"/>
        </a:p>
      </dgm:t>
    </dgm:pt>
    <dgm:pt modelId="{96B6B3BC-124A-4EDA-81B0-ADD5AFCA223D}" type="pres">
      <dgm:prSet presAssocID="{A79543E3-793B-437B-955E-BE22ED8B6DE3}" presName="linear" presStyleCnt="0">
        <dgm:presLayoutVars>
          <dgm:dir/>
          <dgm:animLvl val="lvl"/>
          <dgm:resizeHandles val="exact"/>
        </dgm:presLayoutVars>
      </dgm:prSet>
      <dgm:spPr/>
    </dgm:pt>
    <dgm:pt modelId="{ACCFA8A8-EF4D-45BE-9E7F-69A52369DC84}" type="pres">
      <dgm:prSet presAssocID="{2EB54631-64F2-48FA-A06D-2479FB629B26}" presName="parentLin" presStyleCnt="0"/>
      <dgm:spPr/>
    </dgm:pt>
    <dgm:pt modelId="{80F66DD3-E22D-4086-96D0-71FBEBD08720}" type="pres">
      <dgm:prSet presAssocID="{2EB54631-64F2-48FA-A06D-2479FB629B26}" presName="parentLeftMargin" presStyleLbl="node1" presStyleIdx="0" presStyleCnt="4"/>
      <dgm:spPr/>
    </dgm:pt>
    <dgm:pt modelId="{DCEEC9B4-E3A4-4ED6-983E-E95D60C6B98B}" type="pres">
      <dgm:prSet presAssocID="{2EB54631-64F2-48FA-A06D-2479FB629B26}" presName="parentText" presStyleLbl="node1" presStyleIdx="0" presStyleCnt="4">
        <dgm:presLayoutVars>
          <dgm:chMax val="0"/>
          <dgm:bulletEnabled val="1"/>
        </dgm:presLayoutVars>
      </dgm:prSet>
      <dgm:spPr/>
    </dgm:pt>
    <dgm:pt modelId="{74888FC3-F295-4948-B9C0-1C44441F5E2B}" type="pres">
      <dgm:prSet presAssocID="{2EB54631-64F2-48FA-A06D-2479FB629B26}" presName="negativeSpace" presStyleCnt="0"/>
      <dgm:spPr/>
    </dgm:pt>
    <dgm:pt modelId="{837D1F9F-E20F-4F25-A4AB-245FE514EC6E}" type="pres">
      <dgm:prSet presAssocID="{2EB54631-64F2-48FA-A06D-2479FB629B26}" presName="childText" presStyleLbl="conFgAcc1" presStyleIdx="0" presStyleCnt="4">
        <dgm:presLayoutVars>
          <dgm:bulletEnabled val="1"/>
        </dgm:presLayoutVars>
      </dgm:prSet>
      <dgm:spPr/>
    </dgm:pt>
    <dgm:pt modelId="{84F62887-F658-47D8-ACD2-614B893E4DBA}" type="pres">
      <dgm:prSet presAssocID="{161E4697-26BD-4559-A66D-BBF8DB39B827}" presName="spaceBetweenRectangles" presStyleCnt="0"/>
      <dgm:spPr/>
    </dgm:pt>
    <dgm:pt modelId="{33EA3967-26EC-48D8-9E24-9EFEF2C9774A}" type="pres">
      <dgm:prSet presAssocID="{E8C04176-5F82-4850-81C7-38249B718C30}" presName="parentLin" presStyleCnt="0"/>
      <dgm:spPr/>
    </dgm:pt>
    <dgm:pt modelId="{5483B53E-3029-478F-AB30-F66D6844CDA3}" type="pres">
      <dgm:prSet presAssocID="{E8C04176-5F82-4850-81C7-38249B718C30}" presName="parentLeftMargin" presStyleLbl="node1" presStyleIdx="0" presStyleCnt="4"/>
      <dgm:spPr/>
    </dgm:pt>
    <dgm:pt modelId="{0C92535A-9178-40C8-A307-E0A25C490D03}" type="pres">
      <dgm:prSet presAssocID="{E8C04176-5F82-4850-81C7-38249B718C30}" presName="parentText" presStyleLbl="node1" presStyleIdx="1" presStyleCnt="4">
        <dgm:presLayoutVars>
          <dgm:chMax val="0"/>
          <dgm:bulletEnabled val="1"/>
        </dgm:presLayoutVars>
      </dgm:prSet>
      <dgm:spPr/>
    </dgm:pt>
    <dgm:pt modelId="{9EC2605B-E8FF-4850-968E-D121FDD2C7A0}" type="pres">
      <dgm:prSet presAssocID="{E8C04176-5F82-4850-81C7-38249B718C30}" presName="negativeSpace" presStyleCnt="0"/>
      <dgm:spPr/>
    </dgm:pt>
    <dgm:pt modelId="{DE4DCF84-AB65-4774-900C-EA68E0703D11}" type="pres">
      <dgm:prSet presAssocID="{E8C04176-5F82-4850-81C7-38249B718C30}" presName="childText" presStyleLbl="conFgAcc1" presStyleIdx="1" presStyleCnt="4">
        <dgm:presLayoutVars>
          <dgm:bulletEnabled val="1"/>
        </dgm:presLayoutVars>
      </dgm:prSet>
      <dgm:spPr/>
    </dgm:pt>
    <dgm:pt modelId="{D5DE3765-8BF1-4052-9391-14208CE2A63A}" type="pres">
      <dgm:prSet presAssocID="{2C506099-BD86-4C03-B504-36040D201A1F}" presName="spaceBetweenRectangles" presStyleCnt="0"/>
      <dgm:spPr/>
    </dgm:pt>
    <dgm:pt modelId="{A7BD6E96-FACE-4938-B9EF-FEE673B47770}" type="pres">
      <dgm:prSet presAssocID="{351013E0-D16F-40F8-AEA6-2F1761478CD6}" presName="parentLin" presStyleCnt="0"/>
      <dgm:spPr/>
    </dgm:pt>
    <dgm:pt modelId="{58398A41-B79F-482A-81CB-E7A7F3F00EC9}" type="pres">
      <dgm:prSet presAssocID="{351013E0-D16F-40F8-AEA6-2F1761478CD6}" presName="parentLeftMargin" presStyleLbl="node1" presStyleIdx="1" presStyleCnt="4"/>
      <dgm:spPr/>
    </dgm:pt>
    <dgm:pt modelId="{B5A11B10-C5D7-49E2-B618-949B55B80589}" type="pres">
      <dgm:prSet presAssocID="{351013E0-D16F-40F8-AEA6-2F1761478CD6}" presName="parentText" presStyleLbl="node1" presStyleIdx="2" presStyleCnt="4">
        <dgm:presLayoutVars>
          <dgm:chMax val="0"/>
          <dgm:bulletEnabled val="1"/>
        </dgm:presLayoutVars>
      </dgm:prSet>
      <dgm:spPr/>
    </dgm:pt>
    <dgm:pt modelId="{2D732AA4-14B3-4D0C-83A5-F8EC1209C20C}" type="pres">
      <dgm:prSet presAssocID="{351013E0-D16F-40F8-AEA6-2F1761478CD6}" presName="negativeSpace" presStyleCnt="0"/>
      <dgm:spPr/>
    </dgm:pt>
    <dgm:pt modelId="{6B7F4163-94A7-416D-88E9-F48BE182D152}" type="pres">
      <dgm:prSet presAssocID="{351013E0-D16F-40F8-AEA6-2F1761478CD6}" presName="childText" presStyleLbl="conFgAcc1" presStyleIdx="2" presStyleCnt="4">
        <dgm:presLayoutVars>
          <dgm:bulletEnabled val="1"/>
        </dgm:presLayoutVars>
      </dgm:prSet>
      <dgm:spPr/>
    </dgm:pt>
    <dgm:pt modelId="{2615D5DB-EA65-4D9D-9EC6-A6C9C9454C22}" type="pres">
      <dgm:prSet presAssocID="{E2A0B857-78D1-4D07-8AC9-AECE3B705B4A}" presName="spaceBetweenRectangles" presStyleCnt="0"/>
      <dgm:spPr/>
    </dgm:pt>
    <dgm:pt modelId="{FA95B65B-FFBF-4CD0-8FB4-F6B42B4AE50C}" type="pres">
      <dgm:prSet presAssocID="{89E61C79-98EF-44D8-B033-0DF6838F6E76}" presName="parentLin" presStyleCnt="0"/>
      <dgm:spPr/>
    </dgm:pt>
    <dgm:pt modelId="{B997B782-1E04-4775-A39F-5B657B4203B1}" type="pres">
      <dgm:prSet presAssocID="{89E61C79-98EF-44D8-B033-0DF6838F6E76}" presName="parentLeftMargin" presStyleLbl="node1" presStyleIdx="2" presStyleCnt="4"/>
      <dgm:spPr/>
    </dgm:pt>
    <dgm:pt modelId="{86710671-44AC-434F-A10C-29D459BDD639}" type="pres">
      <dgm:prSet presAssocID="{89E61C79-98EF-44D8-B033-0DF6838F6E76}" presName="parentText" presStyleLbl="node1" presStyleIdx="3" presStyleCnt="4">
        <dgm:presLayoutVars>
          <dgm:chMax val="0"/>
          <dgm:bulletEnabled val="1"/>
        </dgm:presLayoutVars>
      </dgm:prSet>
      <dgm:spPr/>
    </dgm:pt>
    <dgm:pt modelId="{F1DD6545-1B19-4242-8AFD-E7D5A2266CF0}" type="pres">
      <dgm:prSet presAssocID="{89E61C79-98EF-44D8-B033-0DF6838F6E76}" presName="negativeSpace" presStyleCnt="0"/>
      <dgm:spPr/>
    </dgm:pt>
    <dgm:pt modelId="{EA633E13-1244-4608-9FB3-C32D4AFACC25}" type="pres">
      <dgm:prSet presAssocID="{89E61C79-98EF-44D8-B033-0DF6838F6E76}" presName="childText" presStyleLbl="conFgAcc1" presStyleIdx="3" presStyleCnt="4">
        <dgm:presLayoutVars>
          <dgm:bulletEnabled val="1"/>
        </dgm:presLayoutVars>
      </dgm:prSet>
      <dgm:spPr/>
    </dgm:pt>
  </dgm:ptLst>
  <dgm:cxnLst>
    <dgm:cxn modelId="{6CAAE631-8C4D-4F21-A71D-048AAB5843F8}" type="presOf" srcId="{351013E0-D16F-40F8-AEA6-2F1761478CD6}" destId="{B5A11B10-C5D7-49E2-B618-949B55B80589}" srcOrd="1" destOrd="0" presId="urn:microsoft.com/office/officeart/2005/8/layout/list1"/>
    <dgm:cxn modelId="{7519BA34-97D7-42C8-A5AD-DF367A67E7E4}" type="presOf" srcId="{A79543E3-793B-437B-955E-BE22ED8B6DE3}" destId="{96B6B3BC-124A-4EDA-81B0-ADD5AFCA223D}" srcOrd="0" destOrd="0" presId="urn:microsoft.com/office/officeart/2005/8/layout/list1"/>
    <dgm:cxn modelId="{9A2BD336-A921-4413-AB34-BAFE76FE0280}" srcId="{A79543E3-793B-437B-955E-BE22ED8B6DE3}" destId="{E8C04176-5F82-4850-81C7-38249B718C30}" srcOrd="1" destOrd="0" parTransId="{D2DF36AE-F0EF-4B37-B971-EFCD2FDF8CD1}" sibTransId="{2C506099-BD86-4C03-B504-36040D201A1F}"/>
    <dgm:cxn modelId="{BA9B3138-360C-44AA-8168-482642D2E6EE}" srcId="{A79543E3-793B-437B-955E-BE22ED8B6DE3}" destId="{351013E0-D16F-40F8-AEA6-2F1761478CD6}" srcOrd="2" destOrd="0" parTransId="{DF6E5410-BBA6-475F-BC06-A41F65800209}" sibTransId="{E2A0B857-78D1-4D07-8AC9-AECE3B705B4A}"/>
    <dgm:cxn modelId="{4B25D563-C41D-4FC5-8750-D175FCBCCD8D}" srcId="{A79543E3-793B-437B-955E-BE22ED8B6DE3}" destId="{89E61C79-98EF-44D8-B033-0DF6838F6E76}" srcOrd="3" destOrd="0" parTransId="{F255DE3C-9D71-4ABD-B0EF-6B8CC7762BE8}" sibTransId="{D72DC5D3-CDC8-41D8-89A6-41FB0F35A203}"/>
    <dgm:cxn modelId="{ADBC6649-059D-4638-BF23-1C30D2B23F02}" type="presOf" srcId="{2EB54631-64F2-48FA-A06D-2479FB629B26}" destId="{DCEEC9B4-E3A4-4ED6-983E-E95D60C6B98B}" srcOrd="1" destOrd="0" presId="urn:microsoft.com/office/officeart/2005/8/layout/list1"/>
    <dgm:cxn modelId="{2311BC72-BADB-406C-9318-D88FEED40E7B}" type="presOf" srcId="{E8C04176-5F82-4850-81C7-38249B718C30}" destId="{0C92535A-9178-40C8-A307-E0A25C490D03}" srcOrd="1" destOrd="0" presId="urn:microsoft.com/office/officeart/2005/8/layout/list1"/>
    <dgm:cxn modelId="{3C3DA174-38ED-410B-B8A0-F838D635FF8B}" type="presOf" srcId="{351013E0-D16F-40F8-AEA6-2F1761478CD6}" destId="{58398A41-B79F-482A-81CB-E7A7F3F00EC9}" srcOrd="0" destOrd="0" presId="urn:microsoft.com/office/officeart/2005/8/layout/list1"/>
    <dgm:cxn modelId="{B53BA05A-6AC4-4EDA-A402-C303BF61D4AF}" type="presOf" srcId="{89E61C79-98EF-44D8-B033-0DF6838F6E76}" destId="{86710671-44AC-434F-A10C-29D459BDD639}" srcOrd="1" destOrd="0" presId="urn:microsoft.com/office/officeart/2005/8/layout/list1"/>
    <dgm:cxn modelId="{B1251EBF-7D70-4E3F-83FD-387D7BE6E140}" srcId="{A79543E3-793B-437B-955E-BE22ED8B6DE3}" destId="{2EB54631-64F2-48FA-A06D-2479FB629B26}" srcOrd="0" destOrd="0" parTransId="{3A2A1940-98D7-4A58-B8CE-B012C3A4DFD4}" sibTransId="{161E4697-26BD-4559-A66D-BBF8DB39B827}"/>
    <dgm:cxn modelId="{B871FAC7-FE20-4C0D-938D-F87CB74C8079}" type="presOf" srcId="{E8C04176-5F82-4850-81C7-38249B718C30}" destId="{5483B53E-3029-478F-AB30-F66D6844CDA3}" srcOrd="0" destOrd="0" presId="urn:microsoft.com/office/officeart/2005/8/layout/list1"/>
    <dgm:cxn modelId="{B253FED8-73B0-44F9-8395-FC15F129C56E}" type="presOf" srcId="{2EB54631-64F2-48FA-A06D-2479FB629B26}" destId="{80F66DD3-E22D-4086-96D0-71FBEBD08720}" srcOrd="0" destOrd="0" presId="urn:microsoft.com/office/officeart/2005/8/layout/list1"/>
    <dgm:cxn modelId="{46CD21DD-3241-449C-AB46-BCAB944AE244}" type="presOf" srcId="{89E61C79-98EF-44D8-B033-0DF6838F6E76}" destId="{B997B782-1E04-4775-A39F-5B657B4203B1}" srcOrd="0" destOrd="0" presId="urn:microsoft.com/office/officeart/2005/8/layout/list1"/>
    <dgm:cxn modelId="{698138FE-6D45-448F-BB8C-A03DFB89D07E}" type="presParOf" srcId="{96B6B3BC-124A-4EDA-81B0-ADD5AFCA223D}" destId="{ACCFA8A8-EF4D-45BE-9E7F-69A52369DC84}" srcOrd="0" destOrd="0" presId="urn:microsoft.com/office/officeart/2005/8/layout/list1"/>
    <dgm:cxn modelId="{338D211E-B9F8-466E-8218-3AB54A61DA5F}" type="presParOf" srcId="{ACCFA8A8-EF4D-45BE-9E7F-69A52369DC84}" destId="{80F66DD3-E22D-4086-96D0-71FBEBD08720}" srcOrd="0" destOrd="0" presId="urn:microsoft.com/office/officeart/2005/8/layout/list1"/>
    <dgm:cxn modelId="{5A4F3A3D-726B-4686-908A-C5A5ADC0E769}" type="presParOf" srcId="{ACCFA8A8-EF4D-45BE-9E7F-69A52369DC84}" destId="{DCEEC9B4-E3A4-4ED6-983E-E95D60C6B98B}" srcOrd="1" destOrd="0" presId="urn:microsoft.com/office/officeart/2005/8/layout/list1"/>
    <dgm:cxn modelId="{2A259711-65ED-4312-A58C-53DC095FB190}" type="presParOf" srcId="{96B6B3BC-124A-4EDA-81B0-ADD5AFCA223D}" destId="{74888FC3-F295-4948-B9C0-1C44441F5E2B}" srcOrd="1" destOrd="0" presId="urn:microsoft.com/office/officeart/2005/8/layout/list1"/>
    <dgm:cxn modelId="{54CB3E89-1698-403B-A111-BCF4A1EADF40}" type="presParOf" srcId="{96B6B3BC-124A-4EDA-81B0-ADD5AFCA223D}" destId="{837D1F9F-E20F-4F25-A4AB-245FE514EC6E}" srcOrd="2" destOrd="0" presId="urn:microsoft.com/office/officeart/2005/8/layout/list1"/>
    <dgm:cxn modelId="{459D1239-6050-4B03-89F2-B98C1C5FDE5C}" type="presParOf" srcId="{96B6B3BC-124A-4EDA-81B0-ADD5AFCA223D}" destId="{84F62887-F658-47D8-ACD2-614B893E4DBA}" srcOrd="3" destOrd="0" presId="urn:microsoft.com/office/officeart/2005/8/layout/list1"/>
    <dgm:cxn modelId="{CDA57B4F-C671-4C04-9EBF-B3DB19CB5B67}" type="presParOf" srcId="{96B6B3BC-124A-4EDA-81B0-ADD5AFCA223D}" destId="{33EA3967-26EC-48D8-9E24-9EFEF2C9774A}" srcOrd="4" destOrd="0" presId="urn:microsoft.com/office/officeart/2005/8/layout/list1"/>
    <dgm:cxn modelId="{B87AA481-C9F5-4B61-823D-E4FE579A7E0B}" type="presParOf" srcId="{33EA3967-26EC-48D8-9E24-9EFEF2C9774A}" destId="{5483B53E-3029-478F-AB30-F66D6844CDA3}" srcOrd="0" destOrd="0" presId="urn:microsoft.com/office/officeart/2005/8/layout/list1"/>
    <dgm:cxn modelId="{9FAE1D49-D47C-4789-B12E-23383D76E43C}" type="presParOf" srcId="{33EA3967-26EC-48D8-9E24-9EFEF2C9774A}" destId="{0C92535A-9178-40C8-A307-E0A25C490D03}" srcOrd="1" destOrd="0" presId="urn:microsoft.com/office/officeart/2005/8/layout/list1"/>
    <dgm:cxn modelId="{59DE1790-0D9E-4BA4-8D6A-3EF249A1CB13}" type="presParOf" srcId="{96B6B3BC-124A-4EDA-81B0-ADD5AFCA223D}" destId="{9EC2605B-E8FF-4850-968E-D121FDD2C7A0}" srcOrd="5" destOrd="0" presId="urn:microsoft.com/office/officeart/2005/8/layout/list1"/>
    <dgm:cxn modelId="{71B210AE-E52B-4921-BA83-539CD4B3E2FC}" type="presParOf" srcId="{96B6B3BC-124A-4EDA-81B0-ADD5AFCA223D}" destId="{DE4DCF84-AB65-4774-900C-EA68E0703D11}" srcOrd="6" destOrd="0" presId="urn:microsoft.com/office/officeart/2005/8/layout/list1"/>
    <dgm:cxn modelId="{310FC1A1-F83D-4BB1-B8A3-472F212FE58C}" type="presParOf" srcId="{96B6B3BC-124A-4EDA-81B0-ADD5AFCA223D}" destId="{D5DE3765-8BF1-4052-9391-14208CE2A63A}" srcOrd="7" destOrd="0" presId="urn:microsoft.com/office/officeart/2005/8/layout/list1"/>
    <dgm:cxn modelId="{4DD48E78-FD14-4A12-BB19-A4CE68E8DBD3}" type="presParOf" srcId="{96B6B3BC-124A-4EDA-81B0-ADD5AFCA223D}" destId="{A7BD6E96-FACE-4938-B9EF-FEE673B47770}" srcOrd="8" destOrd="0" presId="urn:microsoft.com/office/officeart/2005/8/layout/list1"/>
    <dgm:cxn modelId="{61B5C42F-6C1B-4B0F-BCEB-A3D98E4B7C94}" type="presParOf" srcId="{A7BD6E96-FACE-4938-B9EF-FEE673B47770}" destId="{58398A41-B79F-482A-81CB-E7A7F3F00EC9}" srcOrd="0" destOrd="0" presId="urn:microsoft.com/office/officeart/2005/8/layout/list1"/>
    <dgm:cxn modelId="{E6CAF233-380C-429A-9E65-B65A7B7F01DA}" type="presParOf" srcId="{A7BD6E96-FACE-4938-B9EF-FEE673B47770}" destId="{B5A11B10-C5D7-49E2-B618-949B55B80589}" srcOrd="1" destOrd="0" presId="urn:microsoft.com/office/officeart/2005/8/layout/list1"/>
    <dgm:cxn modelId="{E5F38715-C571-43D0-BC00-562FEBFF0045}" type="presParOf" srcId="{96B6B3BC-124A-4EDA-81B0-ADD5AFCA223D}" destId="{2D732AA4-14B3-4D0C-83A5-F8EC1209C20C}" srcOrd="9" destOrd="0" presId="urn:microsoft.com/office/officeart/2005/8/layout/list1"/>
    <dgm:cxn modelId="{3162D3FE-3D83-4C83-B5FA-3FE7EB468E09}" type="presParOf" srcId="{96B6B3BC-124A-4EDA-81B0-ADD5AFCA223D}" destId="{6B7F4163-94A7-416D-88E9-F48BE182D152}" srcOrd="10" destOrd="0" presId="urn:microsoft.com/office/officeart/2005/8/layout/list1"/>
    <dgm:cxn modelId="{B7E203D2-8116-4981-A9A9-3C9BF438240A}" type="presParOf" srcId="{96B6B3BC-124A-4EDA-81B0-ADD5AFCA223D}" destId="{2615D5DB-EA65-4D9D-9EC6-A6C9C9454C22}" srcOrd="11" destOrd="0" presId="urn:microsoft.com/office/officeart/2005/8/layout/list1"/>
    <dgm:cxn modelId="{6EED79E9-6605-4C43-BA0B-1B8AA3F44924}" type="presParOf" srcId="{96B6B3BC-124A-4EDA-81B0-ADD5AFCA223D}" destId="{FA95B65B-FFBF-4CD0-8FB4-F6B42B4AE50C}" srcOrd="12" destOrd="0" presId="urn:microsoft.com/office/officeart/2005/8/layout/list1"/>
    <dgm:cxn modelId="{57B796DF-1506-4780-A948-467590D47514}" type="presParOf" srcId="{FA95B65B-FFBF-4CD0-8FB4-F6B42B4AE50C}" destId="{B997B782-1E04-4775-A39F-5B657B4203B1}" srcOrd="0" destOrd="0" presId="urn:microsoft.com/office/officeart/2005/8/layout/list1"/>
    <dgm:cxn modelId="{0AECF976-CDD2-4E5A-89F4-2910693DEC8F}" type="presParOf" srcId="{FA95B65B-FFBF-4CD0-8FB4-F6B42B4AE50C}" destId="{86710671-44AC-434F-A10C-29D459BDD639}" srcOrd="1" destOrd="0" presId="urn:microsoft.com/office/officeart/2005/8/layout/list1"/>
    <dgm:cxn modelId="{46B1D9E6-F20F-4359-A700-AECAE8E72357}" type="presParOf" srcId="{96B6B3BC-124A-4EDA-81B0-ADD5AFCA223D}" destId="{F1DD6545-1B19-4242-8AFD-E7D5A2266CF0}" srcOrd="13" destOrd="0" presId="urn:microsoft.com/office/officeart/2005/8/layout/list1"/>
    <dgm:cxn modelId="{308A71E1-DD42-454C-BFCA-C065BD0D879E}" type="presParOf" srcId="{96B6B3BC-124A-4EDA-81B0-ADD5AFCA223D}" destId="{EA633E13-1244-4608-9FB3-C32D4AFACC25}"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142671A-2A34-483C-A8AF-907EEB374EC3}"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fr-FR"/>
        </a:p>
      </dgm:t>
    </dgm:pt>
    <dgm:pt modelId="{E5E6F591-101D-4242-B8EC-36C2FB311AC8}">
      <dgm:prSet phldrT="[Texte]" custT="1"/>
      <dgm:spPr/>
      <dgm:t>
        <a:bodyPr/>
        <a:lstStyle/>
        <a:p>
          <a:r>
            <a:rPr lang="fr-FR" sz="2000" dirty="0"/>
            <a:t>Les ressources humaines</a:t>
          </a:r>
        </a:p>
      </dgm:t>
    </dgm:pt>
    <dgm:pt modelId="{C1282F23-4FFE-450D-9A77-A2FEDC06907D}" type="parTrans" cxnId="{CC91BBDF-0750-469A-B4C3-1D8F5890EE03}">
      <dgm:prSet/>
      <dgm:spPr/>
      <dgm:t>
        <a:bodyPr/>
        <a:lstStyle/>
        <a:p>
          <a:endParaRPr lang="fr-FR"/>
        </a:p>
      </dgm:t>
    </dgm:pt>
    <dgm:pt modelId="{04F30978-BD7F-4939-974C-7DD199FDBEEB}" type="sibTrans" cxnId="{CC91BBDF-0750-469A-B4C3-1D8F5890EE03}">
      <dgm:prSet/>
      <dgm:spPr/>
      <dgm:t>
        <a:bodyPr/>
        <a:lstStyle/>
        <a:p>
          <a:endParaRPr lang="fr-FR"/>
        </a:p>
      </dgm:t>
    </dgm:pt>
    <dgm:pt modelId="{0CFEFDD1-7179-4F43-B320-6D04573053B8}">
      <dgm:prSet phldrT="[Texte]" custT="1"/>
      <dgm:spPr/>
      <dgm:t>
        <a:bodyPr/>
        <a:lstStyle/>
        <a:p>
          <a:r>
            <a:rPr lang="fr-FR" sz="1600" dirty="0"/>
            <a:t>Chef de projet</a:t>
          </a:r>
        </a:p>
      </dgm:t>
    </dgm:pt>
    <dgm:pt modelId="{2527C9E3-1131-4345-B6FC-22DE8FBF8365}" type="parTrans" cxnId="{577CC3E2-00A2-479D-8C65-0496BA1D0C3E}">
      <dgm:prSet/>
      <dgm:spPr/>
      <dgm:t>
        <a:bodyPr/>
        <a:lstStyle/>
        <a:p>
          <a:endParaRPr lang="fr-FR"/>
        </a:p>
      </dgm:t>
    </dgm:pt>
    <dgm:pt modelId="{FD2BB3D8-9022-4E84-989C-06645F67856F}" type="sibTrans" cxnId="{577CC3E2-00A2-479D-8C65-0496BA1D0C3E}">
      <dgm:prSet/>
      <dgm:spPr/>
      <dgm:t>
        <a:bodyPr/>
        <a:lstStyle/>
        <a:p>
          <a:endParaRPr lang="fr-FR"/>
        </a:p>
      </dgm:t>
    </dgm:pt>
    <dgm:pt modelId="{CA5601D3-0CE6-489D-B5BB-0291B761C330}">
      <dgm:prSet phldrT="[Texte]" custT="1"/>
      <dgm:spPr/>
      <dgm:t>
        <a:bodyPr/>
        <a:lstStyle/>
        <a:p>
          <a:r>
            <a:rPr lang="fr-FR" sz="1600" dirty="0"/>
            <a:t>Équipe projet</a:t>
          </a:r>
        </a:p>
      </dgm:t>
    </dgm:pt>
    <dgm:pt modelId="{083B4478-181E-44BD-AA37-450975F9FD6E}" type="parTrans" cxnId="{F66FD239-A635-4FE5-9C9C-68F8D75309E9}">
      <dgm:prSet/>
      <dgm:spPr/>
      <dgm:t>
        <a:bodyPr/>
        <a:lstStyle/>
        <a:p>
          <a:endParaRPr lang="fr-FR"/>
        </a:p>
      </dgm:t>
    </dgm:pt>
    <dgm:pt modelId="{70B6D935-ED7B-4B0E-A792-3760E36E1744}" type="sibTrans" cxnId="{F66FD239-A635-4FE5-9C9C-68F8D75309E9}">
      <dgm:prSet/>
      <dgm:spPr/>
      <dgm:t>
        <a:bodyPr/>
        <a:lstStyle/>
        <a:p>
          <a:endParaRPr lang="fr-FR"/>
        </a:p>
      </dgm:t>
    </dgm:pt>
    <dgm:pt modelId="{FCF94ECB-9E20-48D2-B211-4C1B509E5FC6}">
      <dgm:prSet phldrT="[Texte]" custT="1"/>
      <dgm:spPr/>
      <dgm:t>
        <a:bodyPr/>
        <a:lstStyle/>
        <a:p>
          <a:r>
            <a:rPr lang="fr-FR" sz="2000" dirty="0"/>
            <a:t>Les ressources matérielles</a:t>
          </a:r>
        </a:p>
      </dgm:t>
    </dgm:pt>
    <dgm:pt modelId="{51EC6E75-DB8B-47A4-B0EA-54D04BA09194}" type="parTrans" cxnId="{3D4DEEF0-836B-42C7-9169-13C4D99F3D67}">
      <dgm:prSet/>
      <dgm:spPr/>
      <dgm:t>
        <a:bodyPr/>
        <a:lstStyle/>
        <a:p>
          <a:endParaRPr lang="fr-FR"/>
        </a:p>
      </dgm:t>
    </dgm:pt>
    <dgm:pt modelId="{DE0DD723-1113-4350-90B3-10767D361336}" type="sibTrans" cxnId="{3D4DEEF0-836B-42C7-9169-13C4D99F3D67}">
      <dgm:prSet/>
      <dgm:spPr/>
      <dgm:t>
        <a:bodyPr/>
        <a:lstStyle/>
        <a:p>
          <a:endParaRPr lang="fr-FR"/>
        </a:p>
      </dgm:t>
    </dgm:pt>
    <dgm:pt modelId="{C8FD1554-0FB0-485F-85AD-F433AE05A144}">
      <dgm:prSet phldrT="[Texte]" custT="1"/>
      <dgm:spPr/>
      <dgm:t>
        <a:bodyPr/>
        <a:lstStyle/>
        <a:p>
          <a:r>
            <a:rPr lang="fr-FR" sz="1600" dirty="0"/>
            <a:t> Lieux (salles, bâtiments, terrains, etc.),</a:t>
          </a:r>
        </a:p>
      </dgm:t>
    </dgm:pt>
    <dgm:pt modelId="{43556566-6A85-48D3-BC81-955295CB01A0}" type="parTrans" cxnId="{A75A5C28-60DC-413D-80DC-E79F18291756}">
      <dgm:prSet/>
      <dgm:spPr/>
      <dgm:t>
        <a:bodyPr/>
        <a:lstStyle/>
        <a:p>
          <a:endParaRPr lang="fr-FR"/>
        </a:p>
      </dgm:t>
    </dgm:pt>
    <dgm:pt modelId="{D133DB51-FC30-4950-85C0-23ED54AD0D2B}" type="sibTrans" cxnId="{A75A5C28-60DC-413D-80DC-E79F18291756}">
      <dgm:prSet/>
      <dgm:spPr/>
      <dgm:t>
        <a:bodyPr/>
        <a:lstStyle/>
        <a:p>
          <a:endParaRPr lang="fr-FR"/>
        </a:p>
      </dgm:t>
    </dgm:pt>
    <dgm:pt modelId="{21B5F453-8D58-4F3F-9A66-3C3972713DF5}">
      <dgm:prSet phldrT="[Texte]" custT="1"/>
      <dgm:spPr/>
      <dgm:t>
        <a:bodyPr/>
        <a:lstStyle/>
        <a:p>
          <a:r>
            <a:rPr lang="fr-FR" sz="2000" dirty="0"/>
            <a:t>Les ressources financières</a:t>
          </a:r>
        </a:p>
      </dgm:t>
    </dgm:pt>
    <dgm:pt modelId="{1356B41F-B8C6-4763-82EF-151E692FCF72}" type="parTrans" cxnId="{3A620A2A-4F96-4B31-9B58-7C7727DD2193}">
      <dgm:prSet/>
      <dgm:spPr/>
      <dgm:t>
        <a:bodyPr/>
        <a:lstStyle/>
        <a:p>
          <a:endParaRPr lang="fr-FR"/>
        </a:p>
      </dgm:t>
    </dgm:pt>
    <dgm:pt modelId="{0006CBB5-54BB-491A-A263-78AEC0128F5E}" type="sibTrans" cxnId="{3A620A2A-4F96-4B31-9B58-7C7727DD2193}">
      <dgm:prSet/>
      <dgm:spPr/>
      <dgm:t>
        <a:bodyPr/>
        <a:lstStyle/>
        <a:p>
          <a:endParaRPr lang="fr-FR"/>
        </a:p>
      </dgm:t>
    </dgm:pt>
    <dgm:pt modelId="{B2F688FF-903D-45FA-9906-53B22489A10C}">
      <dgm:prSet phldrT="[Texte]" custT="1"/>
      <dgm:spPr/>
      <dgm:t>
        <a:bodyPr/>
        <a:lstStyle/>
        <a:p>
          <a:r>
            <a:rPr lang="fr-FR" sz="1400" dirty="0"/>
            <a:t>Les salaires de tous les acteurs du projet</a:t>
          </a:r>
        </a:p>
      </dgm:t>
    </dgm:pt>
    <dgm:pt modelId="{7D3E5AA6-8D2F-4756-869F-244D5218F964}" type="parTrans" cxnId="{46CD950D-7149-48B4-B0BB-24927D0527F2}">
      <dgm:prSet/>
      <dgm:spPr/>
      <dgm:t>
        <a:bodyPr/>
        <a:lstStyle/>
        <a:p>
          <a:endParaRPr lang="fr-FR"/>
        </a:p>
      </dgm:t>
    </dgm:pt>
    <dgm:pt modelId="{A8022533-4358-4066-8975-8189D9CC44B0}" type="sibTrans" cxnId="{46CD950D-7149-48B4-B0BB-24927D0527F2}">
      <dgm:prSet/>
      <dgm:spPr/>
      <dgm:t>
        <a:bodyPr/>
        <a:lstStyle/>
        <a:p>
          <a:endParaRPr lang="fr-FR"/>
        </a:p>
      </dgm:t>
    </dgm:pt>
    <dgm:pt modelId="{1FB8F21B-F68F-4A0C-9821-E5C2A136D04B}">
      <dgm:prSet phldrT="[Texte]" custT="1"/>
      <dgm:spPr/>
      <dgm:t>
        <a:bodyPr/>
        <a:lstStyle/>
        <a:p>
          <a:r>
            <a:rPr lang="fr-FR" sz="2000" dirty="0"/>
            <a:t>Les ressources immatérielles</a:t>
          </a:r>
        </a:p>
      </dgm:t>
    </dgm:pt>
    <dgm:pt modelId="{39108E41-31A5-4987-8854-70C4B26DE41A}" type="parTrans" cxnId="{1880D2C6-002B-435E-8C8C-C500C5BF1985}">
      <dgm:prSet/>
      <dgm:spPr/>
      <dgm:t>
        <a:bodyPr/>
        <a:lstStyle/>
        <a:p>
          <a:endParaRPr lang="fr-FR"/>
        </a:p>
      </dgm:t>
    </dgm:pt>
    <dgm:pt modelId="{C64C7969-F756-4919-85F1-77DFC13B6026}" type="sibTrans" cxnId="{1880D2C6-002B-435E-8C8C-C500C5BF1985}">
      <dgm:prSet/>
      <dgm:spPr/>
      <dgm:t>
        <a:bodyPr/>
        <a:lstStyle/>
        <a:p>
          <a:endParaRPr lang="fr-FR"/>
        </a:p>
      </dgm:t>
    </dgm:pt>
    <dgm:pt modelId="{8BA1587E-7339-4CAB-82AF-4238C42AF4E5}">
      <dgm:prSet custT="1"/>
      <dgm:spPr/>
      <dgm:t>
        <a:bodyPr/>
        <a:lstStyle/>
        <a:p>
          <a:r>
            <a:rPr lang="fr-FR" sz="1400" dirty="0"/>
            <a:t>L’achat et la location de ressources matérielles</a:t>
          </a:r>
        </a:p>
      </dgm:t>
    </dgm:pt>
    <dgm:pt modelId="{B74693BB-5325-497D-9940-6DD043F66C60}" type="parTrans" cxnId="{89277C20-4BF7-4BA0-AA64-98E41D9566D9}">
      <dgm:prSet/>
      <dgm:spPr/>
      <dgm:t>
        <a:bodyPr/>
        <a:lstStyle/>
        <a:p>
          <a:endParaRPr lang="fr-FR"/>
        </a:p>
      </dgm:t>
    </dgm:pt>
    <dgm:pt modelId="{961D5AD8-4B5F-453E-A2C6-ACAF5B23079D}" type="sibTrans" cxnId="{89277C20-4BF7-4BA0-AA64-98E41D9566D9}">
      <dgm:prSet/>
      <dgm:spPr/>
      <dgm:t>
        <a:bodyPr/>
        <a:lstStyle/>
        <a:p>
          <a:endParaRPr lang="fr-FR"/>
        </a:p>
      </dgm:t>
    </dgm:pt>
    <dgm:pt modelId="{9379AF8F-8C11-4A6F-8409-819CE6822EDA}">
      <dgm:prSet custT="1"/>
      <dgm:spPr/>
      <dgm:t>
        <a:bodyPr/>
        <a:lstStyle/>
        <a:p>
          <a:r>
            <a:rPr lang="fr-FR" sz="1400" dirty="0"/>
            <a:t>Les frais de fonctionnement</a:t>
          </a:r>
        </a:p>
      </dgm:t>
    </dgm:pt>
    <dgm:pt modelId="{15F2661F-CCBF-4ECB-88AC-4D074AED1BAD}" type="parTrans" cxnId="{F8C17056-3625-4898-9345-B48F46A8D0B3}">
      <dgm:prSet/>
      <dgm:spPr/>
      <dgm:t>
        <a:bodyPr/>
        <a:lstStyle/>
        <a:p>
          <a:endParaRPr lang="fr-FR"/>
        </a:p>
      </dgm:t>
    </dgm:pt>
    <dgm:pt modelId="{060B67FA-BB1F-432E-98BD-CE3DD737B57E}" type="sibTrans" cxnId="{F8C17056-3625-4898-9345-B48F46A8D0B3}">
      <dgm:prSet/>
      <dgm:spPr/>
      <dgm:t>
        <a:bodyPr/>
        <a:lstStyle/>
        <a:p>
          <a:endParaRPr lang="fr-FR"/>
        </a:p>
      </dgm:t>
    </dgm:pt>
    <dgm:pt modelId="{F9BD7BEE-FEE3-45B8-B329-D7B99F4D91B4}">
      <dgm:prSet custT="1"/>
      <dgm:spPr/>
      <dgm:t>
        <a:bodyPr/>
        <a:lstStyle/>
        <a:p>
          <a:r>
            <a:rPr lang="fr-FR" sz="1400" dirty="0"/>
            <a:t>Les éventuels frais de déplacement</a:t>
          </a:r>
        </a:p>
      </dgm:t>
    </dgm:pt>
    <dgm:pt modelId="{92933C6C-E528-40A2-86CB-C0270B4C099D}" type="parTrans" cxnId="{A938F379-436A-4CC5-91DE-A5DB89B9E82C}">
      <dgm:prSet/>
      <dgm:spPr/>
      <dgm:t>
        <a:bodyPr/>
        <a:lstStyle/>
        <a:p>
          <a:endParaRPr lang="fr-FR"/>
        </a:p>
      </dgm:t>
    </dgm:pt>
    <dgm:pt modelId="{0A68B369-E180-4CCC-A058-BE71B99F68B3}" type="sibTrans" cxnId="{A938F379-436A-4CC5-91DE-A5DB89B9E82C}">
      <dgm:prSet/>
      <dgm:spPr/>
      <dgm:t>
        <a:bodyPr/>
        <a:lstStyle/>
        <a:p>
          <a:endParaRPr lang="fr-FR"/>
        </a:p>
      </dgm:t>
    </dgm:pt>
    <dgm:pt modelId="{25AA8631-D346-45A3-ADD2-5CDA2CA4E4F8}">
      <dgm:prSet phldrT="[Texte]" custT="1"/>
      <dgm:spPr/>
      <dgm:t>
        <a:bodyPr/>
        <a:lstStyle/>
        <a:p>
          <a:r>
            <a:rPr lang="fr-FR" sz="1600" dirty="0"/>
            <a:t>Prestataires </a:t>
          </a:r>
        </a:p>
      </dgm:t>
    </dgm:pt>
    <dgm:pt modelId="{319A5149-CDBD-473E-A97C-923D640B9945}" type="parTrans" cxnId="{34D1089E-1D6A-4DD4-B290-40404BCC8ADD}">
      <dgm:prSet/>
      <dgm:spPr/>
      <dgm:t>
        <a:bodyPr/>
        <a:lstStyle/>
        <a:p>
          <a:endParaRPr lang="fr-FR"/>
        </a:p>
      </dgm:t>
    </dgm:pt>
    <dgm:pt modelId="{88615B43-733A-41F2-B2DB-3B99C65E17AC}" type="sibTrans" cxnId="{34D1089E-1D6A-4DD4-B290-40404BCC8ADD}">
      <dgm:prSet/>
      <dgm:spPr/>
      <dgm:t>
        <a:bodyPr/>
        <a:lstStyle/>
        <a:p>
          <a:endParaRPr lang="fr-FR"/>
        </a:p>
      </dgm:t>
    </dgm:pt>
    <dgm:pt modelId="{8B62BA91-E152-44BF-9EBB-71E7B58CF95E}">
      <dgm:prSet phldrT="[Texte]" custT="1"/>
      <dgm:spPr/>
      <dgm:t>
        <a:bodyPr/>
        <a:lstStyle/>
        <a:p>
          <a:r>
            <a:rPr lang="fr-FR" sz="1600" dirty="0"/>
            <a:t>Consultants </a:t>
          </a:r>
        </a:p>
      </dgm:t>
    </dgm:pt>
    <dgm:pt modelId="{F3769BDC-1287-4D76-AB6F-B0DE1B22AE0B}" type="parTrans" cxnId="{46603690-805E-47CA-AC9D-0DA9EABA9C5B}">
      <dgm:prSet/>
      <dgm:spPr/>
      <dgm:t>
        <a:bodyPr/>
        <a:lstStyle/>
        <a:p>
          <a:endParaRPr lang="fr-FR"/>
        </a:p>
      </dgm:t>
    </dgm:pt>
    <dgm:pt modelId="{479F64C1-6585-4789-9C78-E4E4F2ADFC31}" type="sibTrans" cxnId="{46603690-805E-47CA-AC9D-0DA9EABA9C5B}">
      <dgm:prSet/>
      <dgm:spPr/>
      <dgm:t>
        <a:bodyPr/>
        <a:lstStyle/>
        <a:p>
          <a:endParaRPr lang="fr-FR"/>
        </a:p>
      </dgm:t>
    </dgm:pt>
    <dgm:pt modelId="{1B4D5800-67AC-46EA-B618-C67AA79723A0}">
      <dgm:prSet phldrT="[Texte]" custT="1"/>
      <dgm:spPr/>
      <dgm:t>
        <a:bodyPr/>
        <a:lstStyle/>
        <a:p>
          <a:r>
            <a:rPr lang="fr-FR" sz="1600" dirty="0"/>
            <a:t> Matériels et équipements (ordinateurs, téléphone, etc.), </a:t>
          </a:r>
        </a:p>
      </dgm:t>
    </dgm:pt>
    <dgm:pt modelId="{76EFC43B-0E73-4C13-AD0E-22C6A0F37437}" type="parTrans" cxnId="{B9E46B1F-36E1-4EE3-BD53-D508803E0B08}">
      <dgm:prSet/>
      <dgm:spPr/>
      <dgm:t>
        <a:bodyPr/>
        <a:lstStyle/>
        <a:p>
          <a:endParaRPr lang="fr-FR"/>
        </a:p>
      </dgm:t>
    </dgm:pt>
    <dgm:pt modelId="{EC345E0F-9133-4477-9792-C13C35C3B6D7}" type="sibTrans" cxnId="{B9E46B1F-36E1-4EE3-BD53-D508803E0B08}">
      <dgm:prSet/>
      <dgm:spPr/>
      <dgm:t>
        <a:bodyPr/>
        <a:lstStyle/>
        <a:p>
          <a:endParaRPr lang="fr-FR"/>
        </a:p>
      </dgm:t>
    </dgm:pt>
    <dgm:pt modelId="{2A742EFE-C353-42B5-8E2D-1536AF14CE6F}">
      <dgm:prSet phldrT="[Texte]" custT="1"/>
      <dgm:spPr/>
      <dgm:t>
        <a:bodyPr/>
        <a:lstStyle/>
        <a:p>
          <a:r>
            <a:rPr lang="fr-FR" sz="1600" dirty="0"/>
            <a:t> Outils, machines, matériaux.</a:t>
          </a:r>
        </a:p>
      </dgm:t>
    </dgm:pt>
    <dgm:pt modelId="{0BCC34EA-0433-4E49-A066-2069745A2E11}" type="parTrans" cxnId="{3067FB1F-67D9-4805-AA4D-1F083459F410}">
      <dgm:prSet/>
      <dgm:spPr/>
      <dgm:t>
        <a:bodyPr/>
        <a:lstStyle/>
        <a:p>
          <a:endParaRPr lang="fr-FR"/>
        </a:p>
      </dgm:t>
    </dgm:pt>
    <dgm:pt modelId="{AE57B13D-6EE5-4AE5-A7D7-065662C4636D}" type="sibTrans" cxnId="{3067FB1F-67D9-4805-AA4D-1F083459F410}">
      <dgm:prSet/>
      <dgm:spPr/>
      <dgm:t>
        <a:bodyPr/>
        <a:lstStyle/>
        <a:p>
          <a:endParaRPr lang="fr-FR"/>
        </a:p>
      </dgm:t>
    </dgm:pt>
    <dgm:pt modelId="{AA3369CC-1323-4F68-B0F1-CAC1C08E176C}">
      <dgm:prSet phldrT="[Texte]" custT="1"/>
      <dgm:spPr/>
      <dgm:t>
        <a:bodyPr/>
        <a:lstStyle/>
        <a:p>
          <a:r>
            <a:rPr lang="fr-FR" sz="1800" dirty="0"/>
            <a:t>Compétences</a:t>
          </a:r>
        </a:p>
      </dgm:t>
    </dgm:pt>
    <dgm:pt modelId="{EE9C4A92-DA8B-4C31-B76F-0F61027B7DED}" type="parTrans" cxnId="{E290FB16-113B-436E-BA97-EDAEFFE3DFA7}">
      <dgm:prSet/>
      <dgm:spPr/>
      <dgm:t>
        <a:bodyPr/>
        <a:lstStyle/>
        <a:p>
          <a:endParaRPr lang="fr-FR"/>
        </a:p>
      </dgm:t>
    </dgm:pt>
    <dgm:pt modelId="{A17B24FB-B3F8-4A67-B89E-6B7E8DE76E81}" type="sibTrans" cxnId="{E290FB16-113B-436E-BA97-EDAEFFE3DFA7}">
      <dgm:prSet/>
      <dgm:spPr/>
      <dgm:t>
        <a:bodyPr/>
        <a:lstStyle/>
        <a:p>
          <a:endParaRPr lang="fr-FR"/>
        </a:p>
      </dgm:t>
    </dgm:pt>
    <dgm:pt modelId="{9DD39BC7-1DCF-4502-987D-799378F1AA72}">
      <dgm:prSet phldrT="[Texte]" custT="1"/>
      <dgm:spPr/>
      <dgm:t>
        <a:bodyPr/>
        <a:lstStyle/>
        <a:p>
          <a:r>
            <a:rPr lang="fr-FR" sz="1800" dirty="0"/>
            <a:t>Brevets </a:t>
          </a:r>
        </a:p>
      </dgm:t>
    </dgm:pt>
    <dgm:pt modelId="{E0281C65-833C-4D25-BBB0-7B6390FFFA6A}" type="parTrans" cxnId="{2FBB6777-043C-4251-92C9-500D76DE0ED7}">
      <dgm:prSet/>
      <dgm:spPr/>
      <dgm:t>
        <a:bodyPr/>
        <a:lstStyle/>
        <a:p>
          <a:endParaRPr lang="fr-FR"/>
        </a:p>
      </dgm:t>
    </dgm:pt>
    <dgm:pt modelId="{095511C8-76EC-45E1-9CC1-21A869CFA897}" type="sibTrans" cxnId="{2FBB6777-043C-4251-92C9-500D76DE0ED7}">
      <dgm:prSet/>
      <dgm:spPr/>
      <dgm:t>
        <a:bodyPr/>
        <a:lstStyle/>
        <a:p>
          <a:endParaRPr lang="fr-FR"/>
        </a:p>
      </dgm:t>
    </dgm:pt>
    <dgm:pt modelId="{DA0F93A6-8457-417C-9F93-46F7F5324F78}">
      <dgm:prSet phldrT="[Texte]" custT="1"/>
      <dgm:spPr/>
      <dgm:t>
        <a:bodyPr/>
        <a:lstStyle/>
        <a:p>
          <a:r>
            <a:rPr lang="fr-FR" sz="1800" dirty="0"/>
            <a:t>Logiciels, </a:t>
          </a:r>
          <a:r>
            <a:rPr lang="fr-FR" sz="1800" dirty="0" err="1"/>
            <a:t>etc</a:t>
          </a:r>
          <a:endParaRPr lang="fr-FR" sz="2100" dirty="0"/>
        </a:p>
      </dgm:t>
    </dgm:pt>
    <dgm:pt modelId="{3183CFE6-9D57-422E-A8CE-7A95251A6633}" type="parTrans" cxnId="{BA2A0F25-2BB8-449F-9502-72E363AAD4F3}">
      <dgm:prSet/>
      <dgm:spPr/>
      <dgm:t>
        <a:bodyPr/>
        <a:lstStyle/>
        <a:p>
          <a:endParaRPr lang="fr-FR"/>
        </a:p>
      </dgm:t>
    </dgm:pt>
    <dgm:pt modelId="{7F51173A-C7DA-4D63-8457-172019723663}" type="sibTrans" cxnId="{BA2A0F25-2BB8-449F-9502-72E363AAD4F3}">
      <dgm:prSet/>
      <dgm:spPr/>
      <dgm:t>
        <a:bodyPr/>
        <a:lstStyle/>
        <a:p>
          <a:endParaRPr lang="fr-FR"/>
        </a:p>
      </dgm:t>
    </dgm:pt>
    <dgm:pt modelId="{BD5870D2-460A-4478-A82A-E71D300EECBC}" type="pres">
      <dgm:prSet presAssocID="{3142671A-2A34-483C-A8AF-907EEB374EC3}" presName="theList" presStyleCnt="0">
        <dgm:presLayoutVars>
          <dgm:dir/>
          <dgm:animLvl val="lvl"/>
          <dgm:resizeHandles val="exact"/>
        </dgm:presLayoutVars>
      </dgm:prSet>
      <dgm:spPr/>
    </dgm:pt>
    <dgm:pt modelId="{6D9D7ED1-216A-4BB9-B766-E089D27733C0}" type="pres">
      <dgm:prSet presAssocID="{E5E6F591-101D-4242-B8EC-36C2FB311AC8}" presName="compNode" presStyleCnt="0"/>
      <dgm:spPr/>
    </dgm:pt>
    <dgm:pt modelId="{C8415897-0668-4A7D-92EB-2B57415F4195}" type="pres">
      <dgm:prSet presAssocID="{E5E6F591-101D-4242-B8EC-36C2FB311AC8}" presName="aNode" presStyleLbl="bgShp" presStyleIdx="0" presStyleCnt="4"/>
      <dgm:spPr/>
    </dgm:pt>
    <dgm:pt modelId="{98DBA8D6-3DBE-4834-AFD1-DD7009E10ADD}" type="pres">
      <dgm:prSet presAssocID="{E5E6F591-101D-4242-B8EC-36C2FB311AC8}" presName="textNode" presStyleLbl="bgShp" presStyleIdx="0" presStyleCnt="4"/>
      <dgm:spPr/>
    </dgm:pt>
    <dgm:pt modelId="{E9438E99-94D4-4A39-9AAF-7CBC58A18F77}" type="pres">
      <dgm:prSet presAssocID="{E5E6F591-101D-4242-B8EC-36C2FB311AC8}" presName="compChildNode" presStyleCnt="0"/>
      <dgm:spPr/>
    </dgm:pt>
    <dgm:pt modelId="{7BBA0112-1A13-4523-A4DF-DA79F5CC2A0D}" type="pres">
      <dgm:prSet presAssocID="{E5E6F591-101D-4242-B8EC-36C2FB311AC8}" presName="theInnerList" presStyleCnt="0"/>
      <dgm:spPr/>
    </dgm:pt>
    <dgm:pt modelId="{7053085F-6AF4-433C-86B6-39CEBBB36E98}" type="pres">
      <dgm:prSet presAssocID="{0CFEFDD1-7179-4F43-B320-6D04573053B8}" presName="childNode" presStyleLbl="node1" presStyleIdx="0" presStyleCnt="14">
        <dgm:presLayoutVars>
          <dgm:bulletEnabled val="1"/>
        </dgm:presLayoutVars>
      </dgm:prSet>
      <dgm:spPr/>
    </dgm:pt>
    <dgm:pt modelId="{98ABEEFC-C90D-4B9D-9511-19FE660E7765}" type="pres">
      <dgm:prSet presAssocID="{0CFEFDD1-7179-4F43-B320-6D04573053B8}" presName="aSpace2" presStyleCnt="0"/>
      <dgm:spPr/>
    </dgm:pt>
    <dgm:pt modelId="{5FCE387D-9CD7-43D6-BEE8-96F6FC39CF0D}" type="pres">
      <dgm:prSet presAssocID="{CA5601D3-0CE6-489D-B5BB-0291B761C330}" presName="childNode" presStyleLbl="node1" presStyleIdx="1" presStyleCnt="14">
        <dgm:presLayoutVars>
          <dgm:bulletEnabled val="1"/>
        </dgm:presLayoutVars>
      </dgm:prSet>
      <dgm:spPr/>
    </dgm:pt>
    <dgm:pt modelId="{1213D9C9-7FCC-49B9-AF9A-537772516F96}" type="pres">
      <dgm:prSet presAssocID="{CA5601D3-0CE6-489D-B5BB-0291B761C330}" presName="aSpace2" presStyleCnt="0"/>
      <dgm:spPr/>
    </dgm:pt>
    <dgm:pt modelId="{F087DFA5-AA9B-49C2-8F65-7CB0744D5702}" type="pres">
      <dgm:prSet presAssocID="{25AA8631-D346-45A3-ADD2-5CDA2CA4E4F8}" presName="childNode" presStyleLbl="node1" presStyleIdx="2" presStyleCnt="14">
        <dgm:presLayoutVars>
          <dgm:bulletEnabled val="1"/>
        </dgm:presLayoutVars>
      </dgm:prSet>
      <dgm:spPr/>
    </dgm:pt>
    <dgm:pt modelId="{44410CB7-4701-4FAB-9405-9BF99F9B9EEE}" type="pres">
      <dgm:prSet presAssocID="{25AA8631-D346-45A3-ADD2-5CDA2CA4E4F8}" presName="aSpace2" presStyleCnt="0"/>
      <dgm:spPr/>
    </dgm:pt>
    <dgm:pt modelId="{24D90DDB-A270-4AEE-955D-81833C71F19D}" type="pres">
      <dgm:prSet presAssocID="{8B62BA91-E152-44BF-9EBB-71E7B58CF95E}" presName="childNode" presStyleLbl="node1" presStyleIdx="3" presStyleCnt="14">
        <dgm:presLayoutVars>
          <dgm:bulletEnabled val="1"/>
        </dgm:presLayoutVars>
      </dgm:prSet>
      <dgm:spPr/>
    </dgm:pt>
    <dgm:pt modelId="{D19769A2-5A83-4D2D-86C6-B7FD10CDBAFD}" type="pres">
      <dgm:prSet presAssocID="{E5E6F591-101D-4242-B8EC-36C2FB311AC8}" presName="aSpace" presStyleCnt="0"/>
      <dgm:spPr/>
    </dgm:pt>
    <dgm:pt modelId="{D87DC408-C22F-4C40-B861-5840FCFDF324}" type="pres">
      <dgm:prSet presAssocID="{FCF94ECB-9E20-48D2-B211-4C1B509E5FC6}" presName="compNode" presStyleCnt="0"/>
      <dgm:spPr/>
    </dgm:pt>
    <dgm:pt modelId="{46A0F140-1D85-406E-9DD7-782E3E312826}" type="pres">
      <dgm:prSet presAssocID="{FCF94ECB-9E20-48D2-B211-4C1B509E5FC6}" presName="aNode" presStyleLbl="bgShp" presStyleIdx="1" presStyleCnt="4"/>
      <dgm:spPr/>
    </dgm:pt>
    <dgm:pt modelId="{4C364674-9B0F-4A82-9952-A9E57FA982F6}" type="pres">
      <dgm:prSet presAssocID="{FCF94ECB-9E20-48D2-B211-4C1B509E5FC6}" presName="textNode" presStyleLbl="bgShp" presStyleIdx="1" presStyleCnt="4"/>
      <dgm:spPr/>
    </dgm:pt>
    <dgm:pt modelId="{AEF191D2-B974-4CFF-AFC5-9EE2E85A40D7}" type="pres">
      <dgm:prSet presAssocID="{FCF94ECB-9E20-48D2-B211-4C1B509E5FC6}" presName="compChildNode" presStyleCnt="0"/>
      <dgm:spPr/>
    </dgm:pt>
    <dgm:pt modelId="{6A469340-CFE8-406D-AB66-069FC40938D5}" type="pres">
      <dgm:prSet presAssocID="{FCF94ECB-9E20-48D2-B211-4C1B509E5FC6}" presName="theInnerList" presStyleCnt="0"/>
      <dgm:spPr/>
    </dgm:pt>
    <dgm:pt modelId="{AC812E7D-FB41-49A2-BA7D-B95EE5773006}" type="pres">
      <dgm:prSet presAssocID="{C8FD1554-0FB0-485F-85AD-F433AE05A144}" presName="childNode" presStyleLbl="node1" presStyleIdx="4" presStyleCnt="14">
        <dgm:presLayoutVars>
          <dgm:bulletEnabled val="1"/>
        </dgm:presLayoutVars>
      </dgm:prSet>
      <dgm:spPr/>
    </dgm:pt>
    <dgm:pt modelId="{88FA57C1-2C8F-4EB3-87D8-42087818ECED}" type="pres">
      <dgm:prSet presAssocID="{C8FD1554-0FB0-485F-85AD-F433AE05A144}" presName="aSpace2" presStyleCnt="0"/>
      <dgm:spPr/>
    </dgm:pt>
    <dgm:pt modelId="{0EE4A3C5-93EB-4DBD-8699-D3BE72FB6C3B}" type="pres">
      <dgm:prSet presAssocID="{1B4D5800-67AC-46EA-B618-C67AA79723A0}" presName="childNode" presStyleLbl="node1" presStyleIdx="5" presStyleCnt="14">
        <dgm:presLayoutVars>
          <dgm:bulletEnabled val="1"/>
        </dgm:presLayoutVars>
      </dgm:prSet>
      <dgm:spPr/>
    </dgm:pt>
    <dgm:pt modelId="{A6F925DB-4414-4921-A5A3-DDCFAB628969}" type="pres">
      <dgm:prSet presAssocID="{1B4D5800-67AC-46EA-B618-C67AA79723A0}" presName="aSpace2" presStyleCnt="0"/>
      <dgm:spPr/>
    </dgm:pt>
    <dgm:pt modelId="{192B3AB8-6D9A-4D4B-8B01-F90FD7FDA893}" type="pres">
      <dgm:prSet presAssocID="{2A742EFE-C353-42B5-8E2D-1536AF14CE6F}" presName="childNode" presStyleLbl="node1" presStyleIdx="6" presStyleCnt="14">
        <dgm:presLayoutVars>
          <dgm:bulletEnabled val="1"/>
        </dgm:presLayoutVars>
      </dgm:prSet>
      <dgm:spPr/>
    </dgm:pt>
    <dgm:pt modelId="{5280CCA2-B4B3-4607-AF55-B94EC7D58988}" type="pres">
      <dgm:prSet presAssocID="{FCF94ECB-9E20-48D2-B211-4C1B509E5FC6}" presName="aSpace" presStyleCnt="0"/>
      <dgm:spPr/>
    </dgm:pt>
    <dgm:pt modelId="{61B176EC-E415-4D85-AE03-C01FA0585B62}" type="pres">
      <dgm:prSet presAssocID="{21B5F453-8D58-4F3F-9A66-3C3972713DF5}" presName="compNode" presStyleCnt="0"/>
      <dgm:spPr/>
    </dgm:pt>
    <dgm:pt modelId="{A4DBA095-0CB5-473C-8BFA-66271AAF06C1}" type="pres">
      <dgm:prSet presAssocID="{21B5F453-8D58-4F3F-9A66-3C3972713DF5}" presName="aNode" presStyleLbl="bgShp" presStyleIdx="2" presStyleCnt="4"/>
      <dgm:spPr/>
    </dgm:pt>
    <dgm:pt modelId="{AF173ADB-A2F5-4D23-BBDB-E531C0991018}" type="pres">
      <dgm:prSet presAssocID="{21B5F453-8D58-4F3F-9A66-3C3972713DF5}" presName="textNode" presStyleLbl="bgShp" presStyleIdx="2" presStyleCnt="4"/>
      <dgm:spPr/>
    </dgm:pt>
    <dgm:pt modelId="{CFAD4A27-5E57-4D0D-9269-8A0AA2C9E3E7}" type="pres">
      <dgm:prSet presAssocID="{21B5F453-8D58-4F3F-9A66-3C3972713DF5}" presName="compChildNode" presStyleCnt="0"/>
      <dgm:spPr/>
    </dgm:pt>
    <dgm:pt modelId="{E389E40A-0A38-408B-AAFB-7D210C65D705}" type="pres">
      <dgm:prSet presAssocID="{21B5F453-8D58-4F3F-9A66-3C3972713DF5}" presName="theInnerList" presStyleCnt="0"/>
      <dgm:spPr/>
    </dgm:pt>
    <dgm:pt modelId="{66B5BB72-350D-48C5-8008-B224B5236A01}" type="pres">
      <dgm:prSet presAssocID="{B2F688FF-903D-45FA-9906-53B22489A10C}" presName="childNode" presStyleLbl="node1" presStyleIdx="7" presStyleCnt="14">
        <dgm:presLayoutVars>
          <dgm:bulletEnabled val="1"/>
        </dgm:presLayoutVars>
      </dgm:prSet>
      <dgm:spPr/>
    </dgm:pt>
    <dgm:pt modelId="{9DE9CC40-221A-455A-BDB9-A88908A4C884}" type="pres">
      <dgm:prSet presAssocID="{B2F688FF-903D-45FA-9906-53B22489A10C}" presName="aSpace2" presStyleCnt="0"/>
      <dgm:spPr/>
    </dgm:pt>
    <dgm:pt modelId="{73FCC7A6-58E5-4150-865E-D4ED822E25B2}" type="pres">
      <dgm:prSet presAssocID="{8BA1587E-7339-4CAB-82AF-4238C42AF4E5}" presName="childNode" presStyleLbl="node1" presStyleIdx="8" presStyleCnt="14">
        <dgm:presLayoutVars>
          <dgm:bulletEnabled val="1"/>
        </dgm:presLayoutVars>
      </dgm:prSet>
      <dgm:spPr/>
    </dgm:pt>
    <dgm:pt modelId="{A852331C-7335-4EE6-ABA7-1E3A877663F1}" type="pres">
      <dgm:prSet presAssocID="{8BA1587E-7339-4CAB-82AF-4238C42AF4E5}" presName="aSpace2" presStyleCnt="0"/>
      <dgm:spPr/>
    </dgm:pt>
    <dgm:pt modelId="{335FEFED-0C55-4F75-9BBD-610D1F2460BE}" type="pres">
      <dgm:prSet presAssocID="{9379AF8F-8C11-4A6F-8409-819CE6822EDA}" presName="childNode" presStyleLbl="node1" presStyleIdx="9" presStyleCnt="14">
        <dgm:presLayoutVars>
          <dgm:bulletEnabled val="1"/>
        </dgm:presLayoutVars>
      </dgm:prSet>
      <dgm:spPr/>
    </dgm:pt>
    <dgm:pt modelId="{A0A20E3F-21F9-428A-9FC6-BB0D17D53D1A}" type="pres">
      <dgm:prSet presAssocID="{9379AF8F-8C11-4A6F-8409-819CE6822EDA}" presName="aSpace2" presStyleCnt="0"/>
      <dgm:spPr/>
    </dgm:pt>
    <dgm:pt modelId="{AF703FC0-93F8-4FE8-9657-1A63E882B80B}" type="pres">
      <dgm:prSet presAssocID="{F9BD7BEE-FEE3-45B8-B329-D7B99F4D91B4}" presName="childNode" presStyleLbl="node1" presStyleIdx="10" presStyleCnt="14">
        <dgm:presLayoutVars>
          <dgm:bulletEnabled val="1"/>
        </dgm:presLayoutVars>
      </dgm:prSet>
      <dgm:spPr/>
    </dgm:pt>
    <dgm:pt modelId="{89961C18-33ED-436C-9ED0-6FA4B6C3C8F5}" type="pres">
      <dgm:prSet presAssocID="{21B5F453-8D58-4F3F-9A66-3C3972713DF5}" presName="aSpace" presStyleCnt="0"/>
      <dgm:spPr/>
    </dgm:pt>
    <dgm:pt modelId="{5260ADEC-28C7-4D81-B0F6-349EB5A69562}" type="pres">
      <dgm:prSet presAssocID="{1FB8F21B-F68F-4A0C-9821-E5C2A136D04B}" presName="compNode" presStyleCnt="0"/>
      <dgm:spPr/>
    </dgm:pt>
    <dgm:pt modelId="{D111DCBB-360D-40C6-975D-A54FEF1B74E8}" type="pres">
      <dgm:prSet presAssocID="{1FB8F21B-F68F-4A0C-9821-E5C2A136D04B}" presName="aNode" presStyleLbl="bgShp" presStyleIdx="3" presStyleCnt="4"/>
      <dgm:spPr/>
    </dgm:pt>
    <dgm:pt modelId="{819EA4AE-9801-4316-BFA0-A09F153FCFE4}" type="pres">
      <dgm:prSet presAssocID="{1FB8F21B-F68F-4A0C-9821-E5C2A136D04B}" presName="textNode" presStyleLbl="bgShp" presStyleIdx="3" presStyleCnt="4"/>
      <dgm:spPr/>
    </dgm:pt>
    <dgm:pt modelId="{FE1A4694-F643-4806-8A29-424CD93BBB5A}" type="pres">
      <dgm:prSet presAssocID="{1FB8F21B-F68F-4A0C-9821-E5C2A136D04B}" presName="compChildNode" presStyleCnt="0"/>
      <dgm:spPr/>
    </dgm:pt>
    <dgm:pt modelId="{6E2BAEBF-CB4C-4F8D-9868-9394FB800907}" type="pres">
      <dgm:prSet presAssocID="{1FB8F21B-F68F-4A0C-9821-E5C2A136D04B}" presName="theInnerList" presStyleCnt="0"/>
      <dgm:spPr/>
    </dgm:pt>
    <dgm:pt modelId="{EEBE0454-18F3-4D27-8499-888894AD0AB3}" type="pres">
      <dgm:prSet presAssocID="{AA3369CC-1323-4F68-B0F1-CAC1C08E176C}" presName="childNode" presStyleLbl="node1" presStyleIdx="11" presStyleCnt="14">
        <dgm:presLayoutVars>
          <dgm:bulletEnabled val="1"/>
        </dgm:presLayoutVars>
      </dgm:prSet>
      <dgm:spPr/>
    </dgm:pt>
    <dgm:pt modelId="{F7B9C016-0F3A-49D0-BB08-33CD34399F03}" type="pres">
      <dgm:prSet presAssocID="{AA3369CC-1323-4F68-B0F1-CAC1C08E176C}" presName="aSpace2" presStyleCnt="0"/>
      <dgm:spPr/>
    </dgm:pt>
    <dgm:pt modelId="{DA6ED63B-9112-4F07-AB95-7F6E9C896D0D}" type="pres">
      <dgm:prSet presAssocID="{9DD39BC7-1DCF-4502-987D-799378F1AA72}" presName="childNode" presStyleLbl="node1" presStyleIdx="12" presStyleCnt="14">
        <dgm:presLayoutVars>
          <dgm:bulletEnabled val="1"/>
        </dgm:presLayoutVars>
      </dgm:prSet>
      <dgm:spPr/>
    </dgm:pt>
    <dgm:pt modelId="{FBC6F54A-75D8-45FA-B651-715879F7DE06}" type="pres">
      <dgm:prSet presAssocID="{9DD39BC7-1DCF-4502-987D-799378F1AA72}" presName="aSpace2" presStyleCnt="0"/>
      <dgm:spPr/>
    </dgm:pt>
    <dgm:pt modelId="{4B345967-540D-4C8B-AA41-23E88AFB0C49}" type="pres">
      <dgm:prSet presAssocID="{DA0F93A6-8457-417C-9F93-46F7F5324F78}" presName="childNode" presStyleLbl="node1" presStyleIdx="13" presStyleCnt="14">
        <dgm:presLayoutVars>
          <dgm:bulletEnabled val="1"/>
        </dgm:presLayoutVars>
      </dgm:prSet>
      <dgm:spPr/>
    </dgm:pt>
  </dgm:ptLst>
  <dgm:cxnLst>
    <dgm:cxn modelId="{57A9D408-041A-415C-8CE4-EC909FBB8C56}" type="presOf" srcId="{B2F688FF-903D-45FA-9906-53B22489A10C}" destId="{66B5BB72-350D-48C5-8008-B224B5236A01}" srcOrd="0" destOrd="0" presId="urn:microsoft.com/office/officeart/2005/8/layout/lProcess2"/>
    <dgm:cxn modelId="{46CD950D-7149-48B4-B0BB-24927D0527F2}" srcId="{21B5F453-8D58-4F3F-9A66-3C3972713DF5}" destId="{B2F688FF-903D-45FA-9906-53B22489A10C}" srcOrd="0" destOrd="0" parTransId="{7D3E5AA6-8D2F-4756-869F-244D5218F964}" sibTransId="{A8022533-4358-4066-8975-8189D9CC44B0}"/>
    <dgm:cxn modelId="{E290FB16-113B-436E-BA97-EDAEFFE3DFA7}" srcId="{1FB8F21B-F68F-4A0C-9821-E5C2A136D04B}" destId="{AA3369CC-1323-4F68-B0F1-CAC1C08E176C}" srcOrd="0" destOrd="0" parTransId="{EE9C4A92-DA8B-4C31-B76F-0F61027B7DED}" sibTransId="{A17B24FB-B3F8-4A67-B89E-6B7E8DE76E81}"/>
    <dgm:cxn modelId="{E2521719-F5E7-4436-AC2C-08E7773DD54B}" type="presOf" srcId="{1FB8F21B-F68F-4A0C-9821-E5C2A136D04B}" destId="{D111DCBB-360D-40C6-975D-A54FEF1B74E8}" srcOrd="0" destOrd="0" presId="urn:microsoft.com/office/officeart/2005/8/layout/lProcess2"/>
    <dgm:cxn modelId="{B9E46B1F-36E1-4EE3-BD53-D508803E0B08}" srcId="{FCF94ECB-9E20-48D2-B211-4C1B509E5FC6}" destId="{1B4D5800-67AC-46EA-B618-C67AA79723A0}" srcOrd="1" destOrd="0" parTransId="{76EFC43B-0E73-4C13-AD0E-22C6A0F37437}" sibTransId="{EC345E0F-9133-4477-9792-C13C35C3B6D7}"/>
    <dgm:cxn modelId="{3067FB1F-67D9-4805-AA4D-1F083459F410}" srcId="{FCF94ECB-9E20-48D2-B211-4C1B509E5FC6}" destId="{2A742EFE-C353-42B5-8E2D-1536AF14CE6F}" srcOrd="2" destOrd="0" parTransId="{0BCC34EA-0433-4E49-A066-2069745A2E11}" sibTransId="{AE57B13D-6EE5-4AE5-A7D7-065662C4636D}"/>
    <dgm:cxn modelId="{89277C20-4BF7-4BA0-AA64-98E41D9566D9}" srcId="{21B5F453-8D58-4F3F-9A66-3C3972713DF5}" destId="{8BA1587E-7339-4CAB-82AF-4238C42AF4E5}" srcOrd="1" destOrd="0" parTransId="{B74693BB-5325-497D-9940-6DD043F66C60}" sibTransId="{961D5AD8-4B5F-453E-A2C6-ACAF5B23079D}"/>
    <dgm:cxn modelId="{E4CBAF21-B714-40BD-AA05-733C3597E767}" type="presOf" srcId="{C8FD1554-0FB0-485F-85AD-F433AE05A144}" destId="{AC812E7D-FB41-49A2-BA7D-B95EE5773006}" srcOrd="0" destOrd="0" presId="urn:microsoft.com/office/officeart/2005/8/layout/lProcess2"/>
    <dgm:cxn modelId="{BA2A0F25-2BB8-449F-9502-72E363AAD4F3}" srcId="{1FB8F21B-F68F-4A0C-9821-E5C2A136D04B}" destId="{DA0F93A6-8457-417C-9F93-46F7F5324F78}" srcOrd="2" destOrd="0" parTransId="{3183CFE6-9D57-422E-A8CE-7A95251A6633}" sibTransId="{7F51173A-C7DA-4D63-8457-172019723663}"/>
    <dgm:cxn modelId="{A75A5C28-60DC-413D-80DC-E79F18291756}" srcId="{FCF94ECB-9E20-48D2-B211-4C1B509E5FC6}" destId="{C8FD1554-0FB0-485F-85AD-F433AE05A144}" srcOrd="0" destOrd="0" parTransId="{43556566-6A85-48D3-BC81-955295CB01A0}" sibTransId="{D133DB51-FC30-4950-85C0-23ED54AD0D2B}"/>
    <dgm:cxn modelId="{3A620A2A-4F96-4B31-9B58-7C7727DD2193}" srcId="{3142671A-2A34-483C-A8AF-907EEB374EC3}" destId="{21B5F453-8D58-4F3F-9A66-3C3972713DF5}" srcOrd="2" destOrd="0" parTransId="{1356B41F-B8C6-4763-82EF-151E692FCF72}" sibTransId="{0006CBB5-54BB-491A-A263-78AEC0128F5E}"/>
    <dgm:cxn modelId="{582A8038-D694-45ED-A754-49C4AB2ECD23}" type="presOf" srcId="{E5E6F591-101D-4242-B8EC-36C2FB311AC8}" destId="{98DBA8D6-3DBE-4834-AFD1-DD7009E10ADD}" srcOrd="1" destOrd="0" presId="urn:microsoft.com/office/officeart/2005/8/layout/lProcess2"/>
    <dgm:cxn modelId="{F66FD239-A635-4FE5-9C9C-68F8D75309E9}" srcId="{E5E6F591-101D-4242-B8EC-36C2FB311AC8}" destId="{CA5601D3-0CE6-489D-B5BB-0291B761C330}" srcOrd="1" destOrd="0" parTransId="{083B4478-181E-44BD-AA37-450975F9FD6E}" sibTransId="{70B6D935-ED7B-4B0E-A792-3760E36E1744}"/>
    <dgm:cxn modelId="{55E7AC64-77F7-4A05-8805-77258D130B31}" type="presOf" srcId="{0CFEFDD1-7179-4F43-B320-6D04573053B8}" destId="{7053085F-6AF4-433C-86B6-39CEBBB36E98}" srcOrd="0" destOrd="0" presId="urn:microsoft.com/office/officeart/2005/8/layout/lProcess2"/>
    <dgm:cxn modelId="{687A0F46-EA49-42E9-8BB5-6D9708728797}" type="presOf" srcId="{9DD39BC7-1DCF-4502-987D-799378F1AA72}" destId="{DA6ED63B-9112-4F07-AB95-7F6E9C896D0D}" srcOrd="0" destOrd="0" presId="urn:microsoft.com/office/officeart/2005/8/layout/lProcess2"/>
    <dgm:cxn modelId="{5F6D2E46-4506-47F6-AA34-E618E9EE458B}" type="presOf" srcId="{25AA8631-D346-45A3-ADD2-5CDA2CA4E4F8}" destId="{F087DFA5-AA9B-49C2-8F65-7CB0744D5702}" srcOrd="0" destOrd="0" presId="urn:microsoft.com/office/officeart/2005/8/layout/lProcess2"/>
    <dgm:cxn modelId="{B1B93266-04B6-4AD2-94D6-B2DE47E377FA}" type="presOf" srcId="{CA5601D3-0CE6-489D-B5BB-0291B761C330}" destId="{5FCE387D-9CD7-43D6-BEE8-96F6FC39CF0D}" srcOrd="0" destOrd="0" presId="urn:microsoft.com/office/officeart/2005/8/layout/lProcess2"/>
    <dgm:cxn modelId="{73B2DE69-00A3-4F9F-8557-898C7EB91297}" type="presOf" srcId="{9379AF8F-8C11-4A6F-8409-819CE6822EDA}" destId="{335FEFED-0C55-4F75-9BBD-610D1F2460BE}" srcOrd="0" destOrd="0" presId="urn:microsoft.com/office/officeart/2005/8/layout/lProcess2"/>
    <dgm:cxn modelId="{80462E4F-97A0-4FAB-87D3-FAE343907C71}" type="presOf" srcId="{AA3369CC-1323-4F68-B0F1-CAC1C08E176C}" destId="{EEBE0454-18F3-4D27-8499-888894AD0AB3}" srcOrd="0" destOrd="0" presId="urn:microsoft.com/office/officeart/2005/8/layout/lProcess2"/>
    <dgm:cxn modelId="{EF2CD76F-77BA-4376-A7C7-401E80604EFD}" type="presOf" srcId="{2A742EFE-C353-42B5-8E2D-1536AF14CE6F}" destId="{192B3AB8-6D9A-4D4B-8B01-F90FD7FDA893}" srcOrd="0" destOrd="0" presId="urn:microsoft.com/office/officeart/2005/8/layout/lProcess2"/>
    <dgm:cxn modelId="{8B50D450-D866-404F-8DAA-83E51600D671}" type="presOf" srcId="{3142671A-2A34-483C-A8AF-907EEB374EC3}" destId="{BD5870D2-460A-4478-A82A-E71D300EECBC}" srcOrd="0" destOrd="0" presId="urn:microsoft.com/office/officeart/2005/8/layout/lProcess2"/>
    <dgm:cxn modelId="{F8C17056-3625-4898-9345-B48F46A8D0B3}" srcId="{21B5F453-8D58-4F3F-9A66-3C3972713DF5}" destId="{9379AF8F-8C11-4A6F-8409-819CE6822EDA}" srcOrd="2" destOrd="0" parTransId="{15F2661F-CCBF-4ECB-88AC-4D074AED1BAD}" sibTransId="{060B67FA-BB1F-432E-98BD-CE3DD737B57E}"/>
    <dgm:cxn modelId="{2FBB6777-043C-4251-92C9-500D76DE0ED7}" srcId="{1FB8F21B-F68F-4A0C-9821-E5C2A136D04B}" destId="{9DD39BC7-1DCF-4502-987D-799378F1AA72}" srcOrd="1" destOrd="0" parTransId="{E0281C65-833C-4D25-BBB0-7B6390FFFA6A}" sibTransId="{095511C8-76EC-45E1-9CC1-21A869CFA897}"/>
    <dgm:cxn modelId="{9801C857-136C-4BEC-9579-1D01B10F6FB2}" type="presOf" srcId="{8BA1587E-7339-4CAB-82AF-4238C42AF4E5}" destId="{73FCC7A6-58E5-4150-865E-D4ED822E25B2}" srcOrd="0" destOrd="0" presId="urn:microsoft.com/office/officeart/2005/8/layout/lProcess2"/>
    <dgm:cxn modelId="{A938F379-436A-4CC5-91DE-A5DB89B9E82C}" srcId="{21B5F453-8D58-4F3F-9A66-3C3972713DF5}" destId="{F9BD7BEE-FEE3-45B8-B329-D7B99F4D91B4}" srcOrd="3" destOrd="0" parTransId="{92933C6C-E528-40A2-86CB-C0270B4C099D}" sibTransId="{0A68B369-E180-4CCC-A058-BE71B99F68B3}"/>
    <dgm:cxn modelId="{65AA2E7B-EB0A-4669-92F2-AA07BFD58020}" type="presOf" srcId="{E5E6F591-101D-4242-B8EC-36C2FB311AC8}" destId="{C8415897-0668-4A7D-92EB-2B57415F4195}" srcOrd="0" destOrd="0" presId="urn:microsoft.com/office/officeart/2005/8/layout/lProcess2"/>
    <dgm:cxn modelId="{25DC2783-381E-43EB-89BC-F77454A03582}" type="presOf" srcId="{DA0F93A6-8457-417C-9F93-46F7F5324F78}" destId="{4B345967-540D-4C8B-AA41-23E88AFB0C49}" srcOrd="0" destOrd="0" presId="urn:microsoft.com/office/officeart/2005/8/layout/lProcess2"/>
    <dgm:cxn modelId="{CB83FD88-9267-4AB4-B5B8-A19E974716BD}" type="presOf" srcId="{21B5F453-8D58-4F3F-9A66-3C3972713DF5}" destId="{A4DBA095-0CB5-473C-8BFA-66271AAF06C1}" srcOrd="0" destOrd="0" presId="urn:microsoft.com/office/officeart/2005/8/layout/lProcess2"/>
    <dgm:cxn modelId="{3455E38B-0DF9-49C2-91C9-878F21C5D28A}" type="presOf" srcId="{FCF94ECB-9E20-48D2-B211-4C1B509E5FC6}" destId="{4C364674-9B0F-4A82-9952-A9E57FA982F6}" srcOrd="1" destOrd="0" presId="urn:microsoft.com/office/officeart/2005/8/layout/lProcess2"/>
    <dgm:cxn modelId="{149E628D-9E81-4572-AF41-F3C79856E118}" type="presOf" srcId="{1B4D5800-67AC-46EA-B618-C67AA79723A0}" destId="{0EE4A3C5-93EB-4DBD-8699-D3BE72FB6C3B}" srcOrd="0" destOrd="0" presId="urn:microsoft.com/office/officeart/2005/8/layout/lProcess2"/>
    <dgm:cxn modelId="{46603690-805E-47CA-AC9D-0DA9EABA9C5B}" srcId="{E5E6F591-101D-4242-B8EC-36C2FB311AC8}" destId="{8B62BA91-E152-44BF-9EBB-71E7B58CF95E}" srcOrd="3" destOrd="0" parTransId="{F3769BDC-1287-4D76-AB6F-B0DE1B22AE0B}" sibTransId="{479F64C1-6585-4789-9C78-E4E4F2ADFC31}"/>
    <dgm:cxn modelId="{34D1089E-1D6A-4DD4-B290-40404BCC8ADD}" srcId="{E5E6F591-101D-4242-B8EC-36C2FB311AC8}" destId="{25AA8631-D346-45A3-ADD2-5CDA2CA4E4F8}" srcOrd="2" destOrd="0" parTransId="{319A5149-CDBD-473E-A97C-923D640B9945}" sibTransId="{88615B43-733A-41F2-B2DB-3B99C65E17AC}"/>
    <dgm:cxn modelId="{1FA32EC6-776D-431E-B9F1-1BF299AE5987}" type="presOf" srcId="{21B5F453-8D58-4F3F-9A66-3C3972713DF5}" destId="{AF173ADB-A2F5-4D23-BBDB-E531C0991018}" srcOrd="1" destOrd="0" presId="urn:microsoft.com/office/officeart/2005/8/layout/lProcess2"/>
    <dgm:cxn modelId="{1880D2C6-002B-435E-8C8C-C500C5BF1985}" srcId="{3142671A-2A34-483C-A8AF-907EEB374EC3}" destId="{1FB8F21B-F68F-4A0C-9821-E5C2A136D04B}" srcOrd="3" destOrd="0" parTransId="{39108E41-31A5-4987-8854-70C4B26DE41A}" sibTransId="{C64C7969-F756-4919-85F1-77DFC13B6026}"/>
    <dgm:cxn modelId="{139841C7-0EF7-48F0-92CB-511DF2703D0D}" type="presOf" srcId="{8B62BA91-E152-44BF-9EBB-71E7B58CF95E}" destId="{24D90DDB-A270-4AEE-955D-81833C71F19D}" srcOrd="0" destOrd="0" presId="urn:microsoft.com/office/officeart/2005/8/layout/lProcess2"/>
    <dgm:cxn modelId="{4BBC00CE-9596-4DCD-84E5-BB58747C1D17}" type="presOf" srcId="{FCF94ECB-9E20-48D2-B211-4C1B509E5FC6}" destId="{46A0F140-1D85-406E-9DD7-782E3E312826}" srcOrd="0" destOrd="0" presId="urn:microsoft.com/office/officeart/2005/8/layout/lProcess2"/>
    <dgm:cxn modelId="{C0F490D2-C5D5-4EDE-B5AB-75B452AC1231}" type="presOf" srcId="{1FB8F21B-F68F-4A0C-9821-E5C2A136D04B}" destId="{819EA4AE-9801-4316-BFA0-A09F153FCFE4}" srcOrd="1" destOrd="0" presId="urn:microsoft.com/office/officeart/2005/8/layout/lProcess2"/>
    <dgm:cxn modelId="{CC91BBDF-0750-469A-B4C3-1D8F5890EE03}" srcId="{3142671A-2A34-483C-A8AF-907EEB374EC3}" destId="{E5E6F591-101D-4242-B8EC-36C2FB311AC8}" srcOrd="0" destOrd="0" parTransId="{C1282F23-4FFE-450D-9A77-A2FEDC06907D}" sibTransId="{04F30978-BD7F-4939-974C-7DD199FDBEEB}"/>
    <dgm:cxn modelId="{577CC3E2-00A2-479D-8C65-0496BA1D0C3E}" srcId="{E5E6F591-101D-4242-B8EC-36C2FB311AC8}" destId="{0CFEFDD1-7179-4F43-B320-6D04573053B8}" srcOrd="0" destOrd="0" parTransId="{2527C9E3-1131-4345-B6FC-22DE8FBF8365}" sibTransId="{FD2BB3D8-9022-4E84-989C-06645F67856F}"/>
    <dgm:cxn modelId="{3D4DEEF0-836B-42C7-9169-13C4D99F3D67}" srcId="{3142671A-2A34-483C-A8AF-907EEB374EC3}" destId="{FCF94ECB-9E20-48D2-B211-4C1B509E5FC6}" srcOrd="1" destOrd="0" parTransId="{51EC6E75-DB8B-47A4-B0EA-54D04BA09194}" sibTransId="{DE0DD723-1113-4350-90B3-10767D361336}"/>
    <dgm:cxn modelId="{246BCDFC-6172-439D-945D-6149BCB860EB}" type="presOf" srcId="{F9BD7BEE-FEE3-45B8-B329-D7B99F4D91B4}" destId="{AF703FC0-93F8-4FE8-9657-1A63E882B80B}" srcOrd="0" destOrd="0" presId="urn:microsoft.com/office/officeart/2005/8/layout/lProcess2"/>
    <dgm:cxn modelId="{C810B409-F305-4684-9764-596659B1CF2F}" type="presParOf" srcId="{BD5870D2-460A-4478-A82A-E71D300EECBC}" destId="{6D9D7ED1-216A-4BB9-B766-E089D27733C0}" srcOrd="0" destOrd="0" presId="urn:microsoft.com/office/officeart/2005/8/layout/lProcess2"/>
    <dgm:cxn modelId="{984790B9-80F4-4DD7-9581-D9C85B9BE285}" type="presParOf" srcId="{6D9D7ED1-216A-4BB9-B766-E089D27733C0}" destId="{C8415897-0668-4A7D-92EB-2B57415F4195}" srcOrd="0" destOrd="0" presId="urn:microsoft.com/office/officeart/2005/8/layout/lProcess2"/>
    <dgm:cxn modelId="{C8B09BF3-3E73-4BB7-BF64-E67534263EF3}" type="presParOf" srcId="{6D9D7ED1-216A-4BB9-B766-E089D27733C0}" destId="{98DBA8D6-3DBE-4834-AFD1-DD7009E10ADD}" srcOrd="1" destOrd="0" presId="urn:microsoft.com/office/officeart/2005/8/layout/lProcess2"/>
    <dgm:cxn modelId="{CA155CFC-964F-4109-897A-394EB7A426C3}" type="presParOf" srcId="{6D9D7ED1-216A-4BB9-B766-E089D27733C0}" destId="{E9438E99-94D4-4A39-9AAF-7CBC58A18F77}" srcOrd="2" destOrd="0" presId="urn:microsoft.com/office/officeart/2005/8/layout/lProcess2"/>
    <dgm:cxn modelId="{6FFAF20A-CCCF-428D-97E2-169A0AB06068}" type="presParOf" srcId="{E9438E99-94D4-4A39-9AAF-7CBC58A18F77}" destId="{7BBA0112-1A13-4523-A4DF-DA79F5CC2A0D}" srcOrd="0" destOrd="0" presId="urn:microsoft.com/office/officeart/2005/8/layout/lProcess2"/>
    <dgm:cxn modelId="{4F562E67-B653-4239-84BD-FA1819229A2D}" type="presParOf" srcId="{7BBA0112-1A13-4523-A4DF-DA79F5CC2A0D}" destId="{7053085F-6AF4-433C-86B6-39CEBBB36E98}" srcOrd="0" destOrd="0" presId="urn:microsoft.com/office/officeart/2005/8/layout/lProcess2"/>
    <dgm:cxn modelId="{BDB68C35-8337-4686-B08C-A3FA59EF156A}" type="presParOf" srcId="{7BBA0112-1A13-4523-A4DF-DA79F5CC2A0D}" destId="{98ABEEFC-C90D-4B9D-9511-19FE660E7765}" srcOrd="1" destOrd="0" presId="urn:microsoft.com/office/officeart/2005/8/layout/lProcess2"/>
    <dgm:cxn modelId="{D5D3D187-CE0A-4F08-B943-B684EA27717D}" type="presParOf" srcId="{7BBA0112-1A13-4523-A4DF-DA79F5CC2A0D}" destId="{5FCE387D-9CD7-43D6-BEE8-96F6FC39CF0D}" srcOrd="2" destOrd="0" presId="urn:microsoft.com/office/officeart/2005/8/layout/lProcess2"/>
    <dgm:cxn modelId="{83F0B5F5-63A8-444E-939C-8DC58B65A3E9}" type="presParOf" srcId="{7BBA0112-1A13-4523-A4DF-DA79F5CC2A0D}" destId="{1213D9C9-7FCC-49B9-AF9A-537772516F96}" srcOrd="3" destOrd="0" presId="urn:microsoft.com/office/officeart/2005/8/layout/lProcess2"/>
    <dgm:cxn modelId="{80C4577D-F78B-4D21-899D-2A6022E36E40}" type="presParOf" srcId="{7BBA0112-1A13-4523-A4DF-DA79F5CC2A0D}" destId="{F087DFA5-AA9B-49C2-8F65-7CB0744D5702}" srcOrd="4" destOrd="0" presId="urn:microsoft.com/office/officeart/2005/8/layout/lProcess2"/>
    <dgm:cxn modelId="{5E71C3AC-BC63-44A8-9605-3444D490C6DF}" type="presParOf" srcId="{7BBA0112-1A13-4523-A4DF-DA79F5CC2A0D}" destId="{44410CB7-4701-4FAB-9405-9BF99F9B9EEE}" srcOrd="5" destOrd="0" presId="urn:microsoft.com/office/officeart/2005/8/layout/lProcess2"/>
    <dgm:cxn modelId="{B8033F35-DEED-4F8A-8495-07365F8E00D4}" type="presParOf" srcId="{7BBA0112-1A13-4523-A4DF-DA79F5CC2A0D}" destId="{24D90DDB-A270-4AEE-955D-81833C71F19D}" srcOrd="6" destOrd="0" presId="urn:microsoft.com/office/officeart/2005/8/layout/lProcess2"/>
    <dgm:cxn modelId="{2741413E-3196-4DDF-AD88-2FD9F3ABA3C4}" type="presParOf" srcId="{BD5870D2-460A-4478-A82A-E71D300EECBC}" destId="{D19769A2-5A83-4D2D-86C6-B7FD10CDBAFD}" srcOrd="1" destOrd="0" presId="urn:microsoft.com/office/officeart/2005/8/layout/lProcess2"/>
    <dgm:cxn modelId="{AC04C15B-8A09-4CB5-846A-BB10E3E636B5}" type="presParOf" srcId="{BD5870D2-460A-4478-A82A-E71D300EECBC}" destId="{D87DC408-C22F-4C40-B861-5840FCFDF324}" srcOrd="2" destOrd="0" presId="urn:microsoft.com/office/officeart/2005/8/layout/lProcess2"/>
    <dgm:cxn modelId="{9505CFAA-022D-47B7-A2D8-227C000DCC78}" type="presParOf" srcId="{D87DC408-C22F-4C40-B861-5840FCFDF324}" destId="{46A0F140-1D85-406E-9DD7-782E3E312826}" srcOrd="0" destOrd="0" presId="urn:microsoft.com/office/officeart/2005/8/layout/lProcess2"/>
    <dgm:cxn modelId="{866E9D8B-2FAC-4F64-8137-BFCFB028777A}" type="presParOf" srcId="{D87DC408-C22F-4C40-B861-5840FCFDF324}" destId="{4C364674-9B0F-4A82-9952-A9E57FA982F6}" srcOrd="1" destOrd="0" presId="urn:microsoft.com/office/officeart/2005/8/layout/lProcess2"/>
    <dgm:cxn modelId="{4E74419C-1DC5-4815-A924-74D0EC220E9E}" type="presParOf" srcId="{D87DC408-C22F-4C40-B861-5840FCFDF324}" destId="{AEF191D2-B974-4CFF-AFC5-9EE2E85A40D7}" srcOrd="2" destOrd="0" presId="urn:microsoft.com/office/officeart/2005/8/layout/lProcess2"/>
    <dgm:cxn modelId="{7B1A0208-D1B2-4DCC-B9F4-3CBCDBD82716}" type="presParOf" srcId="{AEF191D2-B974-4CFF-AFC5-9EE2E85A40D7}" destId="{6A469340-CFE8-406D-AB66-069FC40938D5}" srcOrd="0" destOrd="0" presId="urn:microsoft.com/office/officeart/2005/8/layout/lProcess2"/>
    <dgm:cxn modelId="{97BD26CC-E7ED-419E-97C1-9E09FCE38C7D}" type="presParOf" srcId="{6A469340-CFE8-406D-AB66-069FC40938D5}" destId="{AC812E7D-FB41-49A2-BA7D-B95EE5773006}" srcOrd="0" destOrd="0" presId="urn:microsoft.com/office/officeart/2005/8/layout/lProcess2"/>
    <dgm:cxn modelId="{FCC546FA-FA38-4E08-812E-FA0E213BDF4E}" type="presParOf" srcId="{6A469340-CFE8-406D-AB66-069FC40938D5}" destId="{88FA57C1-2C8F-4EB3-87D8-42087818ECED}" srcOrd="1" destOrd="0" presId="urn:microsoft.com/office/officeart/2005/8/layout/lProcess2"/>
    <dgm:cxn modelId="{0C6B1910-D8A6-4F9C-B907-DC012C7F7914}" type="presParOf" srcId="{6A469340-CFE8-406D-AB66-069FC40938D5}" destId="{0EE4A3C5-93EB-4DBD-8699-D3BE72FB6C3B}" srcOrd="2" destOrd="0" presId="urn:microsoft.com/office/officeart/2005/8/layout/lProcess2"/>
    <dgm:cxn modelId="{50CAB32E-71CC-4787-A839-1E174BED6DF3}" type="presParOf" srcId="{6A469340-CFE8-406D-AB66-069FC40938D5}" destId="{A6F925DB-4414-4921-A5A3-DDCFAB628969}" srcOrd="3" destOrd="0" presId="urn:microsoft.com/office/officeart/2005/8/layout/lProcess2"/>
    <dgm:cxn modelId="{709AA23D-67F6-41D0-B6D1-61D1E1767E9E}" type="presParOf" srcId="{6A469340-CFE8-406D-AB66-069FC40938D5}" destId="{192B3AB8-6D9A-4D4B-8B01-F90FD7FDA893}" srcOrd="4" destOrd="0" presId="urn:microsoft.com/office/officeart/2005/8/layout/lProcess2"/>
    <dgm:cxn modelId="{47D721A5-9DAB-4815-A8F7-7E7A91585774}" type="presParOf" srcId="{BD5870D2-460A-4478-A82A-E71D300EECBC}" destId="{5280CCA2-B4B3-4607-AF55-B94EC7D58988}" srcOrd="3" destOrd="0" presId="urn:microsoft.com/office/officeart/2005/8/layout/lProcess2"/>
    <dgm:cxn modelId="{1E14F097-8871-4099-A475-A8DFC58C4650}" type="presParOf" srcId="{BD5870D2-460A-4478-A82A-E71D300EECBC}" destId="{61B176EC-E415-4D85-AE03-C01FA0585B62}" srcOrd="4" destOrd="0" presId="urn:microsoft.com/office/officeart/2005/8/layout/lProcess2"/>
    <dgm:cxn modelId="{49EFABED-CBC8-4FF1-9A03-BD9456A43E34}" type="presParOf" srcId="{61B176EC-E415-4D85-AE03-C01FA0585B62}" destId="{A4DBA095-0CB5-473C-8BFA-66271AAF06C1}" srcOrd="0" destOrd="0" presId="urn:microsoft.com/office/officeart/2005/8/layout/lProcess2"/>
    <dgm:cxn modelId="{444851D3-E252-4C21-8DCA-03811291DBAD}" type="presParOf" srcId="{61B176EC-E415-4D85-AE03-C01FA0585B62}" destId="{AF173ADB-A2F5-4D23-BBDB-E531C0991018}" srcOrd="1" destOrd="0" presId="urn:microsoft.com/office/officeart/2005/8/layout/lProcess2"/>
    <dgm:cxn modelId="{856E112F-48AC-4B40-8B51-FCB7544014E0}" type="presParOf" srcId="{61B176EC-E415-4D85-AE03-C01FA0585B62}" destId="{CFAD4A27-5E57-4D0D-9269-8A0AA2C9E3E7}" srcOrd="2" destOrd="0" presId="urn:microsoft.com/office/officeart/2005/8/layout/lProcess2"/>
    <dgm:cxn modelId="{40357BEE-04C9-4B16-99DF-BA9E905055E5}" type="presParOf" srcId="{CFAD4A27-5E57-4D0D-9269-8A0AA2C9E3E7}" destId="{E389E40A-0A38-408B-AAFB-7D210C65D705}" srcOrd="0" destOrd="0" presId="urn:microsoft.com/office/officeart/2005/8/layout/lProcess2"/>
    <dgm:cxn modelId="{5AC814E3-24DF-41B5-90CE-D050E92FE475}" type="presParOf" srcId="{E389E40A-0A38-408B-AAFB-7D210C65D705}" destId="{66B5BB72-350D-48C5-8008-B224B5236A01}" srcOrd="0" destOrd="0" presId="urn:microsoft.com/office/officeart/2005/8/layout/lProcess2"/>
    <dgm:cxn modelId="{AC954469-F48E-436E-B7EB-5A63CFAF1966}" type="presParOf" srcId="{E389E40A-0A38-408B-AAFB-7D210C65D705}" destId="{9DE9CC40-221A-455A-BDB9-A88908A4C884}" srcOrd="1" destOrd="0" presId="urn:microsoft.com/office/officeart/2005/8/layout/lProcess2"/>
    <dgm:cxn modelId="{5E103CD1-16DD-41BE-877B-D4B917B24FAC}" type="presParOf" srcId="{E389E40A-0A38-408B-AAFB-7D210C65D705}" destId="{73FCC7A6-58E5-4150-865E-D4ED822E25B2}" srcOrd="2" destOrd="0" presId="urn:microsoft.com/office/officeart/2005/8/layout/lProcess2"/>
    <dgm:cxn modelId="{A4FB3BD0-DD27-4D8E-957A-1D8CCE32C207}" type="presParOf" srcId="{E389E40A-0A38-408B-AAFB-7D210C65D705}" destId="{A852331C-7335-4EE6-ABA7-1E3A877663F1}" srcOrd="3" destOrd="0" presId="urn:microsoft.com/office/officeart/2005/8/layout/lProcess2"/>
    <dgm:cxn modelId="{248F58F3-0F6E-4A42-A46D-D42D6E8A6D3F}" type="presParOf" srcId="{E389E40A-0A38-408B-AAFB-7D210C65D705}" destId="{335FEFED-0C55-4F75-9BBD-610D1F2460BE}" srcOrd="4" destOrd="0" presId="urn:microsoft.com/office/officeart/2005/8/layout/lProcess2"/>
    <dgm:cxn modelId="{C9314228-482F-40A3-B791-90BB4E370DFF}" type="presParOf" srcId="{E389E40A-0A38-408B-AAFB-7D210C65D705}" destId="{A0A20E3F-21F9-428A-9FC6-BB0D17D53D1A}" srcOrd="5" destOrd="0" presId="urn:microsoft.com/office/officeart/2005/8/layout/lProcess2"/>
    <dgm:cxn modelId="{D0AD1458-4FF3-4796-A8E7-D9BEB4482720}" type="presParOf" srcId="{E389E40A-0A38-408B-AAFB-7D210C65D705}" destId="{AF703FC0-93F8-4FE8-9657-1A63E882B80B}" srcOrd="6" destOrd="0" presId="urn:microsoft.com/office/officeart/2005/8/layout/lProcess2"/>
    <dgm:cxn modelId="{85139DB6-8083-4AC2-828E-20A6150E20E7}" type="presParOf" srcId="{BD5870D2-460A-4478-A82A-E71D300EECBC}" destId="{89961C18-33ED-436C-9ED0-6FA4B6C3C8F5}" srcOrd="5" destOrd="0" presId="urn:microsoft.com/office/officeart/2005/8/layout/lProcess2"/>
    <dgm:cxn modelId="{FDFBA4D0-E82E-400B-88C9-421FB75FA6FA}" type="presParOf" srcId="{BD5870D2-460A-4478-A82A-E71D300EECBC}" destId="{5260ADEC-28C7-4D81-B0F6-349EB5A69562}" srcOrd="6" destOrd="0" presId="urn:microsoft.com/office/officeart/2005/8/layout/lProcess2"/>
    <dgm:cxn modelId="{3E175B18-7B89-4351-82F4-3CDF0E10C6E1}" type="presParOf" srcId="{5260ADEC-28C7-4D81-B0F6-349EB5A69562}" destId="{D111DCBB-360D-40C6-975D-A54FEF1B74E8}" srcOrd="0" destOrd="0" presId="urn:microsoft.com/office/officeart/2005/8/layout/lProcess2"/>
    <dgm:cxn modelId="{848492F3-8148-4B08-8194-47147FD8C1FF}" type="presParOf" srcId="{5260ADEC-28C7-4D81-B0F6-349EB5A69562}" destId="{819EA4AE-9801-4316-BFA0-A09F153FCFE4}" srcOrd="1" destOrd="0" presId="urn:microsoft.com/office/officeart/2005/8/layout/lProcess2"/>
    <dgm:cxn modelId="{67D0CA4C-642D-436D-AF48-478085BE9E12}" type="presParOf" srcId="{5260ADEC-28C7-4D81-B0F6-349EB5A69562}" destId="{FE1A4694-F643-4806-8A29-424CD93BBB5A}" srcOrd="2" destOrd="0" presId="urn:microsoft.com/office/officeart/2005/8/layout/lProcess2"/>
    <dgm:cxn modelId="{BFC5AE10-448A-4F2B-AF6D-70BA23CA0A41}" type="presParOf" srcId="{FE1A4694-F643-4806-8A29-424CD93BBB5A}" destId="{6E2BAEBF-CB4C-4F8D-9868-9394FB800907}" srcOrd="0" destOrd="0" presId="urn:microsoft.com/office/officeart/2005/8/layout/lProcess2"/>
    <dgm:cxn modelId="{C9DC184B-ABBA-471F-B1E8-858774283E39}" type="presParOf" srcId="{6E2BAEBF-CB4C-4F8D-9868-9394FB800907}" destId="{EEBE0454-18F3-4D27-8499-888894AD0AB3}" srcOrd="0" destOrd="0" presId="urn:microsoft.com/office/officeart/2005/8/layout/lProcess2"/>
    <dgm:cxn modelId="{BABBD94E-1181-4E04-817C-BB59AD1D42F9}" type="presParOf" srcId="{6E2BAEBF-CB4C-4F8D-9868-9394FB800907}" destId="{F7B9C016-0F3A-49D0-BB08-33CD34399F03}" srcOrd="1" destOrd="0" presId="urn:microsoft.com/office/officeart/2005/8/layout/lProcess2"/>
    <dgm:cxn modelId="{1B1A6E7C-111C-40C6-A641-18C285349269}" type="presParOf" srcId="{6E2BAEBF-CB4C-4F8D-9868-9394FB800907}" destId="{DA6ED63B-9112-4F07-AB95-7F6E9C896D0D}" srcOrd="2" destOrd="0" presId="urn:microsoft.com/office/officeart/2005/8/layout/lProcess2"/>
    <dgm:cxn modelId="{BA66140F-0323-4CCB-9EEA-C1366974D36C}" type="presParOf" srcId="{6E2BAEBF-CB4C-4F8D-9868-9394FB800907}" destId="{FBC6F54A-75D8-45FA-B651-715879F7DE06}" srcOrd="3" destOrd="0" presId="urn:microsoft.com/office/officeart/2005/8/layout/lProcess2"/>
    <dgm:cxn modelId="{AE05D291-D97C-4693-94C8-1725458FB4DE}" type="presParOf" srcId="{6E2BAEBF-CB4C-4F8D-9868-9394FB800907}" destId="{4B345967-540D-4C8B-AA41-23E88AFB0C49}"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1F77CEE-EAFF-47D6-9282-15AB10D17E89}"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fr-FR"/>
        </a:p>
      </dgm:t>
    </dgm:pt>
    <dgm:pt modelId="{A62E0DAB-1095-4EA2-96AC-3EF2A8AF9248}">
      <dgm:prSet phldrT="[Texte]"/>
      <dgm:spPr/>
      <dgm:t>
        <a:bodyPr/>
        <a:lstStyle/>
        <a:p>
          <a:r>
            <a:rPr lang="fr-FR" dirty="0"/>
            <a:t>Dresser la liste des tâches</a:t>
          </a:r>
        </a:p>
      </dgm:t>
    </dgm:pt>
    <dgm:pt modelId="{C2196671-686F-4944-8C86-50E92B527FBB}" type="parTrans" cxnId="{7A24D4D2-4B4A-4723-B398-5AF4239BA9E5}">
      <dgm:prSet/>
      <dgm:spPr/>
      <dgm:t>
        <a:bodyPr/>
        <a:lstStyle/>
        <a:p>
          <a:endParaRPr lang="fr-FR"/>
        </a:p>
      </dgm:t>
    </dgm:pt>
    <dgm:pt modelId="{D640AB1D-DEF3-41CA-AB63-A90D23ED6C2E}" type="sibTrans" cxnId="{7A24D4D2-4B4A-4723-B398-5AF4239BA9E5}">
      <dgm:prSet/>
      <dgm:spPr/>
      <dgm:t>
        <a:bodyPr/>
        <a:lstStyle/>
        <a:p>
          <a:endParaRPr lang="fr-FR"/>
        </a:p>
      </dgm:t>
    </dgm:pt>
    <dgm:pt modelId="{DCC2FAD2-19B6-42A2-BB23-3985F69D841D}">
      <dgm:prSet/>
      <dgm:spPr/>
      <dgm:t>
        <a:bodyPr/>
        <a:lstStyle/>
        <a:p>
          <a:r>
            <a:rPr lang="fr-FR"/>
            <a:t>Identifier les compétences nécessaires</a:t>
          </a:r>
        </a:p>
      </dgm:t>
    </dgm:pt>
    <dgm:pt modelId="{2AF3957F-7201-425D-AF49-5DCC3CA79B21}" type="parTrans" cxnId="{4CC4893F-E520-4D62-9634-7304DA6DCCBA}">
      <dgm:prSet/>
      <dgm:spPr/>
      <dgm:t>
        <a:bodyPr/>
        <a:lstStyle/>
        <a:p>
          <a:endParaRPr lang="fr-FR"/>
        </a:p>
      </dgm:t>
    </dgm:pt>
    <dgm:pt modelId="{68838D6C-56D7-4E96-97B1-2E33EC007645}" type="sibTrans" cxnId="{4CC4893F-E520-4D62-9634-7304DA6DCCBA}">
      <dgm:prSet/>
      <dgm:spPr/>
      <dgm:t>
        <a:bodyPr/>
        <a:lstStyle/>
        <a:p>
          <a:endParaRPr lang="fr-FR"/>
        </a:p>
      </dgm:t>
    </dgm:pt>
    <dgm:pt modelId="{5D976875-ECCA-411E-9A27-B4628960A0AE}">
      <dgm:prSet/>
      <dgm:spPr/>
      <dgm:t>
        <a:bodyPr/>
        <a:lstStyle/>
        <a:p>
          <a:r>
            <a:rPr lang="fr-FR"/>
            <a:t>Consulter les archives des projets précédents similaires</a:t>
          </a:r>
        </a:p>
      </dgm:t>
    </dgm:pt>
    <dgm:pt modelId="{B29CD0B0-2E07-4F73-828A-76E0E5043D3D}" type="parTrans" cxnId="{DBE305FB-43C9-46E2-821F-9144E853F65B}">
      <dgm:prSet/>
      <dgm:spPr/>
      <dgm:t>
        <a:bodyPr/>
        <a:lstStyle/>
        <a:p>
          <a:endParaRPr lang="fr-FR"/>
        </a:p>
      </dgm:t>
    </dgm:pt>
    <dgm:pt modelId="{DA89E323-95C9-45D8-875B-AAB7B1A5D691}" type="sibTrans" cxnId="{DBE305FB-43C9-46E2-821F-9144E853F65B}">
      <dgm:prSet/>
      <dgm:spPr/>
      <dgm:t>
        <a:bodyPr/>
        <a:lstStyle/>
        <a:p>
          <a:endParaRPr lang="fr-FR"/>
        </a:p>
      </dgm:t>
    </dgm:pt>
    <dgm:pt modelId="{8814077B-ACAA-4B75-847F-1A2BE34CC522}">
      <dgm:prSet/>
      <dgm:spPr/>
      <dgm:t>
        <a:bodyPr/>
        <a:lstStyle/>
        <a:p>
          <a:r>
            <a:rPr lang="fr-FR"/>
            <a:t>Recruter les bonnes personnes</a:t>
          </a:r>
        </a:p>
      </dgm:t>
    </dgm:pt>
    <dgm:pt modelId="{590966BB-F29A-436A-9F27-818DEB4A951B}" type="parTrans" cxnId="{F922E66C-1027-43AE-8535-F05206A02864}">
      <dgm:prSet/>
      <dgm:spPr/>
      <dgm:t>
        <a:bodyPr/>
        <a:lstStyle/>
        <a:p>
          <a:endParaRPr lang="fr-FR"/>
        </a:p>
      </dgm:t>
    </dgm:pt>
    <dgm:pt modelId="{8DD85700-88AA-4331-BADB-B447A4BCD596}" type="sibTrans" cxnId="{F922E66C-1027-43AE-8535-F05206A02864}">
      <dgm:prSet/>
      <dgm:spPr/>
      <dgm:t>
        <a:bodyPr/>
        <a:lstStyle/>
        <a:p>
          <a:endParaRPr lang="fr-FR"/>
        </a:p>
      </dgm:t>
    </dgm:pt>
    <dgm:pt modelId="{71CF4128-5DDA-4EA0-9B1C-4EE4D92995C5}" type="pres">
      <dgm:prSet presAssocID="{F1F77CEE-EAFF-47D6-9282-15AB10D17E89}" presName="diagram" presStyleCnt="0">
        <dgm:presLayoutVars>
          <dgm:dir/>
          <dgm:resizeHandles val="exact"/>
        </dgm:presLayoutVars>
      </dgm:prSet>
      <dgm:spPr/>
    </dgm:pt>
    <dgm:pt modelId="{CE505A07-3F76-4F15-83C6-AE7B4A7497A4}" type="pres">
      <dgm:prSet presAssocID="{A62E0DAB-1095-4EA2-96AC-3EF2A8AF9248}" presName="node" presStyleLbl="node1" presStyleIdx="0" presStyleCnt="4">
        <dgm:presLayoutVars>
          <dgm:bulletEnabled val="1"/>
        </dgm:presLayoutVars>
      </dgm:prSet>
      <dgm:spPr/>
    </dgm:pt>
    <dgm:pt modelId="{9311B884-39A2-41E3-A124-D3967061CDE1}" type="pres">
      <dgm:prSet presAssocID="{D640AB1D-DEF3-41CA-AB63-A90D23ED6C2E}" presName="sibTrans" presStyleCnt="0"/>
      <dgm:spPr/>
    </dgm:pt>
    <dgm:pt modelId="{581DEE20-45CF-4E62-ABCE-6DD8674130E0}" type="pres">
      <dgm:prSet presAssocID="{DCC2FAD2-19B6-42A2-BB23-3985F69D841D}" presName="node" presStyleLbl="node1" presStyleIdx="1" presStyleCnt="4">
        <dgm:presLayoutVars>
          <dgm:bulletEnabled val="1"/>
        </dgm:presLayoutVars>
      </dgm:prSet>
      <dgm:spPr/>
    </dgm:pt>
    <dgm:pt modelId="{C1C5BCAF-AF23-4392-81DE-8B3EC49A670F}" type="pres">
      <dgm:prSet presAssocID="{68838D6C-56D7-4E96-97B1-2E33EC007645}" presName="sibTrans" presStyleCnt="0"/>
      <dgm:spPr/>
    </dgm:pt>
    <dgm:pt modelId="{F55634C3-BD15-41CF-A73D-D49424D26E76}" type="pres">
      <dgm:prSet presAssocID="{5D976875-ECCA-411E-9A27-B4628960A0AE}" presName="node" presStyleLbl="node1" presStyleIdx="2" presStyleCnt="4">
        <dgm:presLayoutVars>
          <dgm:bulletEnabled val="1"/>
        </dgm:presLayoutVars>
      </dgm:prSet>
      <dgm:spPr/>
    </dgm:pt>
    <dgm:pt modelId="{1268D515-A635-4682-8556-C8AB33593B46}" type="pres">
      <dgm:prSet presAssocID="{DA89E323-95C9-45D8-875B-AAB7B1A5D691}" presName="sibTrans" presStyleCnt="0"/>
      <dgm:spPr/>
    </dgm:pt>
    <dgm:pt modelId="{C1B73174-2487-4C65-978B-07F51E411CD4}" type="pres">
      <dgm:prSet presAssocID="{8814077B-ACAA-4B75-847F-1A2BE34CC522}" presName="node" presStyleLbl="node1" presStyleIdx="3" presStyleCnt="4">
        <dgm:presLayoutVars>
          <dgm:bulletEnabled val="1"/>
        </dgm:presLayoutVars>
      </dgm:prSet>
      <dgm:spPr/>
    </dgm:pt>
  </dgm:ptLst>
  <dgm:cxnLst>
    <dgm:cxn modelId="{98745C3B-4CDE-40AF-835A-F8869C33FE7D}" type="presOf" srcId="{F1F77CEE-EAFF-47D6-9282-15AB10D17E89}" destId="{71CF4128-5DDA-4EA0-9B1C-4EE4D92995C5}" srcOrd="0" destOrd="0" presId="urn:microsoft.com/office/officeart/2005/8/layout/default"/>
    <dgm:cxn modelId="{4CC4893F-E520-4D62-9634-7304DA6DCCBA}" srcId="{F1F77CEE-EAFF-47D6-9282-15AB10D17E89}" destId="{DCC2FAD2-19B6-42A2-BB23-3985F69D841D}" srcOrd="1" destOrd="0" parTransId="{2AF3957F-7201-425D-AF49-5DCC3CA79B21}" sibTransId="{68838D6C-56D7-4E96-97B1-2E33EC007645}"/>
    <dgm:cxn modelId="{D6B85F5D-2F74-47D3-976E-18124248215B}" type="presOf" srcId="{8814077B-ACAA-4B75-847F-1A2BE34CC522}" destId="{C1B73174-2487-4C65-978B-07F51E411CD4}" srcOrd="0" destOrd="0" presId="urn:microsoft.com/office/officeart/2005/8/layout/default"/>
    <dgm:cxn modelId="{F922E66C-1027-43AE-8535-F05206A02864}" srcId="{F1F77CEE-EAFF-47D6-9282-15AB10D17E89}" destId="{8814077B-ACAA-4B75-847F-1A2BE34CC522}" srcOrd="3" destOrd="0" parTransId="{590966BB-F29A-436A-9F27-818DEB4A951B}" sibTransId="{8DD85700-88AA-4331-BADB-B447A4BCD596}"/>
    <dgm:cxn modelId="{06AD1C83-DCF3-4D81-8339-61BEE5E85214}" type="presOf" srcId="{A62E0DAB-1095-4EA2-96AC-3EF2A8AF9248}" destId="{CE505A07-3F76-4F15-83C6-AE7B4A7497A4}" srcOrd="0" destOrd="0" presId="urn:microsoft.com/office/officeart/2005/8/layout/default"/>
    <dgm:cxn modelId="{6F95D3C5-5B78-46E8-85A0-B4FE9B5B399F}" type="presOf" srcId="{DCC2FAD2-19B6-42A2-BB23-3985F69D841D}" destId="{581DEE20-45CF-4E62-ABCE-6DD8674130E0}" srcOrd="0" destOrd="0" presId="urn:microsoft.com/office/officeart/2005/8/layout/default"/>
    <dgm:cxn modelId="{7A24D4D2-4B4A-4723-B398-5AF4239BA9E5}" srcId="{F1F77CEE-EAFF-47D6-9282-15AB10D17E89}" destId="{A62E0DAB-1095-4EA2-96AC-3EF2A8AF9248}" srcOrd="0" destOrd="0" parTransId="{C2196671-686F-4944-8C86-50E92B527FBB}" sibTransId="{D640AB1D-DEF3-41CA-AB63-A90D23ED6C2E}"/>
    <dgm:cxn modelId="{5AB1F1D8-1222-4116-8B18-1906695DA35B}" type="presOf" srcId="{5D976875-ECCA-411E-9A27-B4628960A0AE}" destId="{F55634C3-BD15-41CF-A73D-D49424D26E76}" srcOrd="0" destOrd="0" presId="urn:microsoft.com/office/officeart/2005/8/layout/default"/>
    <dgm:cxn modelId="{DBE305FB-43C9-46E2-821F-9144E853F65B}" srcId="{F1F77CEE-EAFF-47D6-9282-15AB10D17E89}" destId="{5D976875-ECCA-411E-9A27-B4628960A0AE}" srcOrd="2" destOrd="0" parTransId="{B29CD0B0-2E07-4F73-828A-76E0E5043D3D}" sibTransId="{DA89E323-95C9-45D8-875B-AAB7B1A5D691}"/>
    <dgm:cxn modelId="{9C31C79C-D69C-4E6D-B40C-8276AD7EDAE4}" type="presParOf" srcId="{71CF4128-5DDA-4EA0-9B1C-4EE4D92995C5}" destId="{CE505A07-3F76-4F15-83C6-AE7B4A7497A4}" srcOrd="0" destOrd="0" presId="urn:microsoft.com/office/officeart/2005/8/layout/default"/>
    <dgm:cxn modelId="{FDDF7D2C-6EA7-446E-B7EB-B4C6CA56B1C4}" type="presParOf" srcId="{71CF4128-5DDA-4EA0-9B1C-4EE4D92995C5}" destId="{9311B884-39A2-41E3-A124-D3967061CDE1}" srcOrd="1" destOrd="0" presId="urn:microsoft.com/office/officeart/2005/8/layout/default"/>
    <dgm:cxn modelId="{E22ABE77-B617-4992-9E68-C1785F489AD8}" type="presParOf" srcId="{71CF4128-5DDA-4EA0-9B1C-4EE4D92995C5}" destId="{581DEE20-45CF-4E62-ABCE-6DD8674130E0}" srcOrd="2" destOrd="0" presId="urn:microsoft.com/office/officeart/2005/8/layout/default"/>
    <dgm:cxn modelId="{2BDF35E6-D7F5-4A2A-8925-FF6774F4D6F6}" type="presParOf" srcId="{71CF4128-5DDA-4EA0-9B1C-4EE4D92995C5}" destId="{C1C5BCAF-AF23-4392-81DE-8B3EC49A670F}" srcOrd="3" destOrd="0" presId="urn:microsoft.com/office/officeart/2005/8/layout/default"/>
    <dgm:cxn modelId="{E5928ADD-80C1-4CC9-9567-04DE972F1133}" type="presParOf" srcId="{71CF4128-5DDA-4EA0-9B1C-4EE4D92995C5}" destId="{F55634C3-BD15-41CF-A73D-D49424D26E76}" srcOrd="4" destOrd="0" presId="urn:microsoft.com/office/officeart/2005/8/layout/default"/>
    <dgm:cxn modelId="{83BAABC5-D12C-443B-A3F3-27FDC0FFEE51}" type="presParOf" srcId="{71CF4128-5DDA-4EA0-9B1C-4EE4D92995C5}" destId="{1268D515-A635-4682-8556-C8AB33593B46}" srcOrd="5" destOrd="0" presId="urn:microsoft.com/office/officeart/2005/8/layout/default"/>
    <dgm:cxn modelId="{DFB47216-BCFA-40CE-9D40-617E76975BF4}" type="presParOf" srcId="{71CF4128-5DDA-4EA0-9B1C-4EE4D92995C5}" destId="{C1B73174-2487-4C65-978B-07F51E411CD4}"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A7EAED1-F930-4F21-9516-76A135D72E07}" type="doc">
      <dgm:prSet loTypeId="urn:microsoft.com/office/officeart/2005/8/layout/default" loCatId="list" qsTypeId="urn:microsoft.com/office/officeart/2005/8/quickstyle/simple1" qsCatId="simple" csTypeId="urn:microsoft.com/office/officeart/2005/8/colors/accent2_1" csCatId="accent2" phldr="1"/>
      <dgm:spPr/>
      <dgm:t>
        <a:bodyPr/>
        <a:lstStyle/>
        <a:p>
          <a:endParaRPr lang="fr-FR"/>
        </a:p>
      </dgm:t>
    </dgm:pt>
    <dgm:pt modelId="{AB317074-77A3-4BE9-BA8E-84B494C6D5FB}">
      <dgm:prSet phldrT="[Texte]" custT="1"/>
      <dgm:spPr/>
      <dgm:t>
        <a:bodyPr/>
        <a:lstStyle/>
        <a:p>
          <a:r>
            <a:rPr lang="fr-FR" sz="2800" dirty="0"/>
            <a:t>Budget  (location/ achat)</a:t>
          </a:r>
        </a:p>
      </dgm:t>
    </dgm:pt>
    <dgm:pt modelId="{22ACE22B-3DF7-44C3-A193-470A14A9504F}" type="parTrans" cxnId="{B67E2911-0694-4A08-83A4-9E71F350BFE2}">
      <dgm:prSet/>
      <dgm:spPr/>
      <dgm:t>
        <a:bodyPr/>
        <a:lstStyle/>
        <a:p>
          <a:endParaRPr lang="fr-FR"/>
        </a:p>
      </dgm:t>
    </dgm:pt>
    <dgm:pt modelId="{FB3771CD-AA07-4816-9E91-16E8AC0410F3}" type="sibTrans" cxnId="{B67E2911-0694-4A08-83A4-9E71F350BFE2}">
      <dgm:prSet/>
      <dgm:spPr/>
      <dgm:t>
        <a:bodyPr/>
        <a:lstStyle/>
        <a:p>
          <a:endParaRPr lang="fr-FR"/>
        </a:p>
      </dgm:t>
    </dgm:pt>
    <dgm:pt modelId="{6392103A-A8ED-4491-9DFD-915C72D28281}">
      <dgm:prSet phldrT="[Texte]" custT="1"/>
      <dgm:spPr/>
      <dgm:t>
        <a:bodyPr/>
        <a:lstStyle/>
        <a:p>
          <a:r>
            <a:rPr lang="fr-FR" sz="2800" dirty="0"/>
            <a:t>Qualité (moyenne, supérieure)</a:t>
          </a:r>
        </a:p>
      </dgm:t>
    </dgm:pt>
    <dgm:pt modelId="{072105CE-252C-4147-9F0A-F26E1E1BD92F}" type="parTrans" cxnId="{1C88BD12-B09B-47E1-8295-FA641397B376}">
      <dgm:prSet/>
      <dgm:spPr/>
      <dgm:t>
        <a:bodyPr/>
        <a:lstStyle/>
        <a:p>
          <a:endParaRPr lang="fr-FR"/>
        </a:p>
      </dgm:t>
    </dgm:pt>
    <dgm:pt modelId="{A8782BC2-6BC3-4F63-8B5B-87454BD9030B}" type="sibTrans" cxnId="{1C88BD12-B09B-47E1-8295-FA641397B376}">
      <dgm:prSet/>
      <dgm:spPr/>
      <dgm:t>
        <a:bodyPr/>
        <a:lstStyle/>
        <a:p>
          <a:endParaRPr lang="fr-FR"/>
        </a:p>
      </dgm:t>
    </dgm:pt>
    <dgm:pt modelId="{C3EE18A0-FF45-4EDC-84D7-E88FBD4EC3E9}">
      <dgm:prSet phldrT="[Texte]" custT="1"/>
      <dgm:spPr/>
      <dgm:t>
        <a:bodyPr/>
        <a:lstStyle/>
        <a:p>
          <a:r>
            <a:rPr lang="fr-FR" sz="2800" dirty="0"/>
            <a:t>Délai </a:t>
          </a:r>
        </a:p>
      </dgm:t>
    </dgm:pt>
    <dgm:pt modelId="{24EE99A3-59FF-4F35-87DF-CADE907602A8}" type="parTrans" cxnId="{08C99E15-8577-4ED8-A278-B089E72E261E}">
      <dgm:prSet/>
      <dgm:spPr/>
      <dgm:t>
        <a:bodyPr/>
        <a:lstStyle/>
        <a:p>
          <a:endParaRPr lang="fr-FR"/>
        </a:p>
      </dgm:t>
    </dgm:pt>
    <dgm:pt modelId="{40643894-4AEB-4027-A531-AEAAA2ED713A}" type="sibTrans" cxnId="{08C99E15-8577-4ED8-A278-B089E72E261E}">
      <dgm:prSet/>
      <dgm:spPr/>
      <dgm:t>
        <a:bodyPr/>
        <a:lstStyle/>
        <a:p>
          <a:endParaRPr lang="fr-FR"/>
        </a:p>
      </dgm:t>
    </dgm:pt>
    <dgm:pt modelId="{94090024-AD18-4155-912E-F4685F2D11B8}" type="pres">
      <dgm:prSet presAssocID="{6A7EAED1-F930-4F21-9516-76A135D72E07}" presName="diagram" presStyleCnt="0">
        <dgm:presLayoutVars>
          <dgm:dir/>
          <dgm:resizeHandles val="exact"/>
        </dgm:presLayoutVars>
      </dgm:prSet>
      <dgm:spPr/>
    </dgm:pt>
    <dgm:pt modelId="{9B831D44-9A10-44C9-BACE-D9E78E44D0E6}" type="pres">
      <dgm:prSet presAssocID="{AB317074-77A3-4BE9-BA8E-84B494C6D5FB}" presName="node" presStyleLbl="node1" presStyleIdx="0" presStyleCnt="3">
        <dgm:presLayoutVars>
          <dgm:bulletEnabled val="1"/>
        </dgm:presLayoutVars>
      </dgm:prSet>
      <dgm:spPr/>
    </dgm:pt>
    <dgm:pt modelId="{F05A68A0-24FE-47FC-88F9-034035CEB3B0}" type="pres">
      <dgm:prSet presAssocID="{FB3771CD-AA07-4816-9E91-16E8AC0410F3}" presName="sibTrans" presStyleCnt="0"/>
      <dgm:spPr/>
    </dgm:pt>
    <dgm:pt modelId="{B4B0D3E7-1158-404B-8B3A-94037D0E4F63}" type="pres">
      <dgm:prSet presAssocID="{6392103A-A8ED-4491-9DFD-915C72D28281}" presName="node" presStyleLbl="node1" presStyleIdx="1" presStyleCnt="3">
        <dgm:presLayoutVars>
          <dgm:bulletEnabled val="1"/>
        </dgm:presLayoutVars>
      </dgm:prSet>
      <dgm:spPr/>
    </dgm:pt>
    <dgm:pt modelId="{BC3839B3-4428-4EA3-BE15-EB64C6364428}" type="pres">
      <dgm:prSet presAssocID="{A8782BC2-6BC3-4F63-8B5B-87454BD9030B}" presName="sibTrans" presStyleCnt="0"/>
      <dgm:spPr/>
    </dgm:pt>
    <dgm:pt modelId="{138E0F9C-6704-4034-A307-8434D220B2B9}" type="pres">
      <dgm:prSet presAssocID="{C3EE18A0-FF45-4EDC-84D7-E88FBD4EC3E9}" presName="node" presStyleLbl="node1" presStyleIdx="2" presStyleCnt="3">
        <dgm:presLayoutVars>
          <dgm:bulletEnabled val="1"/>
        </dgm:presLayoutVars>
      </dgm:prSet>
      <dgm:spPr/>
    </dgm:pt>
  </dgm:ptLst>
  <dgm:cxnLst>
    <dgm:cxn modelId="{B67E2911-0694-4A08-83A4-9E71F350BFE2}" srcId="{6A7EAED1-F930-4F21-9516-76A135D72E07}" destId="{AB317074-77A3-4BE9-BA8E-84B494C6D5FB}" srcOrd="0" destOrd="0" parTransId="{22ACE22B-3DF7-44C3-A193-470A14A9504F}" sibTransId="{FB3771CD-AA07-4816-9E91-16E8AC0410F3}"/>
    <dgm:cxn modelId="{1C88BD12-B09B-47E1-8295-FA641397B376}" srcId="{6A7EAED1-F930-4F21-9516-76A135D72E07}" destId="{6392103A-A8ED-4491-9DFD-915C72D28281}" srcOrd="1" destOrd="0" parTransId="{072105CE-252C-4147-9F0A-F26E1E1BD92F}" sibTransId="{A8782BC2-6BC3-4F63-8B5B-87454BD9030B}"/>
    <dgm:cxn modelId="{08C99E15-8577-4ED8-A278-B089E72E261E}" srcId="{6A7EAED1-F930-4F21-9516-76A135D72E07}" destId="{C3EE18A0-FF45-4EDC-84D7-E88FBD4EC3E9}" srcOrd="2" destOrd="0" parTransId="{24EE99A3-59FF-4F35-87DF-CADE907602A8}" sibTransId="{40643894-4AEB-4027-A531-AEAAA2ED713A}"/>
    <dgm:cxn modelId="{6E56DC17-B85D-452C-9A69-7AAD048E5BF9}" type="presOf" srcId="{AB317074-77A3-4BE9-BA8E-84B494C6D5FB}" destId="{9B831D44-9A10-44C9-BACE-D9E78E44D0E6}" srcOrd="0" destOrd="0" presId="urn:microsoft.com/office/officeart/2005/8/layout/default"/>
    <dgm:cxn modelId="{889D4340-0D86-4739-8660-7726CD2B1A78}" type="presOf" srcId="{6A7EAED1-F930-4F21-9516-76A135D72E07}" destId="{94090024-AD18-4155-912E-F4685F2D11B8}" srcOrd="0" destOrd="0" presId="urn:microsoft.com/office/officeart/2005/8/layout/default"/>
    <dgm:cxn modelId="{EC08B556-C8A1-4A9E-B083-1896E1974F5C}" type="presOf" srcId="{6392103A-A8ED-4491-9DFD-915C72D28281}" destId="{B4B0D3E7-1158-404B-8B3A-94037D0E4F63}" srcOrd="0" destOrd="0" presId="urn:microsoft.com/office/officeart/2005/8/layout/default"/>
    <dgm:cxn modelId="{A0D241BD-BFA4-4913-AFF8-573B602D357F}" type="presOf" srcId="{C3EE18A0-FF45-4EDC-84D7-E88FBD4EC3E9}" destId="{138E0F9C-6704-4034-A307-8434D220B2B9}" srcOrd="0" destOrd="0" presId="urn:microsoft.com/office/officeart/2005/8/layout/default"/>
    <dgm:cxn modelId="{05CE31E8-8610-4EC4-8025-2E828D476F13}" type="presParOf" srcId="{94090024-AD18-4155-912E-F4685F2D11B8}" destId="{9B831D44-9A10-44C9-BACE-D9E78E44D0E6}" srcOrd="0" destOrd="0" presId="urn:microsoft.com/office/officeart/2005/8/layout/default"/>
    <dgm:cxn modelId="{957CE3FB-27DD-4C11-99D7-5D975A926530}" type="presParOf" srcId="{94090024-AD18-4155-912E-F4685F2D11B8}" destId="{F05A68A0-24FE-47FC-88F9-034035CEB3B0}" srcOrd="1" destOrd="0" presId="urn:microsoft.com/office/officeart/2005/8/layout/default"/>
    <dgm:cxn modelId="{BD159E01-A756-4891-9726-BE7D19DB6A38}" type="presParOf" srcId="{94090024-AD18-4155-912E-F4685F2D11B8}" destId="{B4B0D3E7-1158-404B-8B3A-94037D0E4F63}" srcOrd="2" destOrd="0" presId="urn:microsoft.com/office/officeart/2005/8/layout/default"/>
    <dgm:cxn modelId="{4DF59D9B-386B-453A-B9AF-695E2BD292C1}" type="presParOf" srcId="{94090024-AD18-4155-912E-F4685F2D11B8}" destId="{BC3839B3-4428-4EA3-BE15-EB64C6364428}" srcOrd="3" destOrd="0" presId="urn:microsoft.com/office/officeart/2005/8/layout/default"/>
    <dgm:cxn modelId="{CCC3B475-6757-498C-9C27-FD290308405D}" type="presParOf" srcId="{94090024-AD18-4155-912E-F4685F2D11B8}" destId="{138E0F9C-6704-4034-A307-8434D220B2B9}"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C5C6642-B79D-4912-B78F-B45923CC1B69}" type="doc">
      <dgm:prSet loTypeId="urn:microsoft.com/office/officeart/2005/8/layout/list1" loCatId="list" qsTypeId="urn:microsoft.com/office/officeart/2005/8/quickstyle/simple1" qsCatId="simple" csTypeId="urn:microsoft.com/office/officeart/2005/8/colors/accent0_2" csCatId="mainScheme" phldr="1"/>
      <dgm:spPr/>
      <dgm:t>
        <a:bodyPr/>
        <a:lstStyle/>
        <a:p>
          <a:endParaRPr lang="fr-FR"/>
        </a:p>
      </dgm:t>
    </dgm:pt>
    <dgm:pt modelId="{EF1ED9DC-4623-4BF1-90E8-966C015485BA}">
      <dgm:prSet phldrT="[Texte]"/>
      <dgm:spPr/>
      <dgm:t>
        <a:bodyPr/>
        <a:lstStyle/>
        <a:p>
          <a:r>
            <a:rPr lang="fr-FR" dirty="0"/>
            <a:t>Tâches </a:t>
          </a:r>
        </a:p>
      </dgm:t>
    </dgm:pt>
    <dgm:pt modelId="{4DE5ACC7-8B8E-499B-97E2-A46846825BAD}" type="parTrans" cxnId="{679D8252-1683-476C-B59B-D20E72FBC5F7}">
      <dgm:prSet/>
      <dgm:spPr/>
      <dgm:t>
        <a:bodyPr/>
        <a:lstStyle/>
        <a:p>
          <a:endParaRPr lang="fr-FR"/>
        </a:p>
      </dgm:t>
    </dgm:pt>
    <dgm:pt modelId="{1337662F-192B-46A3-94E3-3E4434A1C29C}" type="sibTrans" cxnId="{679D8252-1683-476C-B59B-D20E72FBC5F7}">
      <dgm:prSet/>
      <dgm:spPr/>
      <dgm:t>
        <a:bodyPr/>
        <a:lstStyle/>
        <a:p>
          <a:endParaRPr lang="fr-FR"/>
        </a:p>
      </dgm:t>
    </dgm:pt>
    <dgm:pt modelId="{868EE876-87DE-4A45-A2E0-0A328E7A8B6C}">
      <dgm:prSet phldrT="[Texte]"/>
      <dgm:spPr/>
      <dgm:t>
        <a:bodyPr/>
        <a:lstStyle/>
        <a:p>
          <a:r>
            <a:rPr lang="fr-FR" dirty="0"/>
            <a:t>Jalons</a:t>
          </a:r>
        </a:p>
      </dgm:t>
    </dgm:pt>
    <dgm:pt modelId="{2CE1C863-01B6-4F90-A033-7E2E2F378443}" type="parTrans" cxnId="{89FFB6A3-85C7-4B9B-9FD6-F83C8E4BE8FB}">
      <dgm:prSet/>
      <dgm:spPr/>
      <dgm:t>
        <a:bodyPr/>
        <a:lstStyle/>
        <a:p>
          <a:endParaRPr lang="fr-FR"/>
        </a:p>
      </dgm:t>
    </dgm:pt>
    <dgm:pt modelId="{EDFBDD4D-210B-4481-9F2F-AC3DF94FE258}" type="sibTrans" cxnId="{89FFB6A3-85C7-4B9B-9FD6-F83C8E4BE8FB}">
      <dgm:prSet/>
      <dgm:spPr/>
      <dgm:t>
        <a:bodyPr/>
        <a:lstStyle/>
        <a:p>
          <a:endParaRPr lang="fr-FR"/>
        </a:p>
      </dgm:t>
    </dgm:pt>
    <dgm:pt modelId="{F0749EC8-ADBF-472F-A520-92BC4201E27C}">
      <dgm:prSet phldrT="[Texte]"/>
      <dgm:spPr/>
      <dgm:t>
        <a:bodyPr/>
        <a:lstStyle/>
        <a:p>
          <a:r>
            <a:rPr lang="fr-FR" dirty="0"/>
            <a:t>Livrable</a:t>
          </a:r>
        </a:p>
      </dgm:t>
    </dgm:pt>
    <dgm:pt modelId="{FFD776EE-F065-4382-AF03-21B5D5637777}" type="parTrans" cxnId="{AF43EAB0-44F2-4D3B-BED5-2DB60D63000B}">
      <dgm:prSet/>
      <dgm:spPr/>
      <dgm:t>
        <a:bodyPr/>
        <a:lstStyle/>
        <a:p>
          <a:endParaRPr lang="fr-FR"/>
        </a:p>
      </dgm:t>
    </dgm:pt>
    <dgm:pt modelId="{2C492C17-B603-4CDF-A5D7-E96FED39586D}" type="sibTrans" cxnId="{AF43EAB0-44F2-4D3B-BED5-2DB60D63000B}">
      <dgm:prSet/>
      <dgm:spPr/>
      <dgm:t>
        <a:bodyPr/>
        <a:lstStyle/>
        <a:p>
          <a:endParaRPr lang="fr-FR"/>
        </a:p>
      </dgm:t>
    </dgm:pt>
    <dgm:pt modelId="{E8E6AD88-37C9-45AF-8F62-AF0EBA3114F0}" type="pres">
      <dgm:prSet presAssocID="{FC5C6642-B79D-4912-B78F-B45923CC1B69}" presName="linear" presStyleCnt="0">
        <dgm:presLayoutVars>
          <dgm:dir/>
          <dgm:animLvl val="lvl"/>
          <dgm:resizeHandles val="exact"/>
        </dgm:presLayoutVars>
      </dgm:prSet>
      <dgm:spPr/>
    </dgm:pt>
    <dgm:pt modelId="{D7058353-A480-4D64-BFD1-4A0041C23F50}" type="pres">
      <dgm:prSet presAssocID="{EF1ED9DC-4623-4BF1-90E8-966C015485BA}" presName="parentLin" presStyleCnt="0"/>
      <dgm:spPr/>
    </dgm:pt>
    <dgm:pt modelId="{8F84820D-07EE-4500-831A-8D75D5974656}" type="pres">
      <dgm:prSet presAssocID="{EF1ED9DC-4623-4BF1-90E8-966C015485BA}" presName="parentLeftMargin" presStyleLbl="node1" presStyleIdx="0" presStyleCnt="3"/>
      <dgm:spPr/>
    </dgm:pt>
    <dgm:pt modelId="{7499F667-C04A-47F0-9432-84B158B83F96}" type="pres">
      <dgm:prSet presAssocID="{EF1ED9DC-4623-4BF1-90E8-966C015485BA}" presName="parentText" presStyleLbl="node1" presStyleIdx="0" presStyleCnt="3">
        <dgm:presLayoutVars>
          <dgm:chMax val="0"/>
          <dgm:bulletEnabled val="1"/>
        </dgm:presLayoutVars>
      </dgm:prSet>
      <dgm:spPr/>
    </dgm:pt>
    <dgm:pt modelId="{1B931184-3B3B-4CCD-BA23-A0F0B4205FD1}" type="pres">
      <dgm:prSet presAssocID="{EF1ED9DC-4623-4BF1-90E8-966C015485BA}" presName="negativeSpace" presStyleCnt="0"/>
      <dgm:spPr/>
    </dgm:pt>
    <dgm:pt modelId="{85B7460F-11B4-4678-AE3E-544F965BA5D6}" type="pres">
      <dgm:prSet presAssocID="{EF1ED9DC-4623-4BF1-90E8-966C015485BA}" presName="childText" presStyleLbl="conFgAcc1" presStyleIdx="0" presStyleCnt="3">
        <dgm:presLayoutVars>
          <dgm:bulletEnabled val="1"/>
        </dgm:presLayoutVars>
      </dgm:prSet>
      <dgm:spPr/>
    </dgm:pt>
    <dgm:pt modelId="{CCEEE25D-08D7-4061-837B-1219D56CFDD9}" type="pres">
      <dgm:prSet presAssocID="{1337662F-192B-46A3-94E3-3E4434A1C29C}" presName="spaceBetweenRectangles" presStyleCnt="0"/>
      <dgm:spPr/>
    </dgm:pt>
    <dgm:pt modelId="{EC99B3E6-5954-4CFE-859E-70A926EEB501}" type="pres">
      <dgm:prSet presAssocID="{868EE876-87DE-4A45-A2E0-0A328E7A8B6C}" presName="parentLin" presStyleCnt="0"/>
      <dgm:spPr/>
    </dgm:pt>
    <dgm:pt modelId="{9DE7B077-B46B-45FF-9CF2-5D0785361339}" type="pres">
      <dgm:prSet presAssocID="{868EE876-87DE-4A45-A2E0-0A328E7A8B6C}" presName="parentLeftMargin" presStyleLbl="node1" presStyleIdx="0" presStyleCnt="3"/>
      <dgm:spPr/>
    </dgm:pt>
    <dgm:pt modelId="{2679CDA0-E384-49FC-AD53-C8DD12F2403A}" type="pres">
      <dgm:prSet presAssocID="{868EE876-87DE-4A45-A2E0-0A328E7A8B6C}" presName="parentText" presStyleLbl="node1" presStyleIdx="1" presStyleCnt="3">
        <dgm:presLayoutVars>
          <dgm:chMax val="0"/>
          <dgm:bulletEnabled val="1"/>
        </dgm:presLayoutVars>
      </dgm:prSet>
      <dgm:spPr/>
    </dgm:pt>
    <dgm:pt modelId="{6C19E3A6-1BE4-426F-878F-ACCB50E8AAA2}" type="pres">
      <dgm:prSet presAssocID="{868EE876-87DE-4A45-A2E0-0A328E7A8B6C}" presName="negativeSpace" presStyleCnt="0"/>
      <dgm:spPr/>
    </dgm:pt>
    <dgm:pt modelId="{E4638ED8-EB4C-466F-AA32-1E39BA7578EA}" type="pres">
      <dgm:prSet presAssocID="{868EE876-87DE-4A45-A2E0-0A328E7A8B6C}" presName="childText" presStyleLbl="conFgAcc1" presStyleIdx="1" presStyleCnt="3">
        <dgm:presLayoutVars>
          <dgm:bulletEnabled val="1"/>
        </dgm:presLayoutVars>
      </dgm:prSet>
      <dgm:spPr/>
    </dgm:pt>
    <dgm:pt modelId="{A677B523-2B68-4837-992F-CCA12ABA0841}" type="pres">
      <dgm:prSet presAssocID="{EDFBDD4D-210B-4481-9F2F-AC3DF94FE258}" presName="spaceBetweenRectangles" presStyleCnt="0"/>
      <dgm:spPr/>
    </dgm:pt>
    <dgm:pt modelId="{C1F232CD-BEA4-45B7-B6A9-427BC3769C28}" type="pres">
      <dgm:prSet presAssocID="{F0749EC8-ADBF-472F-A520-92BC4201E27C}" presName="parentLin" presStyleCnt="0"/>
      <dgm:spPr/>
    </dgm:pt>
    <dgm:pt modelId="{F11CD47D-369B-4134-B454-F12E1E7CD5A1}" type="pres">
      <dgm:prSet presAssocID="{F0749EC8-ADBF-472F-A520-92BC4201E27C}" presName="parentLeftMargin" presStyleLbl="node1" presStyleIdx="1" presStyleCnt="3"/>
      <dgm:spPr/>
    </dgm:pt>
    <dgm:pt modelId="{6085027E-06A8-4A86-87E6-71F412EF78FB}" type="pres">
      <dgm:prSet presAssocID="{F0749EC8-ADBF-472F-A520-92BC4201E27C}" presName="parentText" presStyleLbl="node1" presStyleIdx="2" presStyleCnt="3">
        <dgm:presLayoutVars>
          <dgm:chMax val="0"/>
          <dgm:bulletEnabled val="1"/>
        </dgm:presLayoutVars>
      </dgm:prSet>
      <dgm:spPr/>
    </dgm:pt>
    <dgm:pt modelId="{1C55376B-4132-4943-B17C-2873BA4A2819}" type="pres">
      <dgm:prSet presAssocID="{F0749EC8-ADBF-472F-A520-92BC4201E27C}" presName="negativeSpace" presStyleCnt="0"/>
      <dgm:spPr/>
    </dgm:pt>
    <dgm:pt modelId="{BD6003B7-A547-46D6-B584-438C91BCFE3D}" type="pres">
      <dgm:prSet presAssocID="{F0749EC8-ADBF-472F-A520-92BC4201E27C}" presName="childText" presStyleLbl="conFgAcc1" presStyleIdx="2" presStyleCnt="3">
        <dgm:presLayoutVars>
          <dgm:bulletEnabled val="1"/>
        </dgm:presLayoutVars>
      </dgm:prSet>
      <dgm:spPr/>
    </dgm:pt>
  </dgm:ptLst>
  <dgm:cxnLst>
    <dgm:cxn modelId="{64CD0F11-3181-442F-A4BC-CA8254BEC356}" type="presOf" srcId="{EF1ED9DC-4623-4BF1-90E8-966C015485BA}" destId="{8F84820D-07EE-4500-831A-8D75D5974656}" srcOrd="0" destOrd="0" presId="urn:microsoft.com/office/officeart/2005/8/layout/list1"/>
    <dgm:cxn modelId="{B1288C17-EAB3-4B76-8DD4-CE67E5038CB6}" type="presOf" srcId="{868EE876-87DE-4A45-A2E0-0A328E7A8B6C}" destId="{2679CDA0-E384-49FC-AD53-C8DD12F2403A}" srcOrd="1" destOrd="0" presId="urn:microsoft.com/office/officeart/2005/8/layout/list1"/>
    <dgm:cxn modelId="{A9A28E27-BEF3-48F0-A664-59C3E99FD309}" type="presOf" srcId="{868EE876-87DE-4A45-A2E0-0A328E7A8B6C}" destId="{9DE7B077-B46B-45FF-9CF2-5D0785361339}" srcOrd="0" destOrd="0" presId="urn:microsoft.com/office/officeart/2005/8/layout/list1"/>
    <dgm:cxn modelId="{29B48D2C-6D1D-455E-B699-7C881281A902}" type="presOf" srcId="{FC5C6642-B79D-4912-B78F-B45923CC1B69}" destId="{E8E6AD88-37C9-45AF-8F62-AF0EBA3114F0}" srcOrd="0" destOrd="0" presId="urn:microsoft.com/office/officeart/2005/8/layout/list1"/>
    <dgm:cxn modelId="{93758B3E-6578-4653-9A78-594E03859FC4}" type="presOf" srcId="{EF1ED9DC-4623-4BF1-90E8-966C015485BA}" destId="{7499F667-C04A-47F0-9432-84B158B83F96}" srcOrd="1" destOrd="0" presId="urn:microsoft.com/office/officeart/2005/8/layout/list1"/>
    <dgm:cxn modelId="{679D8252-1683-476C-B59B-D20E72FBC5F7}" srcId="{FC5C6642-B79D-4912-B78F-B45923CC1B69}" destId="{EF1ED9DC-4623-4BF1-90E8-966C015485BA}" srcOrd="0" destOrd="0" parTransId="{4DE5ACC7-8B8E-499B-97E2-A46846825BAD}" sibTransId="{1337662F-192B-46A3-94E3-3E4434A1C29C}"/>
    <dgm:cxn modelId="{93ACA189-0FDE-48EF-95C7-34D20FB0C65F}" type="presOf" srcId="{F0749EC8-ADBF-472F-A520-92BC4201E27C}" destId="{6085027E-06A8-4A86-87E6-71F412EF78FB}" srcOrd="1" destOrd="0" presId="urn:microsoft.com/office/officeart/2005/8/layout/list1"/>
    <dgm:cxn modelId="{C815E398-0BB0-4281-88E5-41B4112A7E49}" type="presOf" srcId="{F0749EC8-ADBF-472F-A520-92BC4201E27C}" destId="{F11CD47D-369B-4134-B454-F12E1E7CD5A1}" srcOrd="0" destOrd="0" presId="urn:microsoft.com/office/officeart/2005/8/layout/list1"/>
    <dgm:cxn modelId="{89FFB6A3-85C7-4B9B-9FD6-F83C8E4BE8FB}" srcId="{FC5C6642-B79D-4912-B78F-B45923CC1B69}" destId="{868EE876-87DE-4A45-A2E0-0A328E7A8B6C}" srcOrd="1" destOrd="0" parTransId="{2CE1C863-01B6-4F90-A033-7E2E2F378443}" sibTransId="{EDFBDD4D-210B-4481-9F2F-AC3DF94FE258}"/>
    <dgm:cxn modelId="{AF43EAB0-44F2-4D3B-BED5-2DB60D63000B}" srcId="{FC5C6642-B79D-4912-B78F-B45923CC1B69}" destId="{F0749EC8-ADBF-472F-A520-92BC4201E27C}" srcOrd="2" destOrd="0" parTransId="{FFD776EE-F065-4382-AF03-21B5D5637777}" sibTransId="{2C492C17-B603-4CDF-A5D7-E96FED39586D}"/>
    <dgm:cxn modelId="{2EEB659F-2A5D-4CBC-ADFF-6981CD10A1C6}" type="presParOf" srcId="{E8E6AD88-37C9-45AF-8F62-AF0EBA3114F0}" destId="{D7058353-A480-4D64-BFD1-4A0041C23F50}" srcOrd="0" destOrd="0" presId="urn:microsoft.com/office/officeart/2005/8/layout/list1"/>
    <dgm:cxn modelId="{A1643E74-69DB-440B-92B5-3DD0B50ECD1A}" type="presParOf" srcId="{D7058353-A480-4D64-BFD1-4A0041C23F50}" destId="{8F84820D-07EE-4500-831A-8D75D5974656}" srcOrd="0" destOrd="0" presId="urn:microsoft.com/office/officeart/2005/8/layout/list1"/>
    <dgm:cxn modelId="{5C7118A3-780E-4E22-9EB3-C5C36753E3FB}" type="presParOf" srcId="{D7058353-A480-4D64-BFD1-4A0041C23F50}" destId="{7499F667-C04A-47F0-9432-84B158B83F96}" srcOrd="1" destOrd="0" presId="urn:microsoft.com/office/officeart/2005/8/layout/list1"/>
    <dgm:cxn modelId="{00ADB8F8-03B2-444F-9964-552A2C0EE563}" type="presParOf" srcId="{E8E6AD88-37C9-45AF-8F62-AF0EBA3114F0}" destId="{1B931184-3B3B-4CCD-BA23-A0F0B4205FD1}" srcOrd="1" destOrd="0" presId="urn:microsoft.com/office/officeart/2005/8/layout/list1"/>
    <dgm:cxn modelId="{7138A6F9-E29D-4AAC-934E-E38AB1D5B76D}" type="presParOf" srcId="{E8E6AD88-37C9-45AF-8F62-AF0EBA3114F0}" destId="{85B7460F-11B4-4678-AE3E-544F965BA5D6}" srcOrd="2" destOrd="0" presId="urn:microsoft.com/office/officeart/2005/8/layout/list1"/>
    <dgm:cxn modelId="{24906B02-9106-49C9-8A95-0E16C5F424ED}" type="presParOf" srcId="{E8E6AD88-37C9-45AF-8F62-AF0EBA3114F0}" destId="{CCEEE25D-08D7-4061-837B-1219D56CFDD9}" srcOrd="3" destOrd="0" presId="urn:microsoft.com/office/officeart/2005/8/layout/list1"/>
    <dgm:cxn modelId="{8D8E7BCD-C4B5-4DAF-9A93-65054DB08F63}" type="presParOf" srcId="{E8E6AD88-37C9-45AF-8F62-AF0EBA3114F0}" destId="{EC99B3E6-5954-4CFE-859E-70A926EEB501}" srcOrd="4" destOrd="0" presId="urn:microsoft.com/office/officeart/2005/8/layout/list1"/>
    <dgm:cxn modelId="{06DAE8B9-A4BB-4150-992B-B07A1A500CD8}" type="presParOf" srcId="{EC99B3E6-5954-4CFE-859E-70A926EEB501}" destId="{9DE7B077-B46B-45FF-9CF2-5D0785361339}" srcOrd="0" destOrd="0" presId="urn:microsoft.com/office/officeart/2005/8/layout/list1"/>
    <dgm:cxn modelId="{7B51DA73-E228-43C9-A8C0-4F55DF0214DF}" type="presParOf" srcId="{EC99B3E6-5954-4CFE-859E-70A926EEB501}" destId="{2679CDA0-E384-49FC-AD53-C8DD12F2403A}" srcOrd="1" destOrd="0" presId="urn:microsoft.com/office/officeart/2005/8/layout/list1"/>
    <dgm:cxn modelId="{BE47E707-2CBE-4D63-AFD4-321E76152F83}" type="presParOf" srcId="{E8E6AD88-37C9-45AF-8F62-AF0EBA3114F0}" destId="{6C19E3A6-1BE4-426F-878F-ACCB50E8AAA2}" srcOrd="5" destOrd="0" presId="urn:microsoft.com/office/officeart/2005/8/layout/list1"/>
    <dgm:cxn modelId="{AFA28824-B1F8-4998-A182-4AFBBE4A6707}" type="presParOf" srcId="{E8E6AD88-37C9-45AF-8F62-AF0EBA3114F0}" destId="{E4638ED8-EB4C-466F-AA32-1E39BA7578EA}" srcOrd="6" destOrd="0" presId="urn:microsoft.com/office/officeart/2005/8/layout/list1"/>
    <dgm:cxn modelId="{DF282C31-58A9-406E-989A-A96128799629}" type="presParOf" srcId="{E8E6AD88-37C9-45AF-8F62-AF0EBA3114F0}" destId="{A677B523-2B68-4837-992F-CCA12ABA0841}" srcOrd="7" destOrd="0" presId="urn:microsoft.com/office/officeart/2005/8/layout/list1"/>
    <dgm:cxn modelId="{1E8B6306-2269-4129-B8DE-4ACE1AA4AF46}" type="presParOf" srcId="{E8E6AD88-37C9-45AF-8F62-AF0EBA3114F0}" destId="{C1F232CD-BEA4-45B7-B6A9-427BC3769C28}" srcOrd="8" destOrd="0" presId="urn:microsoft.com/office/officeart/2005/8/layout/list1"/>
    <dgm:cxn modelId="{0FFF120B-BB1B-41CA-A41A-80D3F4B59E32}" type="presParOf" srcId="{C1F232CD-BEA4-45B7-B6A9-427BC3769C28}" destId="{F11CD47D-369B-4134-B454-F12E1E7CD5A1}" srcOrd="0" destOrd="0" presId="urn:microsoft.com/office/officeart/2005/8/layout/list1"/>
    <dgm:cxn modelId="{DA5DB70A-47E8-401F-8412-63FCB61A93BF}" type="presParOf" srcId="{C1F232CD-BEA4-45B7-B6A9-427BC3769C28}" destId="{6085027E-06A8-4A86-87E6-71F412EF78FB}" srcOrd="1" destOrd="0" presId="urn:microsoft.com/office/officeart/2005/8/layout/list1"/>
    <dgm:cxn modelId="{9516F749-473C-470E-9D16-43ABAA5A035E}" type="presParOf" srcId="{E8E6AD88-37C9-45AF-8F62-AF0EBA3114F0}" destId="{1C55376B-4132-4943-B17C-2873BA4A2819}" srcOrd="9" destOrd="0" presId="urn:microsoft.com/office/officeart/2005/8/layout/list1"/>
    <dgm:cxn modelId="{5A5CE15D-117D-4FBB-B9DC-45651259C7DD}" type="presParOf" srcId="{E8E6AD88-37C9-45AF-8F62-AF0EBA3114F0}" destId="{BD6003B7-A547-46D6-B584-438C91BCFE3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0553AAB-39E1-4BD1-8F43-B20962B6FB8B}"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fr-FR"/>
        </a:p>
      </dgm:t>
    </dgm:pt>
    <dgm:pt modelId="{C4F1F809-92A6-48BD-8DEB-41AEA166BE66}">
      <dgm:prSet phldrT="[Texte]"/>
      <dgm:spPr/>
      <dgm:t>
        <a:bodyPr/>
        <a:lstStyle/>
        <a:p>
          <a:r>
            <a:rPr lang="fr-FR" dirty="0"/>
            <a:t>Le gestionnaire de projet</a:t>
          </a:r>
        </a:p>
      </dgm:t>
    </dgm:pt>
    <dgm:pt modelId="{1156DEB1-396A-4774-9572-B3A641DD943D}" type="parTrans" cxnId="{65CC54F3-065F-405A-8721-8E6FCA30E625}">
      <dgm:prSet/>
      <dgm:spPr/>
      <dgm:t>
        <a:bodyPr/>
        <a:lstStyle/>
        <a:p>
          <a:endParaRPr lang="fr-FR"/>
        </a:p>
      </dgm:t>
    </dgm:pt>
    <dgm:pt modelId="{A552B0D9-4E22-4C48-8C63-D513F9A6BDD3}" type="sibTrans" cxnId="{65CC54F3-065F-405A-8721-8E6FCA30E625}">
      <dgm:prSet/>
      <dgm:spPr/>
      <dgm:t>
        <a:bodyPr/>
        <a:lstStyle/>
        <a:p>
          <a:endParaRPr lang="fr-FR"/>
        </a:p>
      </dgm:t>
    </dgm:pt>
    <dgm:pt modelId="{F43A71BC-4A1E-4364-9E97-D8D344779838}">
      <dgm:prSet phldrT="[Texte]"/>
      <dgm:spPr/>
      <dgm:t>
        <a:bodyPr/>
        <a:lstStyle/>
        <a:p>
          <a:r>
            <a:rPr lang="fr-FR" dirty="0"/>
            <a:t>L’équipe de projet</a:t>
          </a:r>
        </a:p>
      </dgm:t>
    </dgm:pt>
    <dgm:pt modelId="{BB3BAAB8-8FB1-4533-BE21-3ACCE22B3EA7}" type="parTrans" cxnId="{70637824-C1C2-4833-8298-6882385A7656}">
      <dgm:prSet/>
      <dgm:spPr/>
      <dgm:t>
        <a:bodyPr/>
        <a:lstStyle/>
        <a:p>
          <a:endParaRPr lang="fr-FR"/>
        </a:p>
      </dgm:t>
    </dgm:pt>
    <dgm:pt modelId="{7A0A6C4C-8D86-43CB-AB38-67B477B489BA}" type="sibTrans" cxnId="{70637824-C1C2-4833-8298-6882385A7656}">
      <dgm:prSet/>
      <dgm:spPr/>
      <dgm:t>
        <a:bodyPr/>
        <a:lstStyle/>
        <a:p>
          <a:endParaRPr lang="fr-FR"/>
        </a:p>
      </dgm:t>
    </dgm:pt>
    <dgm:pt modelId="{C389050F-E9BE-4702-8B97-A5563F7423BB}">
      <dgm:prSet phldrT="[Texte]"/>
      <dgm:spPr/>
      <dgm:t>
        <a:bodyPr/>
        <a:lstStyle/>
        <a:p>
          <a:r>
            <a:rPr lang="fr-FR" dirty="0"/>
            <a:t>Les </a:t>
          </a:r>
          <a:r>
            <a:rPr lang="fr-FR" dirty="0" err="1"/>
            <a:t>stakeholders</a:t>
          </a:r>
          <a:endParaRPr lang="fr-FR" dirty="0"/>
        </a:p>
      </dgm:t>
    </dgm:pt>
    <dgm:pt modelId="{E3EFAC22-EEA9-46A8-B0ED-1A79419F423A}" type="parTrans" cxnId="{511C62C1-0804-43E6-B63D-9377D7C43923}">
      <dgm:prSet/>
      <dgm:spPr/>
      <dgm:t>
        <a:bodyPr/>
        <a:lstStyle/>
        <a:p>
          <a:endParaRPr lang="fr-FR"/>
        </a:p>
      </dgm:t>
    </dgm:pt>
    <dgm:pt modelId="{F65A0E04-28E1-4A97-BAE0-00837D4EE079}" type="sibTrans" cxnId="{511C62C1-0804-43E6-B63D-9377D7C43923}">
      <dgm:prSet/>
      <dgm:spPr/>
      <dgm:t>
        <a:bodyPr/>
        <a:lstStyle/>
        <a:p>
          <a:endParaRPr lang="fr-FR"/>
        </a:p>
      </dgm:t>
    </dgm:pt>
    <dgm:pt modelId="{0A9D493B-AB1B-4757-8C98-E85DEDBDD968}" type="pres">
      <dgm:prSet presAssocID="{F0553AAB-39E1-4BD1-8F43-B20962B6FB8B}" presName="Name0" presStyleCnt="0">
        <dgm:presLayoutVars>
          <dgm:dir/>
          <dgm:resizeHandles val="exact"/>
        </dgm:presLayoutVars>
      </dgm:prSet>
      <dgm:spPr/>
    </dgm:pt>
    <dgm:pt modelId="{CAC24F02-6692-47C4-A835-9F9BE886BE65}" type="pres">
      <dgm:prSet presAssocID="{C4F1F809-92A6-48BD-8DEB-41AEA166BE66}" presName="compNode" presStyleCnt="0"/>
      <dgm:spPr/>
    </dgm:pt>
    <dgm:pt modelId="{F290DD1E-CBBB-4C0D-A83D-491D8623D2A9}" type="pres">
      <dgm:prSet presAssocID="{C4F1F809-92A6-48BD-8DEB-41AEA166BE66}" presName="pictRect" presStyleLbl="node1" presStyleIdx="0" presStyleCnt="3"/>
      <dgm:spPr>
        <a:blipFill rotWithShape="1">
          <a:blip xmlns:r="http://schemas.openxmlformats.org/officeDocument/2006/relationships" r:embed="rId1"/>
          <a:stretch>
            <a:fillRect/>
          </a:stretch>
        </a:blipFill>
      </dgm:spPr>
    </dgm:pt>
    <dgm:pt modelId="{C23D4B67-D28C-45D8-B5CA-721EF352E664}" type="pres">
      <dgm:prSet presAssocID="{C4F1F809-92A6-48BD-8DEB-41AEA166BE66}" presName="textRect" presStyleLbl="revTx" presStyleIdx="0" presStyleCnt="3">
        <dgm:presLayoutVars>
          <dgm:bulletEnabled val="1"/>
        </dgm:presLayoutVars>
      </dgm:prSet>
      <dgm:spPr/>
    </dgm:pt>
    <dgm:pt modelId="{FAF6F0BA-7D41-4BD2-9ABD-73997B32911D}" type="pres">
      <dgm:prSet presAssocID="{A552B0D9-4E22-4C48-8C63-D513F9A6BDD3}" presName="sibTrans" presStyleLbl="sibTrans2D1" presStyleIdx="0" presStyleCnt="0"/>
      <dgm:spPr/>
    </dgm:pt>
    <dgm:pt modelId="{CB9E05E6-E546-40CE-A505-F9EDBFBF67D1}" type="pres">
      <dgm:prSet presAssocID="{F43A71BC-4A1E-4364-9E97-D8D344779838}" presName="compNode" presStyleCnt="0"/>
      <dgm:spPr/>
    </dgm:pt>
    <dgm:pt modelId="{1916C1BC-0241-47F9-9577-51F373E28247}" type="pres">
      <dgm:prSet presAssocID="{F43A71BC-4A1E-4364-9E97-D8D344779838}" presName="pictRect" presStyleLbl="node1" presStyleIdx="1" presStyleCnt="3"/>
      <dgm:spPr>
        <a:blipFill rotWithShape="1">
          <a:blip xmlns:r="http://schemas.openxmlformats.org/officeDocument/2006/relationships" r:embed="rId2"/>
          <a:stretch>
            <a:fillRect/>
          </a:stretch>
        </a:blipFill>
      </dgm:spPr>
    </dgm:pt>
    <dgm:pt modelId="{6987588E-DE3E-4EC6-B61B-4B5BDEA61718}" type="pres">
      <dgm:prSet presAssocID="{F43A71BC-4A1E-4364-9E97-D8D344779838}" presName="textRect" presStyleLbl="revTx" presStyleIdx="1" presStyleCnt="3">
        <dgm:presLayoutVars>
          <dgm:bulletEnabled val="1"/>
        </dgm:presLayoutVars>
      </dgm:prSet>
      <dgm:spPr/>
    </dgm:pt>
    <dgm:pt modelId="{D96765C1-6AB1-45AF-8FE3-E18C5EA0CF1F}" type="pres">
      <dgm:prSet presAssocID="{7A0A6C4C-8D86-43CB-AB38-67B477B489BA}" presName="sibTrans" presStyleLbl="sibTrans2D1" presStyleIdx="0" presStyleCnt="0"/>
      <dgm:spPr/>
    </dgm:pt>
    <dgm:pt modelId="{1C953EB2-5DA4-47DB-BE4B-3F0A15DB9EF1}" type="pres">
      <dgm:prSet presAssocID="{C389050F-E9BE-4702-8B97-A5563F7423BB}" presName="compNode" presStyleCnt="0"/>
      <dgm:spPr/>
    </dgm:pt>
    <dgm:pt modelId="{AC987085-CF1D-43E7-AA41-E3AF242EDA51}" type="pres">
      <dgm:prSet presAssocID="{C389050F-E9BE-4702-8B97-A5563F7423BB}" presName="pictRect" presStyleLbl="node1" presStyleIdx="2" presStyleCnt="3"/>
      <dgm:spPr>
        <a:blipFill rotWithShape="1">
          <a:blip xmlns:r="http://schemas.openxmlformats.org/officeDocument/2006/relationships" r:embed="rId3"/>
          <a:stretch>
            <a:fillRect/>
          </a:stretch>
        </a:blipFill>
      </dgm:spPr>
    </dgm:pt>
    <dgm:pt modelId="{C8A18ADD-A818-4DD1-B702-876580656197}" type="pres">
      <dgm:prSet presAssocID="{C389050F-E9BE-4702-8B97-A5563F7423BB}" presName="textRect" presStyleLbl="revTx" presStyleIdx="2" presStyleCnt="3">
        <dgm:presLayoutVars>
          <dgm:bulletEnabled val="1"/>
        </dgm:presLayoutVars>
      </dgm:prSet>
      <dgm:spPr/>
    </dgm:pt>
  </dgm:ptLst>
  <dgm:cxnLst>
    <dgm:cxn modelId="{07FDB600-BA47-40B4-9023-E9E91EF17020}" type="presOf" srcId="{C4F1F809-92A6-48BD-8DEB-41AEA166BE66}" destId="{C23D4B67-D28C-45D8-B5CA-721EF352E664}" srcOrd="0" destOrd="0" presId="urn:microsoft.com/office/officeart/2005/8/layout/pList1"/>
    <dgm:cxn modelId="{70637824-C1C2-4833-8298-6882385A7656}" srcId="{F0553AAB-39E1-4BD1-8F43-B20962B6FB8B}" destId="{F43A71BC-4A1E-4364-9E97-D8D344779838}" srcOrd="1" destOrd="0" parTransId="{BB3BAAB8-8FB1-4533-BE21-3ACCE22B3EA7}" sibTransId="{7A0A6C4C-8D86-43CB-AB38-67B477B489BA}"/>
    <dgm:cxn modelId="{A6E3963A-6C44-49BE-8A1E-818DCB7344C5}" type="presOf" srcId="{C389050F-E9BE-4702-8B97-A5563F7423BB}" destId="{C8A18ADD-A818-4DD1-B702-876580656197}" srcOrd="0" destOrd="0" presId="urn:microsoft.com/office/officeart/2005/8/layout/pList1"/>
    <dgm:cxn modelId="{A544775E-B30B-40A1-A288-D6179854CA56}" type="presOf" srcId="{F0553AAB-39E1-4BD1-8F43-B20962B6FB8B}" destId="{0A9D493B-AB1B-4757-8C98-E85DEDBDD968}" srcOrd="0" destOrd="0" presId="urn:microsoft.com/office/officeart/2005/8/layout/pList1"/>
    <dgm:cxn modelId="{C179DBA4-901A-44AD-8F86-E9F7AA780C25}" type="presOf" srcId="{F43A71BC-4A1E-4364-9E97-D8D344779838}" destId="{6987588E-DE3E-4EC6-B61B-4B5BDEA61718}" srcOrd="0" destOrd="0" presId="urn:microsoft.com/office/officeart/2005/8/layout/pList1"/>
    <dgm:cxn modelId="{9CF863BD-E3E6-4452-9F9C-FE90C6454843}" type="presOf" srcId="{A552B0D9-4E22-4C48-8C63-D513F9A6BDD3}" destId="{FAF6F0BA-7D41-4BD2-9ABD-73997B32911D}" srcOrd="0" destOrd="0" presId="urn:microsoft.com/office/officeart/2005/8/layout/pList1"/>
    <dgm:cxn modelId="{511C62C1-0804-43E6-B63D-9377D7C43923}" srcId="{F0553AAB-39E1-4BD1-8F43-B20962B6FB8B}" destId="{C389050F-E9BE-4702-8B97-A5563F7423BB}" srcOrd="2" destOrd="0" parTransId="{E3EFAC22-EEA9-46A8-B0ED-1A79419F423A}" sibTransId="{F65A0E04-28E1-4A97-BAE0-00837D4EE079}"/>
    <dgm:cxn modelId="{609729CA-A292-4C4D-AF3F-FF8DE4386761}" type="presOf" srcId="{7A0A6C4C-8D86-43CB-AB38-67B477B489BA}" destId="{D96765C1-6AB1-45AF-8FE3-E18C5EA0CF1F}" srcOrd="0" destOrd="0" presId="urn:microsoft.com/office/officeart/2005/8/layout/pList1"/>
    <dgm:cxn modelId="{65CC54F3-065F-405A-8721-8E6FCA30E625}" srcId="{F0553AAB-39E1-4BD1-8F43-B20962B6FB8B}" destId="{C4F1F809-92A6-48BD-8DEB-41AEA166BE66}" srcOrd="0" destOrd="0" parTransId="{1156DEB1-396A-4774-9572-B3A641DD943D}" sibTransId="{A552B0D9-4E22-4C48-8C63-D513F9A6BDD3}"/>
    <dgm:cxn modelId="{2BAE7610-368B-41F6-9B01-93E06B76473A}" type="presParOf" srcId="{0A9D493B-AB1B-4757-8C98-E85DEDBDD968}" destId="{CAC24F02-6692-47C4-A835-9F9BE886BE65}" srcOrd="0" destOrd="0" presId="urn:microsoft.com/office/officeart/2005/8/layout/pList1"/>
    <dgm:cxn modelId="{817A3D7C-CB73-4464-B6DE-D52FA1B5F97C}" type="presParOf" srcId="{CAC24F02-6692-47C4-A835-9F9BE886BE65}" destId="{F290DD1E-CBBB-4C0D-A83D-491D8623D2A9}" srcOrd="0" destOrd="0" presId="urn:microsoft.com/office/officeart/2005/8/layout/pList1"/>
    <dgm:cxn modelId="{21801044-D940-469B-8AD6-669BB42CCD38}" type="presParOf" srcId="{CAC24F02-6692-47C4-A835-9F9BE886BE65}" destId="{C23D4B67-D28C-45D8-B5CA-721EF352E664}" srcOrd="1" destOrd="0" presId="urn:microsoft.com/office/officeart/2005/8/layout/pList1"/>
    <dgm:cxn modelId="{513113F6-869B-47A0-B348-0DEC233494DA}" type="presParOf" srcId="{0A9D493B-AB1B-4757-8C98-E85DEDBDD968}" destId="{FAF6F0BA-7D41-4BD2-9ABD-73997B32911D}" srcOrd="1" destOrd="0" presId="urn:microsoft.com/office/officeart/2005/8/layout/pList1"/>
    <dgm:cxn modelId="{DAC0D604-5438-4ED9-91A7-4125334D51A7}" type="presParOf" srcId="{0A9D493B-AB1B-4757-8C98-E85DEDBDD968}" destId="{CB9E05E6-E546-40CE-A505-F9EDBFBF67D1}" srcOrd="2" destOrd="0" presId="urn:microsoft.com/office/officeart/2005/8/layout/pList1"/>
    <dgm:cxn modelId="{9C8B4AE7-4E6D-4E12-87E4-D378F9806F68}" type="presParOf" srcId="{CB9E05E6-E546-40CE-A505-F9EDBFBF67D1}" destId="{1916C1BC-0241-47F9-9577-51F373E28247}" srcOrd="0" destOrd="0" presId="urn:microsoft.com/office/officeart/2005/8/layout/pList1"/>
    <dgm:cxn modelId="{474C6DF0-A9D6-4B1A-A112-EB03E79A688C}" type="presParOf" srcId="{CB9E05E6-E546-40CE-A505-F9EDBFBF67D1}" destId="{6987588E-DE3E-4EC6-B61B-4B5BDEA61718}" srcOrd="1" destOrd="0" presId="urn:microsoft.com/office/officeart/2005/8/layout/pList1"/>
    <dgm:cxn modelId="{04AD4FA6-DB44-4818-9046-57641967DCC8}" type="presParOf" srcId="{0A9D493B-AB1B-4757-8C98-E85DEDBDD968}" destId="{D96765C1-6AB1-45AF-8FE3-E18C5EA0CF1F}" srcOrd="3" destOrd="0" presId="urn:microsoft.com/office/officeart/2005/8/layout/pList1"/>
    <dgm:cxn modelId="{94F30FBF-021E-415C-95CB-FDE238B98752}" type="presParOf" srcId="{0A9D493B-AB1B-4757-8C98-E85DEDBDD968}" destId="{1C953EB2-5DA4-47DB-BE4B-3F0A15DB9EF1}" srcOrd="4" destOrd="0" presId="urn:microsoft.com/office/officeart/2005/8/layout/pList1"/>
    <dgm:cxn modelId="{888A73D0-E756-4FFE-B770-0456A3089407}" type="presParOf" srcId="{1C953EB2-5DA4-47DB-BE4B-3F0A15DB9EF1}" destId="{AC987085-CF1D-43E7-AA41-E3AF242EDA51}" srcOrd="0" destOrd="0" presId="urn:microsoft.com/office/officeart/2005/8/layout/pList1"/>
    <dgm:cxn modelId="{05C20BEA-EB25-483E-B469-4785BA443F33}" type="presParOf" srcId="{1C953EB2-5DA4-47DB-BE4B-3F0A15DB9EF1}" destId="{C8A18ADD-A818-4DD1-B702-876580656197}"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1322FAC-2DBE-4A22-A697-8A3ABD7D5AAA}" type="doc">
      <dgm:prSet loTypeId="urn:microsoft.com/office/officeart/2008/layout/VerticalAccentList" loCatId="list" qsTypeId="urn:microsoft.com/office/officeart/2005/8/quickstyle/simple1" qsCatId="simple" csTypeId="urn:microsoft.com/office/officeart/2005/8/colors/colorful1" csCatId="colorful" phldr="1"/>
      <dgm:spPr/>
      <dgm:t>
        <a:bodyPr/>
        <a:lstStyle/>
        <a:p>
          <a:endParaRPr lang="fr-FR"/>
        </a:p>
      </dgm:t>
    </dgm:pt>
    <dgm:pt modelId="{04A84F99-BB7F-4ADA-B9C1-D85A5D358AE9}">
      <dgm:prSet phldrT="[Texte]"/>
      <dgm:spPr/>
      <dgm:t>
        <a:bodyPr/>
        <a:lstStyle/>
        <a:p>
          <a:r>
            <a:rPr lang="fr-FR" b="1" u="sng" dirty="0"/>
            <a:t>Information</a:t>
          </a:r>
        </a:p>
      </dgm:t>
    </dgm:pt>
    <dgm:pt modelId="{1705749C-AFC9-43A1-97CA-02ABCF44A609}" type="parTrans" cxnId="{E9B10B9D-D6B9-4F41-B0C2-76B6B1C18067}">
      <dgm:prSet/>
      <dgm:spPr/>
      <dgm:t>
        <a:bodyPr/>
        <a:lstStyle/>
        <a:p>
          <a:endParaRPr lang="fr-FR"/>
        </a:p>
      </dgm:t>
    </dgm:pt>
    <dgm:pt modelId="{A4328F77-3DDB-46D6-B0F3-F1B1A8FD223A}" type="sibTrans" cxnId="{E9B10B9D-D6B9-4F41-B0C2-76B6B1C18067}">
      <dgm:prSet/>
      <dgm:spPr/>
      <dgm:t>
        <a:bodyPr/>
        <a:lstStyle/>
        <a:p>
          <a:endParaRPr lang="fr-FR"/>
        </a:p>
      </dgm:t>
    </dgm:pt>
    <dgm:pt modelId="{3B2820A2-35AB-4F58-8DDC-43BE09372AB7}">
      <dgm:prSet phldrT="[Texte]"/>
      <dgm:spPr/>
      <dgm:t>
        <a:bodyPr/>
        <a:lstStyle/>
        <a:p>
          <a:r>
            <a:rPr lang="fr-FR" b="1" dirty="0"/>
            <a:t>Données exactes, complètes </a:t>
          </a:r>
          <a:r>
            <a:rPr lang="fr-FR" dirty="0"/>
            <a:t>et fournies de manière opportune pour la planification, le suivi des performances et l’évaluation finale du projet ;</a:t>
          </a:r>
        </a:p>
      </dgm:t>
    </dgm:pt>
    <dgm:pt modelId="{494DF627-CD89-456F-88F5-530E76F70FF1}" type="parTrans" cxnId="{CD17E7FF-D817-4E22-8FC5-30E54C672E25}">
      <dgm:prSet/>
      <dgm:spPr/>
      <dgm:t>
        <a:bodyPr/>
        <a:lstStyle/>
        <a:p>
          <a:endParaRPr lang="fr-FR"/>
        </a:p>
      </dgm:t>
    </dgm:pt>
    <dgm:pt modelId="{B37AE3BB-F901-4696-86C4-99097DD4F869}" type="sibTrans" cxnId="{CD17E7FF-D817-4E22-8FC5-30E54C672E25}">
      <dgm:prSet/>
      <dgm:spPr/>
      <dgm:t>
        <a:bodyPr/>
        <a:lstStyle/>
        <a:p>
          <a:endParaRPr lang="fr-FR"/>
        </a:p>
      </dgm:t>
    </dgm:pt>
    <dgm:pt modelId="{B551AD52-C413-4B92-ABBC-439B129C275A}">
      <dgm:prSet phldrT="[Texte]"/>
      <dgm:spPr/>
      <dgm:t>
        <a:bodyPr/>
        <a:lstStyle/>
        <a:p>
          <a:r>
            <a:rPr lang="fr-FR" b="1" u="sng" dirty="0"/>
            <a:t>Communication</a:t>
          </a:r>
        </a:p>
      </dgm:t>
    </dgm:pt>
    <dgm:pt modelId="{3B75984C-9B79-4E63-A779-F3F17099263F}" type="parTrans" cxnId="{F255A3E7-2236-4DB1-84A8-95F5D1A7241A}">
      <dgm:prSet/>
      <dgm:spPr/>
      <dgm:t>
        <a:bodyPr/>
        <a:lstStyle/>
        <a:p>
          <a:endParaRPr lang="fr-FR"/>
        </a:p>
      </dgm:t>
    </dgm:pt>
    <dgm:pt modelId="{DD23A2E3-4D19-408D-B7CC-C7A92D130ACF}" type="sibTrans" cxnId="{F255A3E7-2236-4DB1-84A8-95F5D1A7241A}">
      <dgm:prSet/>
      <dgm:spPr/>
      <dgm:t>
        <a:bodyPr/>
        <a:lstStyle/>
        <a:p>
          <a:endParaRPr lang="fr-FR"/>
        </a:p>
      </dgm:t>
    </dgm:pt>
    <dgm:pt modelId="{323A930E-AB58-426F-B8BF-52095CFE63EB}">
      <dgm:prSet phldrT="[Texte]"/>
      <dgm:spPr/>
      <dgm:t>
        <a:bodyPr/>
        <a:lstStyle/>
        <a:p>
          <a:r>
            <a:rPr lang="fr-FR" b="1" dirty="0"/>
            <a:t>Partage</a:t>
          </a:r>
          <a:r>
            <a:rPr lang="fr-FR" dirty="0"/>
            <a:t> total et au moment opportun des informations entre les personnes et groupes de personnes concernés, pendant toute la durée du projet ;</a:t>
          </a:r>
        </a:p>
      </dgm:t>
    </dgm:pt>
    <dgm:pt modelId="{6678E5E0-76EE-4490-8A0E-A0FC94D0ED2F}" type="parTrans" cxnId="{3670DC86-0C7B-4E96-B80C-A2E81EA07BDC}">
      <dgm:prSet/>
      <dgm:spPr/>
      <dgm:t>
        <a:bodyPr/>
        <a:lstStyle/>
        <a:p>
          <a:endParaRPr lang="fr-FR"/>
        </a:p>
      </dgm:t>
    </dgm:pt>
    <dgm:pt modelId="{16B907C0-4275-4E73-B3BE-48F621A7DF80}" type="sibTrans" cxnId="{3670DC86-0C7B-4E96-B80C-A2E81EA07BDC}">
      <dgm:prSet/>
      <dgm:spPr/>
      <dgm:t>
        <a:bodyPr/>
        <a:lstStyle/>
        <a:p>
          <a:endParaRPr lang="fr-FR"/>
        </a:p>
      </dgm:t>
    </dgm:pt>
    <dgm:pt modelId="{10680B47-9504-4676-B661-F544D7A6B67E}">
      <dgm:prSet phldrT="[Texte]"/>
      <dgm:spPr/>
      <dgm:t>
        <a:bodyPr/>
        <a:lstStyle/>
        <a:p>
          <a:r>
            <a:rPr lang="fr-FR" b="1" u="sng" dirty="0"/>
            <a:t>Engagement</a:t>
          </a:r>
        </a:p>
      </dgm:t>
    </dgm:pt>
    <dgm:pt modelId="{7F56EC63-40D7-40A6-8291-5C833C81724E}" type="parTrans" cxnId="{3197339D-CA5C-4724-9153-D54CBD74ED07}">
      <dgm:prSet/>
      <dgm:spPr/>
      <dgm:t>
        <a:bodyPr/>
        <a:lstStyle/>
        <a:p>
          <a:endParaRPr lang="fr-FR"/>
        </a:p>
      </dgm:t>
    </dgm:pt>
    <dgm:pt modelId="{AAAA568E-4C02-49A2-92CC-899C4412DE6D}" type="sibTrans" cxnId="{3197339D-CA5C-4724-9153-D54CBD74ED07}">
      <dgm:prSet/>
      <dgm:spPr/>
      <dgm:t>
        <a:bodyPr/>
        <a:lstStyle/>
        <a:p>
          <a:endParaRPr lang="fr-FR"/>
        </a:p>
      </dgm:t>
    </dgm:pt>
    <dgm:pt modelId="{2A57FB6F-1F76-43D4-BC19-A7E05950DC67}">
      <dgm:prSet phldrT="[Texte]"/>
      <dgm:spPr/>
      <dgm:t>
        <a:bodyPr/>
        <a:lstStyle/>
        <a:p>
          <a:r>
            <a:rPr lang="fr-FR" b="1" dirty="0"/>
            <a:t>Promesses</a:t>
          </a:r>
          <a:r>
            <a:rPr lang="fr-FR" dirty="0"/>
            <a:t> des membres de l’équipe d’obtenir les résultats escomptés dans les délais impartis et en respectant les budgets alloués.</a:t>
          </a:r>
        </a:p>
      </dgm:t>
    </dgm:pt>
    <dgm:pt modelId="{BC655EF4-31E8-4323-BA0D-A111ABEFF6CD}" type="parTrans" cxnId="{2F97F3D6-5CDE-45EC-A2BA-509D3ED8A6F3}">
      <dgm:prSet/>
      <dgm:spPr/>
      <dgm:t>
        <a:bodyPr/>
        <a:lstStyle/>
        <a:p>
          <a:endParaRPr lang="fr-FR"/>
        </a:p>
      </dgm:t>
    </dgm:pt>
    <dgm:pt modelId="{1915DB0E-B34B-4F63-B113-697CF92C8A31}" type="sibTrans" cxnId="{2F97F3D6-5CDE-45EC-A2BA-509D3ED8A6F3}">
      <dgm:prSet/>
      <dgm:spPr/>
      <dgm:t>
        <a:bodyPr/>
        <a:lstStyle/>
        <a:p>
          <a:endParaRPr lang="fr-FR"/>
        </a:p>
      </dgm:t>
    </dgm:pt>
    <dgm:pt modelId="{55324255-CA27-486D-8FE1-5F9A7B0AC099}" type="pres">
      <dgm:prSet presAssocID="{A1322FAC-2DBE-4A22-A697-8A3ABD7D5AAA}" presName="Name0" presStyleCnt="0">
        <dgm:presLayoutVars>
          <dgm:chMax/>
          <dgm:chPref/>
          <dgm:dir/>
        </dgm:presLayoutVars>
      </dgm:prSet>
      <dgm:spPr/>
    </dgm:pt>
    <dgm:pt modelId="{53BB9E5C-1501-4EC4-8496-F75C99524C79}" type="pres">
      <dgm:prSet presAssocID="{04A84F99-BB7F-4ADA-B9C1-D85A5D358AE9}" presName="parenttextcomposite" presStyleCnt="0"/>
      <dgm:spPr/>
    </dgm:pt>
    <dgm:pt modelId="{9E670294-4EBE-4BE2-9799-101D6C559397}" type="pres">
      <dgm:prSet presAssocID="{04A84F99-BB7F-4ADA-B9C1-D85A5D358AE9}" presName="parenttext" presStyleLbl="revTx" presStyleIdx="0" presStyleCnt="3">
        <dgm:presLayoutVars>
          <dgm:chMax/>
          <dgm:chPref val="2"/>
          <dgm:bulletEnabled val="1"/>
        </dgm:presLayoutVars>
      </dgm:prSet>
      <dgm:spPr/>
    </dgm:pt>
    <dgm:pt modelId="{19670025-5E30-4900-BD93-6E0B14152673}" type="pres">
      <dgm:prSet presAssocID="{04A84F99-BB7F-4ADA-B9C1-D85A5D358AE9}" presName="composite" presStyleCnt="0"/>
      <dgm:spPr/>
    </dgm:pt>
    <dgm:pt modelId="{93202096-3509-4241-9A1B-A1E9F78F5CCC}" type="pres">
      <dgm:prSet presAssocID="{04A84F99-BB7F-4ADA-B9C1-D85A5D358AE9}" presName="chevron1" presStyleLbl="alignNode1" presStyleIdx="0" presStyleCnt="21"/>
      <dgm:spPr/>
    </dgm:pt>
    <dgm:pt modelId="{9EB39DFC-B249-4F8E-A438-6DF653DE5D1A}" type="pres">
      <dgm:prSet presAssocID="{04A84F99-BB7F-4ADA-B9C1-D85A5D358AE9}" presName="chevron2" presStyleLbl="alignNode1" presStyleIdx="1" presStyleCnt="21"/>
      <dgm:spPr/>
    </dgm:pt>
    <dgm:pt modelId="{6D736F28-44BF-48C0-A267-D8F0867C6EFD}" type="pres">
      <dgm:prSet presAssocID="{04A84F99-BB7F-4ADA-B9C1-D85A5D358AE9}" presName="chevron3" presStyleLbl="alignNode1" presStyleIdx="2" presStyleCnt="21"/>
      <dgm:spPr/>
    </dgm:pt>
    <dgm:pt modelId="{5E3FA5F6-5672-4896-AF50-EE1D59728457}" type="pres">
      <dgm:prSet presAssocID="{04A84F99-BB7F-4ADA-B9C1-D85A5D358AE9}" presName="chevron4" presStyleLbl="alignNode1" presStyleIdx="3" presStyleCnt="21"/>
      <dgm:spPr/>
    </dgm:pt>
    <dgm:pt modelId="{D06BBD4B-F8FF-40A5-9869-F12D6BACE9B9}" type="pres">
      <dgm:prSet presAssocID="{04A84F99-BB7F-4ADA-B9C1-D85A5D358AE9}" presName="chevron5" presStyleLbl="alignNode1" presStyleIdx="4" presStyleCnt="21"/>
      <dgm:spPr/>
    </dgm:pt>
    <dgm:pt modelId="{C0F1ACBD-E412-449A-A5A7-88542014289A}" type="pres">
      <dgm:prSet presAssocID="{04A84F99-BB7F-4ADA-B9C1-D85A5D358AE9}" presName="chevron6" presStyleLbl="alignNode1" presStyleIdx="5" presStyleCnt="21"/>
      <dgm:spPr/>
    </dgm:pt>
    <dgm:pt modelId="{F1562894-C0D1-4D4D-B72F-20F1F563F439}" type="pres">
      <dgm:prSet presAssocID="{04A84F99-BB7F-4ADA-B9C1-D85A5D358AE9}" presName="chevron7" presStyleLbl="alignNode1" presStyleIdx="6" presStyleCnt="21"/>
      <dgm:spPr/>
    </dgm:pt>
    <dgm:pt modelId="{FD332AFA-88CB-4DD6-B283-A36185671C14}" type="pres">
      <dgm:prSet presAssocID="{04A84F99-BB7F-4ADA-B9C1-D85A5D358AE9}" presName="childtext" presStyleLbl="solidFgAcc1" presStyleIdx="0" presStyleCnt="3" custScaleX="135933">
        <dgm:presLayoutVars>
          <dgm:chMax/>
          <dgm:chPref val="0"/>
          <dgm:bulletEnabled val="1"/>
        </dgm:presLayoutVars>
      </dgm:prSet>
      <dgm:spPr/>
    </dgm:pt>
    <dgm:pt modelId="{1B94275A-748F-429C-9E67-6B2B514769C3}" type="pres">
      <dgm:prSet presAssocID="{A4328F77-3DDB-46D6-B0F3-F1B1A8FD223A}" presName="sibTrans" presStyleCnt="0"/>
      <dgm:spPr/>
    </dgm:pt>
    <dgm:pt modelId="{EAB6A5EC-3085-451C-8AC3-7AA206B657AF}" type="pres">
      <dgm:prSet presAssocID="{B551AD52-C413-4B92-ABBC-439B129C275A}" presName="parenttextcomposite" presStyleCnt="0"/>
      <dgm:spPr/>
    </dgm:pt>
    <dgm:pt modelId="{18FF625C-1997-4157-B9D1-0DA94718926F}" type="pres">
      <dgm:prSet presAssocID="{B551AD52-C413-4B92-ABBC-439B129C275A}" presName="parenttext" presStyleLbl="revTx" presStyleIdx="1" presStyleCnt="3">
        <dgm:presLayoutVars>
          <dgm:chMax/>
          <dgm:chPref val="2"/>
          <dgm:bulletEnabled val="1"/>
        </dgm:presLayoutVars>
      </dgm:prSet>
      <dgm:spPr/>
    </dgm:pt>
    <dgm:pt modelId="{815129BD-1E37-4596-ACF1-BC89627A797D}" type="pres">
      <dgm:prSet presAssocID="{B551AD52-C413-4B92-ABBC-439B129C275A}" presName="composite" presStyleCnt="0"/>
      <dgm:spPr/>
    </dgm:pt>
    <dgm:pt modelId="{F7B6AD18-CCA3-4D99-B003-98EA5C6C4B05}" type="pres">
      <dgm:prSet presAssocID="{B551AD52-C413-4B92-ABBC-439B129C275A}" presName="chevron1" presStyleLbl="alignNode1" presStyleIdx="7" presStyleCnt="21"/>
      <dgm:spPr/>
    </dgm:pt>
    <dgm:pt modelId="{E0BBE741-95CD-4384-AC1A-77AF6E1645D4}" type="pres">
      <dgm:prSet presAssocID="{B551AD52-C413-4B92-ABBC-439B129C275A}" presName="chevron2" presStyleLbl="alignNode1" presStyleIdx="8" presStyleCnt="21"/>
      <dgm:spPr/>
    </dgm:pt>
    <dgm:pt modelId="{2D5814E8-DB39-4774-AD1F-8B2420A708DB}" type="pres">
      <dgm:prSet presAssocID="{B551AD52-C413-4B92-ABBC-439B129C275A}" presName="chevron3" presStyleLbl="alignNode1" presStyleIdx="9" presStyleCnt="21"/>
      <dgm:spPr/>
    </dgm:pt>
    <dgm:pt modelId="{DD2691DD-1024-4701-A0B3-630CC5D89408}" type="pres">
      <dgm:prSet presAssocID="{B551AD52-C413-4B92-ABBC-439B129C275A}" presName="chevron4" presStyleLbl="alignNode1" presStyleIdx="10" presStyleCnt="21"/>
      <dgm:spPr/>
    </dgm:pt>
    <dgm:pt modelId="{957C9721-E23D-4469-B786-630BC9B9CAD3}" type="pres">
      <dgm:prSet presAssocID="{B551AD52-C413-4B92-ABBC-439B129C275A}" presName="chevron5" presStyleLbl="alignNode1" presStyleIdx="11" presStyleCnt="21"/>
      <dgm:spPr/>
    </dgm:pt>
    <dgm:pt modelId="{29CF01E6-BF8C-4716-B093-DFB9EEC297E3}" type="pres">
      <dgm:prSet presAssocID="{B551AD52-C413-4B92-ABBC-439B129C275A}" presName="chevron6" presStyleLbl="alignNode1" presStyleIdx="12" presStyleCnt="21"/>
      <dgm:spPr/>
    </dgm:pt>
    <dgm:pt modelId="{16B38348-4FB9-4B08-94B0-BCA1B09E0677}" type="pres">
      <dgm:prSet presAssocID="{B551AD52-C413-4B92-ABBC-439B129C275A}" presName="chevron7" presStyleLbl="alignNode1" presStyleIdx="13" presStyleCnt="21"/>
      <dgm:spPr/>
    </dgm:pt>
    <dgm:pt modelId="{519A4092-EE22-494A-A0D2-1B120E4C4276}" type="pres">
      <dgm:prSet presAssocID="{B551AD52-C413-4B92-ABBC-439B129C275A}" presName="childtext" presStyleLbl="solidFgAcc1" presStyleIdx="1" presStyleCnt="3" custScaleX="133598">
        <dgm:presLayoutVars>
          <dgm:chMax/>
          <dgm:chPref val="0"/>
          <dgm:bulletEnabled val="1"/>
        </dgm:presLayoutVars>
      </dgm:prSet>
      <dgm:spPr/>
    </dgm:pt>
    <dgm:pt modelId="{4B1420E6-FF24-4C89-8315-B9A82806DB3C}" type="pres">
      <dgm:prSet presAssocID="{DD23A2E3-4D19-408D-B7CC-C7A92D130ACF}" presName="sibTrans" presStyleCnt="0"/>
      <dgm:spPr/>
    </dgm:pt>
    <dgm:pt modelId="{6B009141-09CE-4583-A012-BBE7390563E4}" type="pres">
      <dgm:prSet presAssocID="{10680B47-9504-4676-B661-F544D7A6B67E}" presName="parenttextcomposite" presStyleCnt="0"/>
      <dgm:spPr/>
    </dgm:pt>
    <dgm:pt modelId="{A2A929CA-E7F5-4872-80E3-4B8E54E5A403}" type="pres">
      <dgm:prSet presAssocID="{10680B47-9504-4676-B661-F544D7A6B67E}" presName="parenttext" presStyleLbl="revTx" presStyleIdx="2" presStyleCnt="3">
        <dgm:presLayoutVars>
          <dgm:chMax/>
          <dgm:chPref val="2"/>
          <dgm:bulletEnabled val="1"/>
        </dgm:presLayoutVars>
      </dgm:prSet>
      <dgm:spPr/>
    </dgm:pt>
    <dgm:pt modelId="{D61B5AB5-885D-4C8B-9700-29283247FEAD}" type="pres">
      <dgm:prSet presAssocID="{10680B47-9504-4676-B661-F544D7A6B67E}" presName="composite" presStyleCnt="0"/>
      <dgm:spPr/>
    </dgm:pt>
    <dgm:pt modelId="{6F3635A5-EE24-46A1-AD92-1C7BB20B6C5C}" type="pres">
      <dgm:prSet presAssocID="{10680B47-9504-4676-B661-F544D7A6B67E}" presName="chevron1" presStyleLbl="alignNode1" presStyleIdx="14" presStyleCnt="21"/>
      <dgm:spPr/>
    </dgm:pt>
    <dgm:pt modelId="{87D6740F-1D16-47B1-B944-5906BD3AFD6E}" type="pres">
      <dgm:prSet presAssocID="{10680B47-9504-4676-B661-F544D7A6B67E}" presName="chevron2" presStyleLbl="alignNode1" presStyleIdx="15" presStyleCnt="21"/>
      <dgm:spPr/>
    </dgm:pt>
    <dgm:pt modelId="{FB64C16D-6B3A-4305-802A-6827E6C3C2C9}" type="pres">
      <dgm:prSet presAssocID="{10680B47-9504-4676-B661-F544D7A6B67E}" presName="chevron3" presStyleLbl="alignNode1" presStyleIdx="16" presStyleCnt="21"/>
      <dgm:spPr/>
    </dgm:pt>
    <dgm:pt modelId="{FAB806D8-D854-45FA-8504-5424526B0488}" type="pres">
      <dgm:prSet presAssocID="{10680B47-9504-4676-B661-F544D7A6B67E}" presName="chevron4" presStyleLbl="alignNode1" presStyleIdx="17" presStyleCnt="21"/>
      <dgm:spPr/>
    </dgm:pt>
    <dgm:pt modelId="{7B549629-1DEF-4FD2-A828-B11AA5C4EFFC}" type="pres">
      <dgm:prSet presAssocID="{10680B47-9504-4676-B661-F544D7A6B67E}" presName="chevron5" presStyleLbl="alignNode1" presStyleIdx="18" presStyleCnt="21"/>
      <dgm:spPr/>
    </dgm:pt>
    <dgm:pt modelId="{8C9D6279-4384-4718-B02D-D822991C77B9}" type="pres">
      <dgm:prSet presAssocID="{10680B47-9504-4676-B661-F544D7A6B67E}" presName="chevron6" presStyleLbl="alignNode1" presStyleIdx="19" presStyleCnt="21"/>
      <dgm:spPr/>
    </dgm:pt>
    <dgm:pt modelId="{B565E261-2820-49FB-93CA-3B78158AB802}" type="pres">
      <dgm:prSet presAssocID="{10680B47-9504-4676-B661-F544D7A6B67E}" presName="chevron7" presStyleLbl="alignNode1" presStyleIdx="20" presStyleCnt="21"/>
      <dgm:spPr/>
    </dgm:pt>
    <dgm:pt modelId="{8133DC88-BD23-4339-951A-4E893F8A7FF5}" type="pres">
      <dgm:prSet presAssocID="{10680B47-9504-4676-B661-F544D7A6B67E}" presName="childtext" presStyleLbl="solidFgAcc1" presStyleIdx="2" presStyleCnt="3" custScaleX="136026">
        <dgm:presLayoutVars>
          <dgm:chMax/>
          <dgm:chPref val="0"/>
          <dgm:bulletEnabled val="1"/>
        </dgm:presLayoutVars>
      </dgm:prSet>
      <dgm:spPr/>
    </dgm:pt>
  </dgm:ptLst>
  <dgm:cxnLst>
    <dgm:cxn modelId="{5B0DCB06-5245-4E8C-8B9D-443FC7E918F1}" type="presOf" srcId="{A1322FAC-2DBE-4A22-A697-8A3ABD7D5AAA}" destId="{55324255-CA27-486D-8FE1-5F9A7B0AC099}" srcOrd="0" destOrd="0" presId="urn:microsoft.com/office/officeart/2008/layout/VerticalAccentList"/>
    <dgm:cxn modelId="{3670DC86-0C7B-4E96-B80C-A2E81EA07BDC}" srcId="{B551AD52-C413-4B92-ABBC-439B129C275A}" destId="{323A930E-AB58-426F-B8BF-52095CFE63EB}" srcOrd="0" destOrd="0" parTransId="{6678E5E0-76EE-4490-8A0E-A0FC94D0ED2F}" sibTransId="{16B907C0-4275-4E73-B3BE-48F621A7DF80}"/>
    <dgm:cxn modelId="{75BE9589-1D1F-40A3-A9CB-FD3E508183E5}" type="presOf" srcId="{B551AD52-C413-4B92-ABBC-439B129C275A}" destId="{18FF625C-1997-4157-B9D1-0DA94718926F}" srcOrd="0" destOrd="0" presId="urn:microsoft.com/office/officeart/2008/layout/VerticalAccentList"/>
    <dgm:cxn modelId="{F7445094-1F5C-4331-B837-06E73F402DBE}" type="presOf" srcId="{3B2820A2-35AB-4F58-8DDC-43BE09372AB7}" destId="{FD332AFA-88CB-4DD6-B283-A36185671C14}" srcOrd="0" destOrd="0" presId="urn:microsoft.com/office/officeart/2008/layout/VerticalAccentList"/>
    <dgm:cxn modelId="{E9B10B9D-D6B9-4F41-B0C2-76B6B1C18067}" srcId="{A1322FAC-2DBE-4A22-A697-8A3ABD7D5AAA}" destId="{04A84F99-BB7F-4ADA-B9C1-D85A5D358AE9}" srcOrd="0" destOrd="0" parTransId="{1705749C-AFC9-43A1-97CA-02ABCF44A609}" sibTransId="{A4328F77-3DDB-46D6-B0F3-F1B1A8FD223A}"/>
    <dgm:cxn modelId="{3197339D-CA5C-4724-9153-D54CBD74ED07}" srcId="{A1322FAC-2DBE-4A22-A697-8A3ABD7D5AAA}" destId="{10680B47-9504-4676-B661-F544D7A6B67E}" srcOrd="2" destOrd="0" parTransId="{7F56EC63-40D7-40A6-8291-5C833C81724E}" sibTransId="{AAAA568E-4C02-49A2-92CC-899C4412DE6D}"/>
    <dgm:cxn modelId="{0B5BC6B6-923D-4608-97E0-4F2580179674}" type="presOf" srcId="{323A930E-AB58-426F-B8BF-52095CFE63EB}" destId="{519A4092-EE22-494A-A0D2-1B120E4C4276}" srcOrd="0" destOrd="0" presId="urn:microsoft.com/office/officeart/2008/layout/VerticalAccentList"/>
    <dgm:cxn modelId="{37AAF2B6-3E13-4FC5-A0FD-B0E3632B099B}" type="presOf" srcId="{04A84F99-BB7F-4ADA-B9C1-D85A5D358AE9}" destId="{9E670294-4EBE-4BE2-9799-101D6C559397}" srcOrd="0" destOrd="0" presId="urn:microsoft.com/office/officeart/2008/layout/VerticalAccentList"/>
    <dgm:cxn modelId="{01D6C4C1-0D5A-48D7-ADB1-BB307EC3D398}" type="presOf" srcId="{2A57FB6F-1F76-43D4-BC19-A7E05950DC67}" destId="{8133DC88-BD23-4339-951A-4E893F8A7FF5}" srcOrd="0" destOrd="0" presId="urn:microsoft.com/office/officeart/2008/layout/VerticalAccentList"/>
    <dgm:cxn modelId="{2F97F3D6-5CDE-45EC-A2BA-509D3ED8A6F3}" srcId="{10680B47-9504-4676-B661-F544D7A6B67E}" destId="{2A57FB6F-1F76-43D4-BC19-A7E05950DC67}" srcOrd="0" destOrd="0" parTransId="{BC655EF4-31E8-4323-BA0D-A111ABEFF6CD}" sibTransId="{1915DB0E-B34B-4F63-B113-697CF92C8A31}"/>
    <dgm:cxn modelId="{F255A3E7-2236-4DB1-84A8-95F5D1A7241A}" srcId="{A1322FAC-2DBE-4A22-A697-8A3ABD7D5AAA}" destId="{B551AD52-C413-4B92-ABBC-439B129C275A}" srcOrd="1" destOrd="0" parTransId="{3B75984C-9B79-4E63-A779-F3F17099263F}" sibTransId="{DD23A2E3-4D19-408D-B7CC-C7A92D130ACF}"/>
    <dgm:cxn modelId="{26DD7AF2-06F4-44AA-926F-93432D663914}" type="presOf" srcId="{10680B47-9504-4676-B661-F544D7A6B67E}" destId="{A2A929CA-E7F5-4872-80E3-4B8E54E5A403}" srcOrd="0" destOrd="0" presId="urn:microsoft.com/office/officeart/2008/layout/VerticalAccentList"/>
    <dgm:cxn modelId="{CD17E7FF-D817-4E22-8FC5-30E54C672E25}" srcId="{04A84F99-BB7F-4ADA-B9C1-D85A5D358AE9}" destId="{3B2820A2-35AB-4F58-8DDC-43BE09372AB7}" srcOrd="0" destOrd="0" parTransId="{494DF627-CD89-456F-88F5-530E76F70FF1}" sibTransId="{B37AE3BB-F901-4696-86C4-99097DD4F869}"/>
    <dgm:cxn modelId="{68FBB821-278A-4E81-A93C-6B6DDE32D5FB}" type="presParOf" srcId="{55324255-CA27-486D-8FE1-5F9A7B0AC099}" destId="{53BB9E5C-1501-4EC4-8496-F75C99524C79}" srcOrd="0" destOrd="0" presId="urn:microsoft.com/office/officeart/2008/layout/VerticalAccentList"/>
    <dgm:cxn modelId="{6336282D-6D10-450E-95C1-328C7897C7EA}" type="presParOf" srcId="{53BB9E5C-1501-4EC4-8496-F75C99524C79}" destId="{9E670294-4EBE-4BE2-9799-101D6C559397}" srcOrd="0" destOrd="0" presId="urn:microsoft.com/office/officeart/2008/layout/VerticalAccentList"/>
    <dgm:cxn modelId="{EE19C175-29D9-4103-A6F6-02D79E58FDA9}" type="presParOf" srcId="{55324255-CA27-486D-8FE1-5F9A7B0AC099}" destId="{19670025-5E30-4900-BD93-6E0B14152673}" srcOrd="1" destOrd="0" presId="urn:microsoft.com/office/officeart/2008/layout/VerticalAccentList"/>
    <dgm:cxn modelId="{83FB319E-5DA0-4847-A5F6-7CFFBBC24C5F}" type="presParOf" srcId="{19670025-5E30-4900-BD93-6E0B14152673}" destId="{93202096-3509-4241-9A1B-A1E9F78F5CCC}" srcOrd="0" destOrd="0" presId="urn:microsoft.com/office/officeart/2008/layout/VerticalAccentList"/>
    <dgm:cxn modelId="{3D070032-86AB-4147-A3A2-3B3194B3C19D}" type="presParOf" srcId="{19670025-5E30-4900-BD93-6E0B14152673}" destId="{9EB39DFC-B249-4F8E-A438-6DF653DE5D1A}" srcOrd="1" destOrd="0" presId="urn:microsoft.com/office/officeart/2008/layout/VerticalAccentList"/>
    <dgm:cxn modelId="{83FF86A2-40CD-40B2-AB65-38CAE483C452}" type="presParOf" srcId="{19670025-5E30-4900-BD93-6E0B14152673}" destId="{6D736F28-44BF-48C0-A267-D8F0867C6EFD}" srcOrd="2" destOrd="0" presId="urn:microsoft.com/office/officeart/2008/layout/VerticalAccentList"/>
    <dgm:cxn modelId="{0AEFACAD-148D-4E03-8570-C1ADF40EBC41}" type="presParOf" srcId="{19670025-5E30-4900-BD93-6E0B14152673}" destId="{5E3FA5F6-5672-4896-AF50-EE1D59728457}" srcOrd="3" destOrd="0" presId="urn:microsoft.com/office/officeart/2008/layout/VerticalAccentList"/>
    <dgm:cxn modelId="{2F222C67-E209-4714-870F-05B3078E6D50}" type="presParOf" srcId="{19670025-5E30-4900-BD93-6E0B14152673}" destId="{D06BBD4B-F8FF-40A5-9869-F12D6BACE9B9}" srcOrd="4" destOrd="0" presId="urn:microsoft.com/office/officeart/2008/layout/VerticalAccentList"/>
    <dgm:cxn modelId="{6ECB0F53-3CAA-4AF1-8A83-3D89B19455CF}" type="presParOf" srcId="{19670025-5E30-4900-BD93-6E0B14152673}" destId="{C0F1ACBD-E412-449A-A5A7-88542014289A}" srcOrd="5" destOrd="0" presId="urn:microsoft.com/office/officeart/2008/layout/VerticalAccentList"/>
    <dgm:cxn modelId="{0105FC40-85E4-4CCF-9AB2-243B33E2E0FD}" type="presParOf" srcId="{19670025-5E30-4900-BD93-6E0B14152673}" destId="{F1562894-C0D1-4D4D-B72F-20F1F563F439}" srcOrd="6" destOrd="0" presId="urn:microsoft.com/office/officeart/2008/layout/VerticalAccentList"/>
    <dgm:cxn modelId="{63584DCC-520C-4FFC-894C-68188BEA33F2}" type="presParOf" srcId="{19670025-5E30-4900-BD93-6E0B14152673}" destId="{FD332AFA-88CB-4DD6-B283-A36185671C14}" srcOrd="7" destOrd="0" presId="urn:microsoft.com/office/officeart/2008/layout/VerticalAccentList"/>
    <dgm:cxn modelId="{CED3FFFF-697E-4EE1-8A76-D13648222DC1}" type="presParOf" srcId="{55324255-CA27-486D-8FE1-5F9A7B0AC099}" destId="{1B94275A-748F-429C-9E67-6B2B514769C3}" srcOrd="2" destOrd="0" presId="urn:microsoft.com/office/officeart/2008/layout/VerticalAccentList"/>
    <dgm:cxn modelId="{0A8ABC75-8CCD-47BA-B3EC-A40B58CF5BF2}" type="presParOf" srcId="{55324255-CA27-486D-8FE1-5F9A7B0AC099}" destId="{EAB6A5EC-3085-451C-8AC3-7AA206B657AF}" srcOrd="3" destOrd="0" presId="urn:microsoft.com/office/officeart/2008/layout/VerticalAccentList"/>
    <dgm:cxn modelId="{68CE6C2D-70F4-4882-B7FA-3E72764F6457}" type="presParOf" srcId="{EAB6A5EC-3085-451C-8AC3-7AA206B657AF}" destId="{18FF625C-1997-4157-B9D1-0DA94718926F}" srcOrd="0" destOrd="0" presId="urn:microsoft.com/office/officeart/2008/layout/VerticalAccentList"/>
    <dgm:cxn modelId="{3780AC97-A7C1-4096-AD7D-1C64E8B9B460}" type="presParOf" srcId="{55324255-CA27-486D-8FE1-5F9A7B0AC099}" destId="{815129BD-1E37-4596-ACF1-BC89627A797D}" srcOrd="4" destOrd="0" presId="urn:microsoft.com/office/officeart/2008/layout/VerticalAccentList"/>
    <dgm:cxn modelId="{116FCAD2-767D-4E42-ABD9-405A4A05543A}" type="presParOf" srcId="{815129BD-1E37-4596-ACF1-BC89627A797D}" destId="{F7B6AD18-CCA3-4D99-B003-98EA5C6C4B05}" srcOrd="0" destOrd="0" presId="urn:microsoft.com/office/officeart/2008/layout/VerticalAccentList"/>
    <dgm:cxn modelId="{893B5C32-6F22-4E2A-8F8A-92E51961C68F}" type="presParOf" srcId="{815129BD-1E37-4596-ACF1-BC89627A797D}" destId="{E0BBE741-95CD-4384-AC1A-77AF6E1645D4}" srcOrd="1" destOrd="0" presId="urn:microsoft.com/office/officeart/2008/layout/VerticalAccentList"/>
    <dgm:cxn modelId="{D91938F0-FF2C-4689-B21B-101E7C90D867}" type="presParOf" srcId="{815129BD-1E37-4596-ACF1-BC89627A797D}" destId="{2D5814E8-DB39-4774-AD1F-8B2420A708DB}" srcOrd="2" destOrd="0" presId="urn:microsoft.com/office/officeart/2008/layout/VerticalAccentList"/>
    <dgm:cxn modelId="{F0ADC647-F0F4-4AAC-B52E-713306AAB561}" type="presParOf" srcId="{815129BD-1E37-4596-ACF1-BC89627A797D}" destId="{DD2691DD-1024-4701-A0B3-630CC5D89408}" srcOrd="3" destOrd="0" presId="urn:microsoft.com/office/officeart/2008/layout/VerticalAccentList"/>
    <dgm:cxn modelId="{B7335FD6-D5EC-4C25-8EFC-CA99DFE9BF14}" type="presParOf" srcId="{815129BD-1E37-4596-ACF1-BC89627A797D}" destId="{957C9721-E23D-4469-B786-630BC9B9CAD3}" srcOrd="4" destOrd="0" presId="urn:microsoft.com/office/officeart/2008/layout/VerticalAccentList"/>
    <dgm:cxn modelId="{F6231F2E-FAA8-4783-9A76-0C05B2073C6A}" type="presParOf" srcId="{815129BD-1E37-4596-ACF1-BC89627A797D}" destId="{29CF01E6-BF8C-4716-B093-DFB9EEC297E3}" srcOrd="5" destOrd="0" presId="urn:microsoft.com/office/officeart/2008/layout/VerticalAccentList"/>
    <dgm:cxn modelId="{20A06F51-7760-422C-88B2-83588372115D}" type="presParOf" srcId="{815129BD-1E37-4596-ACF1-BC89627A797D}" destId="{16B38348-4FB9-4B08-94B0-BCA1B09E0677}" srcOrd="6" destOrd="0" presId="urn:microsoft.com/office/officeart/2008/layout/VerticalAccentList"/>
    <dgm:cxn modelId="{503F7E83-7D2C-4E3F-A12F-4A016AA9789D}" type="presParOf" srcId="{815129BD-1E37-4596-ACF1-BC89627A797D}" destId="{519A4092-EE22-494A-A0D2-1B120E4C4276}" srcOrd="7" destOrd="0" presId="urn:microsoft.com/office/officeart/2008/layout/VerticalAccentList"/>
    <dgm:cxn modelId="{5474273F-0740-477C-ADDD-CADEE68EEE25}" type="presParOf" srcId="{55324255-CA27-486D-8FE1-5F9A7B0AC099}" destId="{4B1420E6-FF24-4C89-8315-B9A82806DB3C}" srcOrd="5" destOrd="0" presId="urn:microsoft.com/office/officeart/2008/layout/VerticalAccentList"/>
    <dgm:cxn modelId="{DBC7275F-0E87-4C9B-B48C-A49692F1990A}" type="presParOf" srcId="{55324255-CA27-486D-8FE1-5F9A7B0AC099}" destId="{6B009141-09CE-4583-A012-BBE7390563E4}" srcOrd="6" destOrd="0" presId="urn:microsoft.com/office/officeart/2008/layout/VerticalAccentList"/>
    <dgm:cxn modelId="{267A53E7-5DFC-4BC2-9FC0-C941DD1641D3}" type="presParOf" srcId="{6B009141-09CE-4583-A012-BBE7390563E4}" destId="{A2A929CA-E7F5-4872-80E3-4B8E54E5A403}" srcOrd="0" destOrd="0" presId="urn:microsoft.com/office/officeart/2008/layout/VerticalAccentList"/>
    <dgm:cxn modelId="{7785D74A-BD5A-4743-8E1A-2A87333F10FB}" type="presParOf" srcId="{55324255-CA27-486D-8FE1-5F9A7B0AC099}" destId="{D61B5AB5-885D-4C8B-9700-29283247FEAD}" srcOrd="7" destOrd="0" presId="urn:microsoft.com/office/officeart/2008/layout/VerticalAccentList"/>
    <dgm:cxn modelId="{B6B0FF2B-685D-4487-8A0F-85239B3004EC}" type="presParOf" srcId="{D61B5AB5-885D-4C8B-9700-29283247FEAD}" destId="{6F3635A5-EE24-46A1-AD92-1C7BB20B6C5C}" srcOrd="0" destOrd="0" presId="urn:microsoft.com/office/officeart/2008/layout/VerticalAccentList"/>
    <dgm:cxn modelId="{E3126C69-265C-464A-9ED6-245CE87672FA}" type="presParOf" srcId="{D61B5AB5-885D-4C8B-9700-29283247FEAD}" destId="{87D6740F-1D16-47B1-B944-5906BD3AFD6E}" srcOrd="1" destOrd="0" presId="urn:microsoft.com/office/officeart/2008/layout/VerticalAccentList"/>
    <dgm:cxn modelId="{820D8B25-FA7B-464D-9C83-D134AA2A3695}" type="presParOf" srcId="{D61B5AB5-885D-4C8B-9700-29283247FEAD}" destId="{FB64C16D-6B3A-4305-802A-6827E6C3C2C9}" srcOrd="2" destOrd="0" presId="urn:microsoft.com/office/officeart/2008/layout/VerticalAccentList"/>
    <dgm:cxn modelId="{DFA57FDE-82F4-4C92-BDB6-546AFF3CBA1D}" type="presParOf" srcId="{D61B5AB5-885D-4C8B-9700-29283247FEAD}" destId="{FAB806D8-D854-45FA-8504-5424526B0488}" srcOrd="3" destOrd="0" presId="urn:microsoft.com/office/officeart/2008/layout/VerticalAccentList"/>
    <dgm:cxn modelId="{0ED248C1-E0DC-48E7-A4F1-7969B75419E0}" type="presParOf" srcId="{D61B5AB5-885D-4C8B-9700-29283247FEAD}" destId="{7B549629-1DEF-4FD2-A828-B11AA5C4EFFC}" srcOrd="4" destOrd="0" presId="urn:microsoft.com/office/officeart/2008/layout/VerticalAccentList"/>
    <dgm:cxn modelId="{A6D0B9AF-FFFC-4A8C-ABC6-A57DF4C99FD4}" type="presParOf" srcId="{D61B5AB5-885D-4C8B-9700-29283247FEAD}" destId="{8C9D6279-4384-4718-B02D-D822991C77B9}" srcOrd="5" destOrd="0" presId="urn:microsoft.com/office/officeart/2008/layout/VerticalAccentList"/>
    <dgm:cxn modelId="{33130CD9-C397-4053-A2A7-D13E4195FF30}" type="presParOf" srcId="{D61B5AB5-885D-4C8B-9700-29283247FEAD}" destId="{B565E261-2820-49FB-93CA-3B78158AB802}" srcOrd="6" destOrd="0" presId="urn:microsoft.com/office/officeart/2008/layout/VerticalAccentList"/>
    <dgm:cxn modelId="{993E23C9-6F4E-40FE-BD06-BF533410C08B}" type="presParOf" srcId="{D61B5AB5-885D-4C8B-9700-29283247FEAD}" destId="{8133DC88-BD23-4339-951A-4E893F8A7FF5}" srcOrd="7" destOrd="0" presId="urn:microsoft.com/office/officeart/2008/layout/Vertical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47970A-BD5D-4A68-B16D-7B61C93152C2}">
      <dsp:nvSpPr>
        <dsp:cNvPr id="0" name=""/>
        <dsp:cNvSpPr/>
      </dsp:nvSpPr>
      <dsp:spPr>
        <a:xfrm>
          <a:off x="0" y="574044"/>
          <a:ext cx="8915400" cy="6552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EF1E21-0158-4C5E-A23A-BE2F599A63DE}">
      <dsp:nvSpPr>
        <dsp:cNvPr id="0" name=""/>
        <dsp:cNvSpPr/>
      </dsp:nvSpPr>
      <dsp:spPr>
        <a:xfrm>
          <a:off x="445770" y="190284"/>
          <a:ext cx="6240780" cy="7675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155700">
            <a:lnSpc>
              <a:spcPct val="90000"/>
            </a:lnSpc>
            <a:spcBef>
              <a:spcPct val="0"/>
            </a:spcBef>
            <a:spcAft>
              <a:spcPct val="35000"/>
            </a:spcAft>
            <a:buNone/>
          </a:pPr>
          <a:r>
            <a:rPr lang="fr-FR" sz="2600" kern="1200" dirty="0"/>
            <a:t>Chapitre 1 : Notions fondamentales</a:t>
          </a:r>
        </a:p>
      </dsp:txBody>
      <dsp:txXfrm>
        <a:off x="483237" y="227751"/>
        <a:ext cx="6165846" cy="692586"/>
      </dsp:txXfrm>
    </dsp:sp>
    <dsp:sp modelId="{D3A8B67F-B59B-40CC-8E34-78A7E7439E7B}">
      <dsp:nvSpPr>
        <dsp:cNvPr id="0" name=""/>
        <dsp:cNvSpPr/>
      </dsp:nvSpPr>
      <dsp:spPr>
        <a:xfrm>
          <a:off x="0" y="1753405"/>
          <a:ext cx="8915400" cy="6552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E8F07C3-43A0-4AEB-A00B-35BB627EF0AF}">
      <dsp:nvSpPr>
        <dsp:cNvPr id="0" name=""/>
        <dsp:cNvSpPr/>
      </dsp:nvSpPr>
      <dsp:spPr>
        <a:xfrm>
          <a:off x="445770" y="1369645"/>
          <a:ext cx="6240780" cy="7675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155700">
            <a:lnSpc>
              <a:spcPct val="90000"/>
            </a:lnSpc>
            <a:spcBef>
              <a:spcPct val="0"/>
            </a:spcBef>
            <a:spcAft>
              <a:spcPct val="35000"/>
            </a:spcAft>
            <a:buNone/>
          </a:pPr>
          <a:r>
            <a:rPr lang="fr-FR" sz="2600" kern="1200" dirty="0"/>
            <a:t>Chapitre 2 : Conduite du projet</a:t>
          </a:r>
        </a:p>
      </dsp:txBody>
      <dsp:txXfrm>
        <a:off x="483237" y="1407112"/>
        <a:ext cx="6165846" cy="692586"/>
      </dsp:txXfrm>
    </dsp:sp>
    <dsp:sp modelId="{01982D9F-37AD-495C-8709-606DC4C26C25}">
      <dsp:nvSpPr>
        <dsp:cNvPr id="0" name=""/>
        <dsp:cNvSpPr/>
      </dsp:nvSpPr>
      <dsp:spPr>
        <a:xfrm>
          <a:off x="0" y="2932764"/>
          <a:ext cx="8915400" cy="6552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2918BD-43AB-4C4F-AA73-78FEA1123DA9}">
      <dsp:nvSpPr>
        <dsp:cNvPr id="0" name=""/>
        <dsp:cNvSpPr/>
      </dsp:nvSpPr>
      <dsp:spPr>
        <a:xfrm>
          <a:off x="445770" y="2549005"/>
          <a:ext cx="6240780" cy="7675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155700">
            <a:lnSpc>
              <a:spcPct val="90000"/>
            </a:lnSpc>
            <a:spcBef>
              <a:spcPct val="0"/>
            </a:spcBef>
            <a:spcAft>
              <a:spcPct val="35000"/>
            </a:spcAft>
            <a:buNone/>
          </a:pPr>
          <a:r>
            <a:rPr lang="fr-FR" sz="2600" kern="1200" dirty="0"/>
            <a:t>Chapitre 3 :Outils</a:t>
          </a:r>
        </a:p>
      </dsp:txBody>
      <dsp:txXfrm>
        <a:off x="483237" y="2586472"/>
        <a:ext cx="6165846" cy="692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615A60-BB91-4228-80B0-229F35FB1353}">
      <dsp:nvSpPr>
        <dsp:cNvPr id="0" name=""/>
        <dsp:cNvSpPr/>
      </dsp:nvSpPr>
      <dsp:spPr>
        <a:xfrm>
          <a:off x="4102684" y="1772"/>
          <a:ext cx="1779536" cy="1156698"/>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dirty="0"/>
            <a:t>Produit</a:t>
          </a:r>
        </a:p>
      </dsp:txBody>
      <dsp:txXfrm>
        <a:off x="4159149" y="58237"/>
        <a:ext cx="1666606" cy="1043768"/>
      </dsp:txXfrm>
    </dsp:sp>
    <dsp:sp modelId="{3C32A833-6BCF-4D70-8E15-B24D60FFF108}">
      <dsp:nvSpPr>
        <dsp:cNvPr id="0" name=""/>
        <dsp:cNvSpPr/>
      </dsp:nvSpPr>
      <dsp:spPr>
        <a:xfrm>
          <a:off x="3449755" y="580121"/>
          <a:ext cx="3085395" cy="3085395"/>
        </a:xfrm>
        <a:custGeom>
          <a:avLst/>
          <a:gdLst/>
          <a:ahLst/>
          <a:cxnLst/>
          <a:rect l="0" t="0" r="0" b="0"/>
          <a:pathLst>
            <a:path>
              <a:moveTo>
                <a:pt x="2445393" y="291675"/>
              </a:moveTo>
              <a:arcTo wR="1542697" hR="1542697" stAng="18348777" swAng="3647040"/>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26495FD-6188-4001-81AD-EBB313BC1524}">
      <dsp:nvSpPr>
        <dsp:cNvPr id="0" name=""/>
        <dsp:cNvSpPr/>
      </dsp:nvSpPr>
      <dsp:spPr>
        <a:xfrm>
          <a:off x="5438700" y="2315818"/>
          <a:ext cx="1779536" cy="1156698"/>
        </a:xfrm>
        <a:prstGeom prst="roundRect">
          <a:avLst/>
        </a:prstGeom>
        <a:solidFill>
          <a:schemeClr val="accent3">
            <a:hueOff val="3029566"/>
            <a:satOff val="18270"/>
            <a:lumOff val="-1107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dirty="0"/>
            <a:t>Ressources</a:t>
          </a:r>
        </a:p>
      </dsp:txBody>
      <dsp:txXfrm>
        <a:off x="5495165" y="2372283"/>
        <a:ext cx="1666606" cy="1043768"/>
      </dsp:txXfrm>
    </dsp:sp>
    <dsp:sp modelId="{EA47B4D1-9AB2-4589-A200-19C8C20693A1}">
      <dsp:nvSpPr>
        <dsp:cNvPr id="0" name=""/>
        <dsp:cNvSpPr/>
      </dsp:nvSpPr>
      <dsp:spPr>
        <a:xfrm>
          <a:off x="3449755" y="580121"/>
          <a:ext cx="3085395" cy="3085395"/>
        </a:xfrm>
        <a:custGeom>
          <a:avLst/>
          <a:gdLst/>
          <a:ahLst/>
          <a:cxnLst/>
          <a:rect l="0" t="0" r="0" b="0"/>
          <a:pathLst>
            <a:path>
              <a:moveTo>
                <a:pt x="2276737" y="2899569"/>
              </a:moveTo>
              <a:arcTo wR="1542697" hR="1542697" stAng="3695251" swAng="3409498"/>
            </a:path>
          </a:pathLst>
        </a:custGeom>
        <a:noFill/>
        <a:ln w="9525" cap="rnd" cmpd="sng" algn="ctr">
          <a:solidFill>
            <a:schemeClr val="accent3">
              <a:hueOff val="3029566"/>
              <a:satOff val="18270"/>
              <a:lumOff val="-11077"/>
              <a:alphaOff val="0"/>
            </a:schemeClr>
          </a:solidFill>
          <a:prstDash val="solid"/>
        </a:ln>
        <a:effectLst/>
      </dsp:spPr>
      <dsp:style>
        <a:lnRef idx="1">
          <a:scrgbClr r="0" g="0" b="0"/>
        </a:lnRef>
        <a:fillRef idx="0">
          <a:scrgbClr r="0" g="0" b="0"/>
        </a:fillRef>
        <a:effectRef idx="0">
          <a:scrgbClr r="0" g="0" b="0"/>
        </a:effectRef>
        <a:fontRef idx="minor"/>
      </dsp:style>
    </dsp:sp>
    <dsp:sp modelId="{88BF360D-8BCA-41CB-B5D5-6A17527D0EE7}">
      <dsp:nvSpPr>
        <dsp:cNvPr id="0" name=""/>
        <dsp:cNvSpPr/>
      </dsp:nvSpPr>
      <dsp:spPr>
        <a:xfrm>
          <a:off x="2766669" y="2315818"/>
          <a:ext cx="1779536" cy="1156698"/>
        </a:xfrm>
        <a:prstGeom prst="roundRect">
          <a:avLst/>
        </a:prstGeom>
        <a:solidFill>
          <a:schemeClr val="accent3">
            <a:hueOff val="6059133"/>
            <a:satOff val="36540"/>
            <a:lumOff val="-2215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dirty="0"/>
            <a:t>Calendrier</a:t>
          </a:r>
        </a:p>
      </dsp:txBody>
      <dsp:txXfrm>
        <a:off x="2823134" y="2372283"/>
        <a:ext cx="1666606" cy="1043768"/>
      </dsp:txXfrm>
    </dsp:sp>
    <dsp:sp modelId="{82D3E59C-7FFB-4072-B050-893E665B2795}">
      <dsp:nvSpPr>
        <dsp:cNvPr id="0" name=""/>
        <dsp:cNvSpPr/>
      </dsp:nvSpPr>
      <dsp:spPr>
        <a:xfrm>
          <a:off x="3449755" y="580121"/>
          <a:ext cx="3085395" cy="3085395"/>
        </a:xfrm>
        <a:custGeom>
          <a:avLst/>
          <a:gdLst/>
          <a:ahLst/>
          <a:cxnLst/>
          <a:rect l="0" t="0" r="0" b="0"/>
          <a:pathLst>
            <a:path>
              <a:moveTo>
                <a:pt x="10214" y="1719929"/>
              </a:moveTo>
              <a:arcTo wR="1542697" hR="1542697" stAng="10404183" swAng="3647040"/>
            </a:path>
          </a:pathLst>
        </a:custGeom>
        <a:noFill/>
        <a:ln w="9525" cap="rnd" cmpd="sng" algn="ctr">
          <a:solidFill>
            <a:schemeClr val="accent3">
              <a:hueOff val="6059133"/>
              <a:satOff val="36540"/>
              <a:lumOff val="-22155"/>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F5794D-BEE1-4D4B-8677-B467D763DB28}">
      <dsp:nvSpPr>
        <dsp:cNvPr id="0" name=""/>
        <dsp:cNvSpPr/>
      </dsp:nvSpPr>
      <dsp:spPr>
        <a:xfrm>
          <a:off x="1140463" y="34610"/>
          <a:ext cx="1516909" cy="985991"/>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Qualité</a:t>
          </a:r>
        </a:p>
      </dsp:txBody>
      <dsp:txXfrm>
        <a:off x="1188595" y="82742"/>
        <a:ext cx="1420645" cy="889727"/>
      </dsp:txXfrm>
    </dsp:sp>
    <dsp:sp modelId="{46BD7696-9EE7-4300-B1A6-DA5C46A74BDD}">
      <dsp:nvSpPr>
        <dsp:cNvPr id="0" name=""/>
        <dsp:cNvSpPr/>
      </dsp:nvSpPr>
      <dsp:spPr>
        <a:xfrm>
          <a:off x="583132" y="527605"/>
          <a:ext cx="2631571" cy="2631571"/>
        </a:xfrm>
        <a:custGeom>
          <a:avLst/>
          <a:gdLst/>
          <a:ahLst/>
          <a:cxnLst/>
          <a:rect l="0" t="0" r="0" b="0"/>
          <a:pathLst>
            <a:path>
              <a:moveTo>
                <a:pt x="2085275" y="248462"/>
              </a:moveTo>
              <a:arcTo wR="1315785" hR="1315785" stAng="18347390" swAng="3649161"/>
            </a:path>
          </a:pathLst>
        </a:custGeom>
        <a:noFill/>
        <a:ln w="9525" cap="rnd"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E8FF167-0200-4D69-8B0E-6CCC442A4645}">
      <dsp:nvSpPr>
        <dsp:cNvPr id="0" name=""/>
        <dsp:cNvSpPr/>
      </dsp:nvSpPr>
      <dsp:spPr>
        <a:xfrm>
          <a:off x="2279967" y="2008288"/>
          <a:ext cx="1516909" cy="985991"/>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Budget</a:t>
          </a:r>
        </a:p>
      </dsp:txBody>
      <dsp:txXfrm>
        <a:off x="2328099" y="2056420"/>
        <a:ext cx="1420645" cy="889727"/>
      </dsp:txXfrm>
    </dsp:sp>
    <dsp:sp modelId="{31257565-2FBA-4478-9DEE-0E0B46C933BE}">
      <dsp:nvSpPr>
        <dsp:cNvPr id="0" name=""/>
        <dsp:cNvSpPr/>
      </dsp:nvSpPr>
      <dsp:spPr>
        <a:xfrm>
          <a:off x="583132" y="527605"/>
          <a:ext cx="2631571" cy="2631571"/>
        </a:xfrm>
        <a:custGeom>
          <a:avLst/>
          <a:gdLst/>
          <a:ahLst/>
          <a:cxnLst/>
          <a:rect l="0" t="0" r="0" b="0"/>
          <a:pathLst>
            <a:path>
              <a:moveTo>
                <a:pt x="1942366" y="2472802"/>
              </a:moveTo>
              <a:arcTo wR="1315785" hR="1315785" stAng="3693737" swAng="3412525"/>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6AD7DF9-014D-45C9-85EC-850FC2C2E619}">
      <dsp:nvSpPr>
        <dsp:cNvPr id="0" name=""/>
        <dsp:cNvSpPr/>
      </dsp:nvSpPr>
      <dsp:spPr>
        <a:xfrm>
          <a:off x="959" y="2008288"/>
          <a:ext cx="1516909" cy="985991"/>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Echéancier</a:t>
          </a:r>
        </a:p>
      </dsp:txBody>
      <dsp:txXfrm>
        <a:off x="49091" y="2056420"/>
        <a:ext cx="1420645" cy="889727"/>
      </dsp:txXfrm>
    </dsp:sp>
    <dsp:sp modelId="{59419F22-8CE8-47DB-A9DD-D0095C0ADDC3}">
      <dsp:nvSpPr>
        <dsp:cNvPr id="0" name=""/>
        <dsp:cNvSpPr/>
      </dsp:nvSpPr>
      <dsp:spPr>
        <a:xfrm>
          <a:off x="583132" y="527605"/>
          <a:ext cx="2631571" cy="2631571"/>
        </a:xfrm>
        <a:custGeom>
          <a:avLst/>
          <a:gdLst/>
          <a:ahLst/>
          <a:cxnLst/>
          <a:rect l="0" t="0" r="0" b="0"/>
          <a:pathLst>
            <a:path>
              <a:moveTo>
                <a:pt x="8744" y="1467227"/>
              </a:moveTo>
              <a:arcTo wR="1315785" hR="1315785" stAng="10403449" swAng="3649161"/>
            </a:path>
          </a:pathLst>
        </a:custGeom>
        <a:noFill/>
        <a:ln w="9525" cap="rnd"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832D74-8D89-40B3-956B-D7D812F742B7}">
      <dsp:nvSpPr>
        <dsp:cNvPr id="0" name=""/>
        <dsp:cNvSpPr/>
      </dsp:nvSpPr>
      <dsp:spPr>
        <a:xfrm>
          <a:off x="3790316" y="1388"/>
          <a:ext cx="1308651" cy="850623"/>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FR" sz="2300" kern="1200" dirty="0"/>
            <a:t>SCOPE</a:t>
          </a:r>
        </a:p>
      </dsp:txBody>
      <dsp:txXfrm>
        <a:off x="3831840" y="42912"/>
        <a:ext cx="1225603" cy="767575"/>
      </dsp:txXfrm>
    </dsp:sp>
    <dsp:sp modelId="{26AA2A08-FA6C-4FF2-8925-D22CB37D8F18}">
      <dsp:nvSpPr>
        <dsp:cNvPr id="0" name=""/>
        <dsp:cNvSpPr/>
      </dsp:nvSpPr>
      <dsp:spPr>
        <a:xfrm>
          <a:off x="3310095" y="426699"/>
          <a:ext cx="2269093" cy="2269093"/>
        </a:xfrm>
        <a:custGeom>
          <a:avLst/>
          <a:gdLst/>
          <a:ahLst/>
          <a:cxnLst/>
          <a:rect l="0" t="0" r="0" b="0"/>
          <a:pathLst>
            <a:path>
              <a:moveTo>
                <a:pt x="1798380" y="214480"/>
              </a:moveTo>
              <a:arcTo wR="1134546" hR="1134546" stAng="18348642" swAng="3647246"/>
            </a:path>
          </a:pathLst>
        </a:custGeom>
        <a:noFill/>
        <a:ln w="9525" cap="rnd"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67B041F-3B0E-4E1F-B205-A8FF9AC573A1}">
      <dsp:nvSpPr>
        <dsp:cNvPr id="0" name=""/>
        <dsp:cNvSpPr/>
      </dsp:nvSpPr>
      <dsp:spPr>
        <a:xfrm>
          <a:off x="4772862" y="1703208"/>
          <a:ext cx="1308651" cy="850623"/>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FR" sz="2300" kern="1200" dirty="0"/>
            <a:t>Budget</a:t>
          </a:r>
        </a:p>
      </dsp:txBody>
      <dsp:txXfrm>
        <a:off x="4814386" y="1744732"/>
        <a:ext cx="1225603" cy="767575"/>
      </dsp:txXfrm>
    </dsp:sp>
    <dsp:sp modelId="{C41046D7-4DB0-4E9A-BC3A-3BD0D1388B1B}">
      <dsp:nvSpPr>
        <dsp:cNvPr id="0" name=""/>
        <dsp:cNvSpPr/>
      </dsp:nvSpPr>
      <dsp:spPr>
        <a:xfrm>
          <a:off x="3310095" y="426699"/>
          <a:ext cx="2269093" cy="2269093"/>
        </a:xfrm>
        <a:custGeom>
          <a:avLst/>
          <a:gdLst/>
          <a:ahLst/>
          <a:cxnLst/>
          <a:rect l="0" t="0" r="0" b="0"/>
          <a:pathLst>
            <a:path>
              <a:moveTo>
                <a:pt x="1674424" y="2132408"/>
              </a:moveTo>
              <a:arcTo wR="1134546" hR="1134546" stAng="3695104" swAng="3409792"/>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5B7D2D9-5AC7-47EB-874D-7E868665BB7C}">
      <dsp:nvSpPr>
        <dsp:cNvPr id="0" name=""/>
        <dsp:cNvSpPr/>
      </dsp:nvSpPr>
      <dsp:spPr>
        <a:xfrm>
          <a:off x="2807769" y="1703208"/>
          <a:ext cx="1308651" cy="850623"/>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FR" sz="2300" kern="1200" dirty="0"/>
            <a:t>Délai</a:t>
          </a:r>
        </a:p>
      </dsp:txBody>
      <dsp:txXfrm>
        <a:off x="2849293" y="1744732"/>
        <a:ext cx="1225603" cy="767575"/>
      </dsp:txXfrm>
    </dsp:sp>
    <dsp:sp modelId="{CAFE1DAD-30D6-40C6-8518-5E5BD867D2BA}">
      <dsp:nvSpPr>
        <dsp:cNvPr id="0" name=""/>
        <dsp:cNvSpPr/>
      </dsp:nvSpPr>
      <dsp:spPr>
        <a:xfrm>
          <a:off x="3310095" y="426699"/>
          <a:ext cx="2269093" cy="2269093"/>
        </a:xfrm>
        <a:custGeom>
          <a:avLst/>
          <a:gdLst/>
          <a:ahLst/>
          <a:cxnLst/>
          <a:rect l="0" t="0" r="0" b="0"/>
          <a:pathLst>
            <a:path>
              <a:moveTo>
                <a:pt x="7514" y="1264911"/>
              </a:moveTo>
              <a:arcTo wR="1134546" hR="1134546" stAng="10404112" swAng="3647246"/>
            </a:path>
          </a:pathLst>
        </a:custGeom>
        <a:noFill/>
        <a:ln w="9525" cap="rnd"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FD6E8-D2F2-45FF-A602-D9C2F555E182}">
      <dsp:nvSpPr>
        <dsp:cNvPr id="0" name=""/>
        <dsp:cNvSpPr/>
      </dsp:nvSpPr>
      <dsp:spPr>
        <a:xfrm>
          <a:off x="0" y="3782"/>
          <a:ext cx="8915400" cy="743535"/>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dirty="0"/>
            <a:t>Un objectif spécifique :</a:t>
          </a:r>
        </a:p>
      </dsp:txBody>
      <dsp:txXfrm>
        <a:off x="36296" y="40078"/>
        <a:ext cx="8842808" cy="670943"/>
      </dsp:txXfrm>
    </dsp:sp>
    <dsp:sp modelId="{B0115F72-B447-4757-AA8F-2B3447D99225}">
      <dsp:nvSpPr>
        <dsp:cNvPr id="0" name=""/>
        <dsp:cNvSpPr/>
      </dsp:nvSpPr>
      <dsp:spPr>
        <a:xfrm>
          <a:off x="0" y="747317"/>
          <a:ext cx="8915400"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fr-FR" sz="2400" kern="1200" dirty="0"/>
            <a:t>résultats ou produits souhaités</a:t>
          </a:r>
        </a:p>
      </dsp:txBody>
      <dsp:txXfrm>
        <a:off x="0" y="747317"/>
        <a:ext cx="8915400" cy="513360"/>
      </dsp:txXfrm>
    </dsp:sp>
    <dsp:sp modelId="{62C9AEF5-6D16-4EDA-86AE-28FEC6EA523B}">
      <dsp:nvSpPr>
        <dsp:cNvPr id="0" name=""/>
        <dsp:cNvSpPr/>
      </dsp:nvSpPr>
      <dsp:spPr>
        <a:xfrm>
          <a:off x="0" y="1260677"/>
          <a:ext cx="8915400" cy="743535"/>
        </a:xfrm>
        <a:prstGeom prst="roundRect">
          <a:avLst/>
        </a:prstGeom>
        <a:solidFill>
          <a:schemeClr val="accent3">
            <a:hueOff val="3029566"/>
            <a:satOff val="18270"/>
            <a:lumOff val="-11077"/>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dirty="0"/>
            <a:t>Un calendrier :</a:t>
          </a:r>
        </a:p>
      </dsp:txBody>
      <dsp:txXfrm>
        <a:off x="36296" y="1296973"/>
        <a:ext cx="8842808" cy="670943"/>
      </dsp:txXfrm>
    </dsp:sp>
    <dsp:sp modelId="{0BF10310-16E9-4807-B751-AF403EA6559F}">
      <dsp:nvSpPr>
        <dsp:cNvPr id="0" name=""/>
        <dsp:cNvSpPr/>
      </dsp:nvSpPr>
      <dsp:spPr>
        <a:xfrm>
          <a:off x="0" y="2004212"/>
          <a:ext cx="8915400"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fr-FR" sz="2400" kern="1200" dirty="0"/>
            <a:t> une date de début et une date de fin </a:t>
          </a:r>
          <a:r>
            <a:rPr lang="fr-FR" sz="2400" kern="1200"/>
            <a:t>bien identifiées</a:t>
          </a:r>
          <a:endParaRPr lang="fr-FR" sz="2400" kern="1200" dirty="0"/>
        </a:p>
      </dsp:txBody>
      <dsp:txXfrm>
        <a:off x="0" y="2004212"/>
        <a:ext cx="8915400" cy="513360"/>
      </dsp:txXfrm>
    </dsp:sp>
    <dsp:sp modelId="{38AA9B59-99EA-4039-BE82-F0AE7F7C6E81}">
      <dsp:nvSpPr>
        <dsp:cNvPr id="0" name=""/>
        <dsp:cNvSpPr/>
      </dsp:nvSpPr>
      <dsp:spPr>
        <a:xfrm>
          <a:off x="0" y="2517572"/>
          <a:ext cx="8915400" cy="743535"/>
        </a:xfrm>
        <a:prstGeom prst="roundRect">
          <a:avLst/>
        </a:prstGeom>
        <a:solidFill>
          <a:schemeClr val="accent3">
            <a:hueOff val="6059133"/>
            <a:satOff val="36540"/>
            <a:lumOff val="-2215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dirty="0"/>
            <a:t>Des ressources nécessaires :</a:t>
          </a:r>
        </a:p>
      </dsp:txBody>
      <dsp:txXfrm>
        <a:off x="36296" y="2553868"/>
        <a:ext cx="8842808" cy="670943"/>
      </dsp:txXfrm>
    </dsp:sp>
    <dsp:sp modelId="{65AA6507-8342-4040-9E97-B6117B9C5AA6}">
      <dsp:nvSpPr>
        <dsp:cNvPr id="0" name=""/>
        <dsp:cNvSpPr/>
      </dsp:nvSpPr>
      <dsp:spPr>
        <a:xfrm>
          <a:off x="0" y="3261107"/>
          <a:ext cx="8915400"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064"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fr-FR" sz="2400" kern="1200" dirty="0"/>
            <a:t> le personnel, le financement et </a:t>
          </a:r>
          <a:r>
            <a:rPr lang="fr-FR" sz="2400" kern="1200"/>
            <a:t>d’autres ressources</a:t>
          </a:r>
          <a:endParaRPr lang="fr-FR" sz="2400" kern="1200" dirty="0"/>
        </a:p>
      </dsp:txBody>
      <dsp:txXfrm>
        <a:off x="0" y="3261107"/>
        <a:ext cx="8915400" cy="5133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B68349-E235-4E61-9D48-6001C987C589}">
      <dsp:nvSpPr>
        <dsp:cNvPr id="0" name=""/>
        <dsp:cNvSpPr/>
      </dsp:nvSpPr>
      <dsp:spPr>
        <a:xfrm>
          <a:off x="1408920" y="1785"/>
          <a:ext cx="2903599" cy="1742159"/>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Une plus grande probabilité d’obtenir les résultats souhaités</a:t>
          </a:r>
        </a:p>
      </dsp:txBody>
      <dsp:txXfrm>
        <a:off x="1408920" y="1785"/>
        <a:ext cx="2903599" cy="1742159"/>
      </dsp:txXfrm>
    </dsp:sp>
    <dsp:sp modelId="{4ED3414A-F9F9-43E6-A79D-7AEA7110AE01}">
      <dsp:nvSpPr>
        <dsp:cNvPr id="0" name=""/>
        <dsp:cNvSpPr/>
      </dsp:nvSpPr>
      <dsp:spPr>
        <a:xfrm>
          <a:off x="4602879" y="1785"/>
          <a:ext cx="2903599" cy="1742159"/>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L’efficacité de l’équipe</a:t>
          </a:r>
        </a:p>
      </dsp:txBody>
      <dsp:txXfrm>
        <a:off x="4602879" y="1785"/>
        <a:ext cx="2903599" cy="1742159"/>
      </dsp:txXfrm>
    </dsp:sp>
    <dsp:sp modelId="{92BADCBA-3CCB-4A6A-A5B7-A389A7230688}">
      <dsp:nvSpPr>
        <dsp:cNvPr id="0" name=""/>
        <dsp:cNvSpPr/>
      </dsp:nvSpPr>
      <dsp:spPr>
        <a:xfrm>
          <a:off x="1408920" y="2034304"/>
          <a:ext cx="2903599" cy="1742159"/>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Garantie d’une bonne utilisation des ressources</a:t>
          </a:r>
        </a:p>
      </dsp:txBody>
      <dsp:txXfrm>
        <a:off x="1408920" y="2034304"/>
        <a:ext cx="2903599" cy="1742159"/>
      </dsp:txXfrm>
    </dsp:sp>
    <dsp:sp modelId="{65FBF1F4-2E9D-423E-8EB0-A5E6D30D4010}">
      <dsp:nvSpPr>
        <dsp:cNvPr id="0" name=""/>
        <dsp:cNvSpPr/>
      </dsp:nvSpPr>
      <dsp:spPr>
        <a:xfrm>
          <a:off x="4602879" y="2034304"/>
          <a:ext cx="2903599" cy="1742159"/>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Respect des délais</a:t>
          </a:r>
        </a:p>
      </dsp:txBody>
      <dsp:txXfrm>
        <a:off x="4602879" y="2034304"/>
        <a:ext cx="2903599" cy="17421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F377BC-D5AD-4D82-8FF8-E2F23333FD5A}">
      <dsp:nvSpPr>
        <dsp:cNvPr id="0" name=""/>
        <dsp:cNvSpPr/>
      </dsp:nvSpPr>
      <dsp:spPr>
        <a:xfrm>
          <a:off x="43" y="29738"/>
          <a:ext cx="4166034" cy="15840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fr-FR" sz="2800" kern="1200" dirty="0"/>
            <a:t>Projets mous (soft </a:t>
          </a:r>
          <a:r>
            <a:rPr lang="fr-FR" sz="2800" kern="1200" dirty="0" err="1"/>
            <a:t>projects</a:t>
          </a:r>
          <a:r>
            <a:rPr lang="fr-FR" sz="2800" kern="1200" dirty="0"/>
            <a:t>)</a:t>
          </a:r>
        </a:p>
      </dsp:txBody>
      <dsp:txXfrm>
        <a:off x="43" y="29738"/>
        <a:ext cx="4166034" cy="1584000"/>
      </dsp:txXfrm>
    </dsp:sp>
    <dsp:sp modelId="{3475F432-FCA5-4452-9C07-C5113AB38576}">
      <dsp:nvSpPr>
        <dsp:cNvPr id="0" name=""/>
        <dsp:cNvSpPr/>
      </dsp:nvSpPr>
      <dsp:spPr>
        <a:xfrm>
          <a:off x="43" y="1613738"/>
          <a:ext cx="4166034" cy="249108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fr-FR" sz="2800" kern="1200" dirty="0"/>
            <a:t>Progiciels</a:t>
          </a:r>
        </a:p>
        <a:p>
          <a:pPr marL="285750" lvl="1" indent="-285750" algn="l" defTabSz="1244600">
            <a:lnSpc>
              <a:spcPct val="90000"/>
            </a:lnSpc>
            <a:spcBef>
              <a:spcPct val="0"/>
            </a:spcBef>
            <a:spcAft>
              <a:spcPct val="15000"/>
            </a:spcAft>
            <a:buChar char="•"/>
          </a:pPr>
          <a:r>
            <a:rPr lang="fr-FR" sz="2800" kern="1200" dirty="0"/>
            <a:t>Programmes de formation</a:t>
          </a:r>
        </a:p>
        <a:p>
          <a:pPr marL="285750" lvl="1" indent="-285750" algn="l" defTabSz="1244600">
            <a:lnSpc>
              <a:spcPct val="90000"/>
            </a:lnSpc>
            <a:spcBef>
              <a:spcPct val="0"/>
            </a:spcBef>
            <a:spcAft>
              <a:spcPct val="15000"/>
            </a:spcAft>
            <a:buChar char="•"/>
          </a:pPr>
          <a:r>
            <a:rPr lang="fr-FR" sz="2800" kern="1200" dirty="0"/>
            <a:t>Changements organisationnels</a:t>
          </a:r>
        </a:p>
      </dsp:txBody>
      <dsp:txXfrm>
        <a:off x="43" y="1613738"/>
        <a:ext cx="4166034" cy="2491087"/>
      </dsp:txXfrm>
    </dsp:sp>
    <dsp:sp modelId="{FBFD36DA-A011-40C6-AC4B-7852C2567F6E}">
      <dsp:nvSpPr>
        <dsp:cNvPr id="0" name=""/>
        <dsp:cNvSpPr/>
      </dsp:nvSpPr>
      <dsp:spPr>
        <a:xfrm>
          <a:off x="4749322" y="29738"/>
          <a:ext cx="4166034" cy="15840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fr-FR" sz="2800" kern="1200" dirty="0"/>
            <a:t>Projets d’investissement</a:t>
          </a:r>
        </a:p>
      </dsp:txBody>
      <dsp:txXfrm>
        <a:off x="4749322" y="29738"/>
        <a:ext cx="4166034" cy="1584000"/>
      </dsp:txXfrm>
    </dsp:sp>
    <dsp:sp modelId="{C91064D2-1459-4237-B1F6-3FA903EBA309}">
      <dsp:nvSpPr>
        <dsp:cNvPr id="0" name=""/>
        <dsp:cNvSpPr/>
      </dsp:nvSpPr>
      <dsp:spPr>
        <a:xfrm>
          <a:off x="4749322" y="1613738"/>
          <a:ext cx="4166034" cy="249108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fr-FR" sz="2800" kern="1200" dirty="0"/>
            <a:t>Construction</a:t>
          </a:r>
        </a:p>
        <a:p>
          <a:pPr marL="285750" lvl="1" indent="-285750" algn="l" defTabSz="1244600">
            <a:lnSpc>
              <a:spcPct val="90000"/>
            </a:lnSpc>
            <a:spcBef>
              <a:spcPct val="0"/>
            </a:spcBef>
            <a:spcAft>
              <a:spcPct val="15000"/>
            </a:spcAft>
            <a:buChar char="•"/>
          </a:pPr>
          <a:r>
            <a:rPr lang="fr-FR" sz="2800" kern="1200" dirty="0"/>
            <a:t>Investissements en infrastructure</a:t>
          </a:r>
        </a:p>
        <a:p>
          <a:pPr marL="285750" lvl="1" indent="-285750" algn="l" defTabSz="1244600">
            <a:lnSpc>
              <a:spcPct val="90000"/>
            </a:lnSpc>
            <a:spcBef>
              <a:spcPct val="0"/>
            </a:spcBef>
            <a:spcAft>
              <a:spcPct val="15000"/>
            </a:spcAft>
            <a:buChar char="•"/>
          </a:pPr>
          <a:endParaRPr lang="fr-FR" sz="2800" kern="1200" dirty="0"/>
        </a:p>
      </dsp:txBody>
      <dsp:txXfrm>
        <a:off x="4749322" y="1613738"/>
        <a:ext cx="4166034" cy="24910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F9612-F15E-402B-8186-B8638F872551}">
      <dsp:nvSpPr>
        <dsp:cNvPr id="0" name=""/>
        <dsp:cNvSpPr/>
      </dsp:nvSpPr>
      <dsp:spPr>
        <a:xfrm>
          <a:off x="1244" y="208666"/>
          <a:ext cx="2911584" cy="145579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fr-FR" sz="2400" kern="1200" dirty="0"/>
            <a:t>Artistique ou culturel</a:t>
          </a:r>
        </a:p>
      </dsp:txBody>
      <dsp:txXfrm>
        <a:off x="43883" y="251305"/>
        <a:ext cx="2826306" cy="1370514"/>
      </dsp:txXfrm>
    </dsp:sp>
    <dsp:sp modelId="{1CEB6E14-7FC9-439A-92DF-48F18228DFA5}">
      <dsp:nvSpPr>
        <dsp:cNvPr id="0" name=""/>
        <dsp:cNvSpPr/>
      </dsp:nvSpPr>
      <dsp:spPr>
        <a:xfrm>
          <a:off x="292402" y="1664458"/>
          <a:ext cx="291158" cy="1091844"/>
        </a:xfrm>
        <a:custGeom>
          <a:avLst/>
          <a:gdLst/>
          <a:ahLst/>
          <a:cxnLst/>
          <a:rect l="0" t="0" r="0" b="0"/>
          <a:pathLst>
            <a:path>
              <a:moveTo>
                <a:pt x="0" y="0"/>
              </a:moveTo>
              <a:lnTo>
                <a:pt x="0" y="1091844"/>
              </a:lnTo>
              <a:lnTo>
                <a:pt x="291158" y="109184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D078D4-99C2-46DA-B47A-D187752831AB}">
      <dsp:nvSpPr>
        <dsp:cNvPr id="0" name=""/>
        <dsp:cNvSpPr/>
      </dsp:nvSpPr>
      <dsp:spPr>
        <a:xfrm>
          <a:off x="583561" y="2028406"/>
          <a:ext cx="2329267" cy="145579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fr-FR" sz="2400" kern="1200" dirty="0"/>
            <a:t>Montage d’un spectacle</a:t>
          </a:r>
        </a:p>
      </dsp:txBody>
      <dsp:txXfrm>
        <a:off x="626200" y="2071045"/>
        <a:ext cx="2243989" cy="1370514"/>
      </dsp:txXfrm>
    </dsp:sp>
    <dsp:sp modelId="{10BF1974-8AB2-4229-908E-ACB4C7B4AC39}">
      <dsp:nvSpPr>
        <dsp:cNvPr id="0" name=""/>
        <dsp:cNvSpPr/>
      </dsp:nvSpPr>
      <dsp:spPr>
        <a:xfrm>
          <a:off x="292402" y="1664458"/>
          <a:ext cx="291158" cy="2911584"/>
        </a:xfrm>
        <a:custGeom>
          <a:avLst/>
          <a:gdLst/>
          <a:ahLst/>
          <a:cxnLst/>
          <a:rect l="0" t="0" r="0" b="0"/>
          <a:pathLst>
            <a:path>
              <a:moveTo>
                <a:pt x="0" y="0"/>
              </a:moveTo>
              <a:lnTo>
                <a:pt x="0" y="2911584"/>
              </a:lnTo>
              <a:lnTo>
                <a:pt x="291158" y="291158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6BE09C-8BF5-4DA4-A932-1DB40B323140}">
      <dsp:nvSpPr>
        <dsp:cNvPr id="0" name=""/>
        <dsp:cNvSpPr/>
      </dsp:nvSpPr>
      <dsp:spPr>
        <a:xfrm>
          <a:off x="583561" y="3848146"/>
          <a:ext cx="2329267" cy="145579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fr-FR" sz="2400" kern="1200" dirty="0"/>
            <a:t>Organisation d’une exposition </a:t>
          </a:r>
        </a:p>
      </dsp:txBody>
      <dsp:txXfrm>
        <a:off x="626200" y="3890785"/>
        <a:ext cx="2243989" cy="1370514"/>
      </dsp:txXfrm>
    </dsp:sp>
    <dsp:sp modelId="{BE0E552A-903D-499B-85EF-7F821725729D}">
      <dsp:nvSpPr>
        <dsp:cNvPr id="0" name=""/>
        <dsp:cNvSpPr/>
      </dsp:nvSpPr>
      <dsp:spPr>
        <a:xfrm>
          <a:off x="3640724" y="208666"/>
          <a:ext cx="2911584" cy="145579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fr-FR" sz="2400" kern="1200" dirty="0"/>
            <a:t>Technologique ou scientifique</a:t>
          </a:r>
        </a:p>
      </dsp:txBody>
      <dsp:txXfrm>
        <a:off x="3683363" y="251305"/>
        <a:ext cx="2826306" cy="1370514"/>
      </dsp:txXfrm>
    </dsp:sp>
    <dsp:sp modelId="{262E778A-62E0-4746-BEC6-6997F9D39569}">
      <dsp:nvSpPr>
        <dsp:cNvPr id="0" name=""/>
        <dsp:cNvSpPr/>
      </dsp:nvSpPr>
      <dsp:spPr>
        <a:xfrm>
          <a:off x="3931883" y="1664458"/>
          <a:ext cx="291158" cy="1091844"/>
        </a:xfrm>
        <a:custGeom>
          <a:avLst/>
          <a:gdLst/>
          <a:ahLst/>
          <a:cxnLst/>
          <a:rect l="0" t="0" r="0" b="0"/>
          <a:pathLst>
            <a:path>
              <a:moveTo>
                <a:pt x="0" y="0"/>
              </a:moveTo>
              <a:lnTo>
                <a:pt x="0" y="1091844"/>
              </a:lnTo>
              <a:lnTo>
                <a:pt x="291158" y="109184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287F57-F6FA-4DD2-AC2D-C0F16E8AFE5D}">
      <dsp:nvSpPr>
        <dsp:cNvPr id="0" name=""/>
        <dsp:cNvSpPr/>
      </dsp:nvSpPr>
      <dsp:spPr>
        <a:xfrm>
          <a:off x="4223041" y="2028406"/>
          <a:ext cx="2329267" cy="145579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fr-FR" sz="2400" kern="1200" dirty="0"/>
            <a:t>Mise en place d’une plateforme</a:t>
          </a:r>
        </a:p>
      </dsp:txBody>
      <dsp:txXfrm>
        <a:off x="4265680" y="2071045"/>
        <a:ext cx="2243989" cy="1370514"/>
      </dsp:txXfrm>
    </dsp:sp>
    <dsp:sp modelId="{4264F3B0-C9A2-4DE6-AAC8-F8B521AFCC6C}">
      <dsp:nvSpPr>
        <dsp:cNvPr id="0" name=""/>
        <dsp:cNvSpPr/>
      </dsp:nvSpPr>
      <dsp:spPr>
        <a:xfrm>
          <a:off x="7280205" y="208666"/>
          <a:ext cx="2911584" cy="145579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fr-FR" sz="2400" kern="1200" dirty="0"/>
            <a:t>Projet à but non lucratif/</a:t>
          </a:r>
        </a:p>
        <a:p>
          <a:pPr marL="0" lvl="0" indent="0" algn="ctr" defTabSz="1066800">
            <a:lnSpc>
              <a:spcPct val="90000"/>
            </a:lnSpc>
            <a:spcBef>
              <a:spcPct val="0"/>
            </a:spcBef>
            <a:spcAft>
              <a:spcPct val="35000"/>
            </a:spcAft>
            <a:buNone/>
          </a:pPr>
          <a:r>
            <a:rPr lang="fr-FR" sz="2400" kern="1200" dirty="0"/>
            <a:t>communautaire</a:t>
          </a:r>
        </a:p>
      </dsp:txBody>
      <dsp:txXfrm>
        <a:off x="7322844" y="251305"/>
        <a:ext cx="2826306" cy="1370514"/>
      </dsp:txXfrm>
    </dsp:sp>
    <dsp:sp modelId="{08AAC628-BB65-4964-992D-63EE13E0B38E}">
      <dsp:nvSpPr>
        <dsp:cNvPr id="0" name=""/>
        <dsp:cNvSpPr/>
      </dsp:nvSpPr>
      <dsp:spPr>
        <a:xfrm>
          <a:off x="7571363" y="1664458"/>
          <a:ext cx="291158" cy="1091844"/>
        </a:xfrm>
        <a:custGeom>
          <a:avLst/>
          <a:gdLst/>
          <a:ahLst/>
          <a:cxnLst/>
          <a:rect l="0" t="0" r="0" b="0"/>
          <a:pathLst>
            <a:path>
              <a:moveTo>
                <a:pt x="0" y="0"/>
              </a:moveTo>
              <a:lnTo>
                <a:pt x="0" y="1091844"/>
              </a:lnTo>
              <a:lnTo>
                <a:pt x="291158" y="109184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385E9A-9739-42D5-80B3-81B5B3C2E3E3}">
      <dsp:nvSpPr>
        <dsp:cNvPr id="0" name=""/>
        <dsp:cNvSpPr/>
      </dsp:nvSpPr>
      <dsp:spPr>
        <a:xfrm>
          <a:off x="7862522" y="2028406"/>
          <a:ext cx="2329267" cy="145579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dirty="0"/>
            <a:t>Organisation d’un marathon au profit d’une association</a:t>
          </a:r>
        </a:p>
      </dsp:txBody>
      <dsp:txXfrm>
        <a:off x="7905161" y="2071045"/>
        <a:ext cx="2243989" cy="1370514"/>
      </dsp:txXfrm>
    </dsp:sp>
    <dsp:sp modelId="{43BE9014-1EE0-4AE7-80EB-19B42179A878}">
      <dsp:nvSpPr>
        <dsp:cNvPr id="0" name=""/>
        <dsp:cNvSpPr/>
      </dsp:nvSpPr>
      <dsp:spPr>
        <a:xfrm>
          <a:off x="7571363" y="1664458"/>
          <a:ext cx="291158" cy="2911584"/>
        </a:xfrm>
        <a:custGeom>
          <a:avLst/>
          <a:gdLst/>
          <a:ahLst/>
          <a:cxnLst/>
          <a:rect l="0" t="0" r="0" b="0"/>
          <a:pathLst>
            <a:path>
              <a:moveTo>
                <a:pt x="0" y="0"/>
              </a:moveTo>
              <a:lnTo>
                <a:pt x="0" y="2911584"/>
              </a:lnTo>
              <a:lnTo>
                <a:pt x="291158" y="291158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8189A1-42E1-4179-B63F-139DD9E130D5}">
      <dsp:nvSpPr>
        <dsp:cNvPr id="0" name=""/>
        <dsp:cNvSpPr/>
      </dsp:nvSpPr>
      <dsp:spPr>
        <a:xfrm>
          <a:off x="7862522" y="3848146"/>
          <a:ext cx="2329267" cy="145579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dirty="0"/>
            <a:t>Programme de prévention des dangers de l’alcool</a:t>
          </a:r>
        </a:p>
      </dsp:txBody>
      <dsp:txXfrm>
        <a:off x="7905161" y="3890785"/>
        <a:ext cx="2243989" cy="137051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7D1F9F-E20F-4F25-A4AB-245FE514EC6E}">
      <dsp:nvSpPr>
        <dsp:cNvPr id="0" name=""/>
        <dsp:cNvSpPr/>
      </dsp:nvSpPr>
      <dsp:spPr>
        <a:xfrm>
          <a:off x="0" y="511091"/>
          <a:ext cx="8915400" cy="579600"/>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EEC9B4-E3A4-4ED6-983E-E95D60C6B98B}">
      <dsp:nvSpPr>
        <dsp:cNvPr id="0" name=""/>
        <dsp:cNvSpPr/>
      </dsp:nvSpPr>
      <dsp:spPr>
        <a:xfrm>
          <a:off x="445770" y="171611"/>
          <a:ext cx="6240780" cy="67896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022350">
            <a:lnSpc>
              <a:spcPct val="90000"/>
            </a:lnSpc>
            <a:spcBef>
              <a:spcPct val="0"/>
            </a:spcBef>
            <a:spcAft>
              <a:spcPct val="35000"/>
            </a:spcAft>
            <a:buNone/>
          </a:pPr>
          <a:r>
            <a:rPr lang="fr-FR" sz="2300" kern="1200" dirty="0"/>
            <a:t>Les ressources humaines</a:t>
          </a:r>
        </a:p>
      </dsp:txBody>
      <dsp:txXfrm>
        <a:off x="478914" y="204755"/>
        <a:ext cx="6174492" cy="612672"/>
      </dsp:txXfrm>
    </dsp:sp>
    <dsp:sp modelId="{DE4DCF84-AB65-4774-900C-EA68E0703D11}">
      <dsp:nvSpPr>
        <dsp:cNvPr id="0" name=""/>
        <dsp:cNvSpPr/>
      </dsp:nvSpPr>
      <dsp:spPr>
        <a:xfrm>
          <a:off x="0" y="1554371"/>
          <a:ext cx="8915400" cy="579600"/>
        </a:xfrm>
        <a:prstGeom prst="rect">
          <a:avLst/>
        </a:prstGeom>
        <a:solidFill>
          <a:schemeClr val="lt1">
            <a:alpha val="90000"/>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C92535A-9178-40C8-A307-E0A25C490D03}">
      <dsp:nvSpPr>
        <dsp:cNvPr id="0" name=""/>
        <dsp:cNvSpPr/>
      </dsp:nvSpPr>
      <dsp:spPr>
        <a:xfrm>
          <a:off x="445770" y="1214891"/>
          <a:ext cx="6240780" cy="678960"/>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022350">
            <a:lnSpc>
              <a:spcPct val="90000"/>
            </a:lnSpc>
            <a:spcBef>
              <a:spcPct val="0"/>
            </a:spcBef>
            <a:spcAft>
              <a:spcPct val="35000"/>
            </a:spcAft>
            <a:buNone/>
          </a:pPr>
          <a:r>
            <a:rPr lang="fr-FR" sz="2300" kern="1200" dirty="0"/>
            <a:t>Les ressources physiques ou matérielles</a:t>
          </a:r>
        </a:p>
      </dsp:txBody>
      <dsp:txXfrm>
        <a:off x="478914" y="1248035"/>
        <a:ext cx="6174492" cy="612672"/>
      </dsp:txXfrm>
    </dsp:sp>
    <dsp:sp modelId="{6B7F4163-94A7-416D-88E9-F48BE182D152}">
      <dsp:nvSpPr>
        <dsp:cNvPr id="0" name=""/>
        <dsp:cNvSpPr/>
      </dsp:nvSpPr>
      <dsp:spPr>
        <a:xfrm>
          <a:off x="0" y="2597651"/>
          <a:ext cx="8915400" cy="579600"/>
        </a:xfrm>
        <a:prstGeom prst="rect">
          <a:avLst/>
        </a:prstGeom>
        <a:solidFill>
          <a:schemeClr val="lt1">
            <a:alpha val="9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5A11B10-C5D7-49E2-B618-949B55B80589}">
      <dsp:nvSpPr>
        <dsp:cNvPr id="0" name=""/>
        <dsp:cNvSpPr/>
      </dsp:nvSpPr>
      <dsp:spPr>
        <a:xfrm>
          <a:off x="445770" y="2258171"/>
          <a:ext cx="6240780" cy="678960"/>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022350">
            <a:lnSpc>
              <a:spcPct val="90000"/>
            </a:lnSpc>
            <a:spcBef>
              <a:spcPct val="0"/>
            </a:spcBef>
            <a:spcAft>
              <a:spcPct val="35000"/>
            </a:spcAft>
            <a:buNone/>
          </a:pPr>
          <a:r>
            <a:rPr lang="fr-FR" sz="2300" kern="1200" dirty="0"/>
            <a:t>Les ressources financières</a:t>
          </a:r>
        </a:p>
      </dsp:txBody>
      <dsp:txXfrm>
        <a:off x="478914" y="2291315"/>
        <a:ext cx="6174492" cy="612672"/>
      </dsp:txXfrm>
    </dsp:sp>
    <dsp:sp modelId="{EA633E13-1244-4608-9FB3-C32D4AFACC25}">
      <dsp:nvSpPr>
        <dsp:cNvPr id="0" name=""/>
        <dsp:cNvSpPr/>
      </dsp:nvSpPr>
      <dsp:spPr>
        <a:xfrm>
          <a:off x="0" y="3640931"/>
          <a:ext cx="8915400" cy="579600"/>
        </a:xfrm>
        <a:prstGeom prst="rect">
          <a:avLst/>
        </a:prstGeom>
        <a:solidFill>
          <a:schemeClr val="lt1">
            <a:alpha val="90000"/>
            <a:hueOff val="0"/>
            <a:satOff val="0"/>
            <a:lumOff val="0"/>
            <a:alphaOff val="0"/>
          </a:schemeClr>
        </a:solidFill>
        <a:ln w="1587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710671-44AC-434F-A10C-29D459BDD639}">
      <dsp:nvSpPr>
        <dsp:cNvPr id="0" name=""/>
        <dsp:cNvSpPr/>
      </dsp:nvSpPr>
      <dsp:spPr>
        <a:xfrm>
          <a:off x="445770" y="3301451"/>
          <a:ext cx="6240780" cy="678960"/>
        </a:xfrm>
        <a:prstGeom prst="roundRect">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022350">
            <a:lnSpc>
              <a:spcPct val="90000"/>
            </a:lnSpc>
            <a:spcBef>
              <a:spcPct val="0"/>
            </a:spcBef>
            <a:spcAft>
              <a:spcPct val="35000"/>
            </a:spcAft>
            <a:buNone/>
          </a:pPr>
          <a:r>
            <a:rPr lang="fr-FR" sz="2300" kern="1200" dirty="0"/>
            <a:t>Les ressources immatérielles</a:t>
          </a:r>
        </a:p>
      </dsp:txBody>
      <dsp:txXfrm>
        <a:off x="478914" y="3334595"/>
        <a:ext cx="6174492" cy="6126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415897-0668-4A7D-92EB-2B57415F4195}">
      <dsp:nvSpPr>
        <dsp:cNvPr id="0" name=""/>
        <dsp:cNvSpPr/>
      </dsp:nvSpPr>
      <dsp:spPr>
        <a:xfrm>
          <a:off x="2623" y="0"/>
          <a:ext cx="2573914" cy="55261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Les ressources humaines</a:t>
          </a:r>
        </a:p>
      </dsp:txBody>
      <dsp:txXfrm>
        <a:off x="2623" y="0"/>
        <a:ext cx="2573914" cy="1657856"/>
      </dsp:txXfrm>
    </dsp:sp>
    <dsp:sp modelId="{7053085F-6AF4-433C-86B6-39CEBBB36E98}">
      <dsp:nvSpPr>
        <dsp:cNvPr id="0" name=""/>
        <dsp:cNvSpPr/>
      </dsp:nvSpPr>
      <dsp:spPr>
        <a:xfrm>
          <a:off x="260014" y="1657991"/>
          <a:ext cx="2059131" cy="80504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fr-FR" sz="1600" kern="1200" dirty="0"/>
            <a:t>Chef de projet</a:t>
          </a:r>
        </a:p>
      </dsp:txBody>
      <dsp:txXfrm>
        <a:off x="283593" y="1681570"/>
        <a:ext cx="2011973" cy="757890"/>
      </dsp:txXfrm>
    </dsp:sp>
    <dsp:sp modelId="{5FCE387D-9CD7-43D6-BEE8-96F6FC39CF0D}">
      <dsp:nvSpPr>
        <dsp:cNvPr id="0" name=""/>
        <dsp:cNvSpPr/>
      </dsp:nvSpPr>
      <dsp:spPr>
        <a:xfrm>
          <a:off x="260014" y="2586893"/>
          <a:ext cx="2059131" cy="80504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fr-FR" sz="1600" kern="1200" dirty="0"/>
            <a:t>Équipe projet</a:t>
          </a:r>
        </a:p>
      </dsp:txBody>
      <dsp:txXfrm>
        <a:off x="283593" y="2610472"/>
        <a:ext cx="2011973" cy="757890"/>
      </dsp:txXfrm>
    </dsp:sp>
    <dsp:sp modelId="{F087DFA5-AA9B-49C2-8F65-7CB0744D5702}">
      <dsp:nvSpPr>
        <dsp:cNvPr id="0" name=""/>
        <dsp:cNvSpPr/>
      </dsp:nvSpPr>
      <dsp:spPr>
        <a:xfrm>
          <a:off x="260014" y="3515794"/>
          <a:ext cx="2059131" cy="80504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fr-FR" sz="1600" kern="1200" dirty="0"/>
            <a:t>Prestataires </a:t>
          </a:r>
        </a:p>
      </dsp:txBody>
      <dsp:txXfrm>
        <a:off x="283593" y="3539373"/>
        <a:ext cx="2011973" cy="757890"/>
      </dsp:txXfrm>
    </dsp:sp>
    <dsp:sp modelId="{24D90DDB-A270-4AEE-955D-81833C71F19D}">
      <dsp:nvSpPr>
        <dsp:cNvPr id="0" name=""/>
        <dsp:cNvSpPr/>
      </dsp:nvSpPr>
      <dsp:spPr>
        <a:xfrm>
          <a:off x="260014" y="4444696"/>
          <a:ext cx="2059131" cy="80504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fr-FR" sz="1600" kern="1200" dirty="0"/>
            <a:t>Consultants </a:t>
          </a:r>
        </a:p>
      </dsp:txBody>
      <dsp:txXfrm>
        <a:off x="283593" y="4468275"/>
        <a:ext cx="2011973" cy="757890"/>
      </dsp:txXfrm>
    </dsp:sp>
    <dsp:sp modelId="{46A0F140-1D85-406E-9DD7-782E3E312826}">
      <dsp:nvSpPr>
        <dsp:cNvPr id="0" name=""/>
        <dsp:cNvSpPr/>
      </dsp:nvSpPr>
      <dsp:spPr>
        <a:xfrm>
          <a:off x="2769581" y="0"/>
          <a:ext cx="2573914" cy="55261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Les ressources matérielles</a:t>
          </a:r>
        </a:p>
      </dsp:txBody>
      <dsp:txXfrm>
        <a:off x="2769581" y="0"/>
        <a:ext cx="2573914" cy="1657856"/>
      </dsp:txXfrm>
    </dsp:sp>
    <dsp:sp modelId="{AC812E7D-FB41-49A2-BA7D-B95EE5773006}">
      <dsp:nvSpPr>
        <dsp:cNvPr id="0" name=""/>
        <dsp:cNvSpPr/>
      </dsp:nvSpPr>
      <dsp:spPr>
        <a:xfrm>
          <a:off x="3026972" y="1658328"/>
          <a:ext cx="2059131" cy="108567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fr-FR" sz="1600" kern="1200" dirty="0"/>
            <a:t> Lieux (salles, bâtiments, terrains, etc.),</a:t>
          </a:r>
        </a:p>
      </dsp:txBody>
      <dsp:txXfrm>
        <a:off x="3058770" y="1690126"/>
        <a:ext cx="1995535" cy="1022078"/>
      </dsp:txXfrm>
    </dsp:sp>
    <dsp:sp modelId="{0EE4A3C5-93EB-4DBD-8699-D3BE72FB6C3B}">
      <dsp:nvSpPr>
        <dsp:cNvPr id="0" name=""/>
        <dsp:cNvSpPr/>
      </dsp:nvSpPr>
      <dsp:spPr>
        <a:xfrm>
          <a:off x="3026972" y="2911030"/>
          <a:ext cx="2059131" cy="108567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fr-FR" sz="1600" kern="1200" dirty="0"/>
            <a:t> Matériels et équipements (ordinateurs, téléphone, etc.), </a:t>
          </a:r>
        </a:p>
      </dsp:txBody>
      <dsp:txXfrm>
        <a:off x="3058770" y="2942828"/>
        <a:ext cx="1995535" cy="1022078"/>
      </dsp:txXfrm>
    </dsp:sp>
    <dsp:sp modelId="{192B3AB8-6D9A-4D4B-8B01-F90FD7FDA893}">
      <dsp:nvSpPr>
        <dsp:cNvPr id="0" name=""/>
        <dsp:cNvSpPr/>
      </dsp:nvSpPr>
      <dsp:spPr>
        <a:xfrm>
          <a:off x="3026972" y="4163732"/>
          <a:ext cx="2059131" cy="108567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fr-FR" sz="1600" kern="1200" dirty="0"/>
            <a:t> Outils, machines, matériaux.</a:t>
          </a:r>
        </a:p>
      </dsp:txBody>
      <dsp:txXfrm>
        <a:off x="3058770" y="4195530"/>
        <a:ext cx="1995535" cy="1022078"/>
      </dsp:txXfrm>
    </dsp:sp>
    <dsp:sp modelId="{A4DBA095-0CB5-473C-8BFA-66271AAF06C1}">
      <dsp:nvSpPr>
        <dsp:cNvPr id="0" name=""/>
        <dsp:cNvSpPr/>
      </dsp:nvSpPr>
      <dsp:spPr>
        <a:xfrm>
          <a:off x="5536539" y="0"/>
          <a:ext cx="2573914" cy="55261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Les ressources financières</a:t>
          </a:r>
        </a:p>
      </dsp:txBody>
      <dsp:txXfrm>
        <a:off x="5536539" y="0"/>
        <a:ext cx="2573914" cy="1657856"/>
      </dsp:txXfrm>
    </dsp:sp>
    <dsp:sp modelId="{66B5BB72-350D-48C5-8008-B224B5236A01}">
      <dsp:nvSpPr>
        <dsp:cNvPr id="0" name=""/>
        <dsp:cNvSpPr/>
      </dsp:nvSpPr>
      <dsp:spPr>
        <a:xfrm>
          <a:off x="5793930" y="1657991"/>
          <a:ext cx="2059131" cy="80504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fr-FR" sz="1400" kern="1200" dirty="0"/>
            <a:t>Les salaires de tous les acteurs du projet</a:t>
          </a:r>
        </a:p>
      </dsp:txBody>
      <dsp:txXfrm>
        <a:off x="5817509" y="1681570"/>
        <a:ext cx="2011973" cy="757890"/>
      </dsp:txXfrm>
    </dsp:sp>
    <dsp:sp modelId="{73FCC7A6-58E5-4150-865E-D4ED822E25B2}">
      <dsp:nvSpPr>
        <dsp:cNvPr id="0" name=""/>
        <dsp:cNvSpPr/>
      </dsp:nvSpPr>
      <dsp:spPr>
        <a:xfrm>
          <a:off x="5793930" y="2586893"/>
          <a:ext cx="2059131" cy="80504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fr-FR" sz="1400" kern="1200" dirty="0"/>
            <a:t>L’achat et la location de ressources matérielles</a:t>
          </a:r>
        </a:p>
      </dsp:txBody>
      <dsp:txXfrm>
        <a:off x="5817509" y="2610472"/>
        <a:ext cx="2011973" cy="757890"/>
      </dsp:txXfrm>
    </dsp:sp>
    <dsp:sp modelId="{335FEFED-0C55-4F75-9BBD-610D1F2460BE}">
      <dsp:nvSpPr>
        <dsp:cNvPr id="0" name=""/>
        <dsp:cNvSpPr/>
      </dsp:nvSpPr>
      <dsp:spPr>
        <a:xfrm>
          <a:off x="5793930" y="3515794"/>
          <a:ext cx="2059131" cy="80504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fr-FR" sz="1400" kern="1200" dirty="0"/>
            <a:t>Les frais de fonctionnement</a:t>
          </a:r>
        </a:p>
      </dsp:txBody>
      <dsp:txXfrm>
        <a:off x="5817509" y="3539373"/>
        <a:ext cx="2011973" cy="757890"/>
      </dsp:txXfrm>
    </dsp:sp>
    <dsp:sp modelId="{AF703FC0-93F8-4FE8-9657-1A63E882B80B}">
      <dsp:nvSpPr>
        <dsp:cNvPr id="0" name=""/>
        <dsp:cNvSpPr/>
      </dsp:nvSpPr>
      <dsp:spPr>
        <a:xfrm>
          <a:off x="5793930" y="4444696"/>
          <a:ext cx="2059131" cy="80504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fr-FR" sz="1400" kern="1200" dirty="0"/>
            <a:t>Les éventuels frais de déplacement</a:t>
          </a:r>
        </a:p>
      </dsp:txBody>
      <dsp:txXfrm>
        <a:off x="5817509" y="4468275"/>
        <a:ext cx="2011973" cy="757890"/>
      </dsp:txXfrm>
    </dsp:sp>
    <dsp:sp modelId="{D111DCBB-360D-40C6-975D-A54FEF1B74E8}">
      <dsp:nvSpPr>
        <dsp:cNvPr id="0" name=""/>
        <dsp:cNvSpPr/>
      </dsp:nvSpPr>
      <dsp:spPr>
        <a:xfrm>
          <a:off x="8303497" y="0"/>
          <a:ext cx="2573914" cy="55261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dirty="0"/>
            <a:t>Les ressources immatérielles</a:t>
          </a:r>
        </a:p>
      </dsp:txBody>
      <dsp:txXfrm>
        <a:off x="8303497" y="0"/>
        <a:ext cx="2573914" cy="1657856"/>
      </dsp:txXfrm>
    </dsp:sp>
    <dsp:sp modelId="{EEBE0454-18F3-4D27-8499-888894AD0AB3}">
      <dsp:nvSpPr>
        <dsp:cNvPr id="0" name=""/>
        <dsp:cNvSpPr/>
      </dsp:nvSpPr>
      <dsp:spPr>
        <a:xfrm>
          <a:off x="8560888" y="1658328"/>
          <a:ext cx="2059131" cy="108567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fr-FR" sz="1800" kern="1200" dirty="0"/>
            <a:t>Compétences</a:t>
          </a:r>
        </a:p>
      </dsp:txBody>
      <dsp:txXfrm>
        <a:off x="8592686" y="1690126"/>
        <a:ext cx="1995535" cy="1022078"/>
      </dsp:txXfrm>
    </dsp:sp>
    <dsp:sp modelId="{DA6ED63B-9112-4F07-AB95-7F6E9C896D0D}">
      <dsp:nvSpPr>
        <dsp:cNvPr id="0" name=""/>
        <dsp:cNvSpPr/>
      </dsp:nvSpPr>
      <dsp:spPr>
        <a:xfrm>
          <a:off x="8560888" y="2911030"/>
          <a:ext cx="2059131" cy="108567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fr-FR" sz="1800" kern="1200" dirty="0"/>
            <a:t>Brevets </a:t>
          </a:r>
        </a:p>
      </dsp:txBody>
      <dsp:txXfrm>
        <a:off x="8592686" y="2942828"/>
        <a:ext cx="1995535" cy="1022078"/>
      </dsp:txXfrm>
    </dsp:sp>
    <dsp:sp modelId="{4B345967-540D-4C8B-AA41-23E88AFB0C49}">
      <dsp:nvSpPr>
        <dsp:cNvPr id="0" name=""/>
        <dsp:cNvSpPr/>
      </dsp:nvSpPr>
      <dsp:spPr>
        <a:xfrm>
          <a:off x="8560888" y="4163732"/>
          <a:ext cx="2059131" cy="108567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fr-FR" sz="1800" kern="1200" dirty="0"/>
            <a:t>Logiciels, </a:t>
          </a:r>
          <a:r>
            <a:rPr lang="fr-FR" sz="1800" kern="1200" dirty="0" err="1"/>
            <a:t>etc</a:t>
          </a:r>
          <a:endParaRPr lang="fr-FR" sz="2100" kern="1200" dirty="0"/>
        </a:p>
      </dsp:txBody>
      <dsp:txXfrm>
        <a:off x="8592686" y="4195530"/>
        <a:ext cx="1995535" cy="102207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505A07-3F76-4F15-83C6-AE7B4A7497A4}">
      <dsp:nvSpPr>
        <dsp:cNvPr id="0" name=""/>
        <dsp:cNvSpPr/>
      </dsp:nvSpPr>
      <dsp:spPr>
        <a:xfrm>
          <a:off x="797061" y="249"/>
          <a:ext cx="2762185" cy="1657311"/>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dirty="0"/>
            <a:t>Dresser la liste des tâches</a:t>
          </a:r>
        </a:p>
      </dsp:txBody>
      <dsp:txXfrm>
        <a:off x="797061" y="249"/>
        <a:ext cx="2762185" cy="1657311"/>
      </dsp:txXfrm>
    </dsp:sp>
    <dsp:sp modelId="{581DEE20-45CF-4E62-ABCE-6DD8674130E0}">
      <dsp:nvSpPr>
        <dsp:cNvPr id="0" name=""/>
        <dsp:cNvSpPr/>
      </dsp:nvSpPr>
      <dsp:spPr>
        <a:xfrm>
          <a:off x="3835465" y="249"/>
          <a:ext cx="2762185" cy="1657311"/>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a:t>Identifier les compétences nécessaires</a:t>
          </a:r>
        </a:p>
      </dsp:txBody>
      <dsp:txXfrm>
        <a:off x="3835465" y="249"/>
        <a:ext cx="2762185" cy="1657311"/>
      </dsp:txXfrm>
    </dsp:sp>
    <dsp:sp modelId="{F55634C3-BD15-41CF-A73D-D49424D26E76}">
      <dsp:nvSpPr>
        <dsp:cNvPr id="0" name=""/>
        <dsp:cNvSpPr/>
      </dsp:nvSpPr>
      <dsp:spPr>
        <a:xfrm>
          <a:off x="797061" y="1933778"/>
          <a:ext cx="2762185" cy="1657311"/>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a:t>Consulter les archives des projets précédents similaires</a:t>
          </a:r>
        </a:p>
      </dsp:txBody>
      <dsp:txXfrm>
        <a:off x="797061" y="1933778"/>
        <a:ext cx="2762185" cy="1657311"/>
      </dsp:txXfrm>
    </dsp:sp>
    <dsp:sp modelId="{C1B73174-2487-4C65-978B-07F51E411CD4}">
      <dsp:nvSpPr>
        <dsp:cNvPr id="0" name=""/>
        <dsp:cNvSpPr/>
      </dsp:nvSpPr>
      <dsp:spPr>
        <a:xfrm>
          <a:off x="3835465" y="1933778"/>
          <a:ext cx="2762185" cy="1657311"/>
        </a:xfrm>
        <a:prstGeom prst="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kern="1200"/>
            <a:t>Recruter les bonnes personnes</a:t>
          </a:r>
        </a:p>
      </dsp:txBody>
      <dsp:txXfrm>
        <a:off x="3835465" y="1933778"/>
        <a:ext cx="2762185" cy="165731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831D44-9A10-44C9-BACE-D9E78E44D0E6}">
      <dsp:nvSpPr>
        <dsp:cNvPr id="0" name=""/>
        <dsp:cNvSpPr/>
      </dsp:nvSpPr>
      <dsp:spPr>
        <a:xfrm>
          <a:off x="1408920" y="1785"/>
          <a:ext cx="2903599" cy="1742159"/>
        </a:xfrm>
        <a:prstGeom prst="rect">
          <a:avLst/>
        </a:prstGeom>
        <a:solidFill>
          <a:schemeClr val="lt1">
            <a:hueOff val="0"/>
            <a:satOff val="0"/>
            <a:lumOff val="0"/>
            <a:alphaOff val="0"/>
          </a:schemeClr>
        </a:solidFill>
        <a:ln w="15875"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FR" sz="2800" kern="1200" dirty="0"/>
            <a:t>Budget  (location/ achat)</a:t>
          </a:r>
        </a:p>
      </dsp:txBody>
      <dsp:txXfrm>
        <a:off x="1408920" y="1785"/>
        <a:ext cx="2903599" cy="1742159"/>
      </dsp:txXfrm>
    </dsp:sp>
    <dsp:sp modelId="{B4B0D3E7-1158-404B-8B3A-94037D0E4F63}">
      <dsp:nvSpPr>
        <dsp:cNvPr id="0" name=""/>
        <dsp:cNvSpPr/>
      </dsp:nvSpPr>
      <dsp:spPr>
        <a:xfrm>
          <a:off x="4602879" y="1785"/>
          <a:ext cx="2903599" cy="1742159"/>
        </a:xfrm>
        <a:prstGeom prst="rect">
          <a:avLst/>
        </a:prstGeom>
        <a:solidFill>
          <a:schemeClr val="lt1">
            <a:hueOff val="0"/>
            <a:satOff val="0"/>
            <a:lumOff val="0"/>
            <a:alphaOff val="0"/>
          </a:schemeClr>
        </a:solidFill>
        <a:ln w="15875"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FR" sz="2800" kern="1200" dirty="0"/>
            <a:t>Qualité (moyenne, supérieure)</a:t>
          </a:r>
        </a:p>
      </dsp:txBody>
      <dsp:txXfrm>
        <a:off x="4602879" y="1785"/>
        <a:ext cx="2903599" cy="1742159"/>
      </dsp:txXfrm>
    </dsp:sp>
    <dsp:sp modelId="{138E0F9C-6704-4034-A307-8434D220B2B9}">
      <dsp:nvSpPr>
        <dsp:cNvPr id="0" name=""/>
        <dsp:cNvSpPr/>
      </dsp:nvSpPr>
      <dsp:spPr>
        <a:xfrm>
          <a:off x="3005900" y="2034304"/>
          <a:ext cx="2903599" cy="1742159"/>
        </a:xfrm>
        <a:prstGeom prst="rect">
          <a:avLst/>
        </a:prstGeom>
        <a:solidFill>
          <a:schemeClr val="lt1">
            <a:hueOff val="0"/>
            <a:satOff val="0"/>
            <a:lumOff val="0"/>
            <a:alphaOff val="0"/>
          </a:schemeClr>
        </a:solidFill>
        <a:ln w="15875" cap="rnd"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FR" sz="2800" kern="1200" dirty="0"/>
            <a:t>Délai </a:t>
          </a:r>
        </a:p>
      </dsp:txBody>
      <dsp:txXfrm>
        <a:off x="3005900" y="2034304"/>
        <a:ext cx="2903599" cy="174215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B7460F-11B4-4678-AE3E-544F965BA5D6}">
      <dsp:nvSpPr>
        <dsp:cNvPr id="0" name=""/>
        <dsp:cNvSpPr/>
      </dsp:nvSpPr>
      <dsp:spPr>
        <a:xfrm>
          <a:off x="0" y="488294"/>
          <a:ext cx="8915400" cy="831600"/>
        </a:xfrm>
        <a:prstGeom prst="rect">
          <a:avLst/>
        </a:prstGeom>
        <a:solidFill>
          <a:schemeClr val="dk2">
            <a:alpha val="90000"/>
            <a:tint val="4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499F667-C04A-47F0-9432-84B158B83F96}">
      <dsp:nvSpPr>
        <dsp:cNvPr id="0" name=""/>
        <dsp:cNvSpPr/>
      </dsp:nvSpPr>
      <dsp:spPr>
        <a:xfrm>
          <a:off x="445770" y="1214"/>
          <a:ext cx="6240780" cy="974160"/>
        </a:xfrm>
        <a:prstGeom prst="roundRect">
          <a:avLst/>
        </a:prstGeom>
        <a:solidFill>
          <a:schemeClr val="lt1">
            <a:hueOff val="0"/>
            <a:satOff val="0"/>
            <a:lumOff val="0"/>
            <a:alphaOff val="0"/>
          </a:schemeClr>
        </a:solidFill>
        <a:ln w="15875"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466850">
            <a:lnSpc>
              <a:spcPct val="90000"/>
            </a:lnSpc>
            <a:spcBef>
              <a:spcPct val="0"/>
            </a:spcBef>
            <a:spcAft>
              <a:spcPct val="35000"/>
            </a:spcAft>
            <a:buNone/>
          </a:pPr>
          <a:r>
            <a:rPr lang="fr-FR" sz="3300" kern="1200" dirty="0"/>
            <a:t>Tâches </a:t>
          </a:r>
        </a:p>
      </dsp:txBody>
      <dsp:txXfrm>
        <a:off x="493325" y="48769"/>
        <a:ext cx="6145670" cy="879050"/>
      </dsp:txXfrm>
    </dsp:sp>
    <dsp:sp modelId="{E4638ED8-EB4C-466F-AA32-1E39BA7578EA}">
      <dsp:nvSpPr>
        <dsp:cNvPr id="0" name=""/>
        <dsp:cNvSpPr/>
      </dsp:nvSpPr>
      <dsp:spPr>
        <a:xfrm>
          <a:off x="0" y="1985175"/>
          <a:ext cx="8915400" cy="831600"/>
        </a:xfrm>
        <a:prstGeom prst="rect">
          <a:avLst/>
        </a:prstGeom>
        <a:solidFill>
          <a:schemeClr val="dk2">
            <a:alpha val="90000"/>
            <a:tint val="4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79CDA0-E384-49FC-AD53-C8DD12F2403A}">
      <dsp:nvSpPr>
        <dsp:cNvPr id="0" name=""/>
        <dsp:cNvSpPr/>
      </dsp:nvSpPr>
      <dsp:spPr>
        <a:xfrm>
          <a:off x="445770" y="1498094"/>
          <a:ext cx="6240780" cy="974160"/>
        </a:xfrm>
        <a:prstGeom prst="roundRect">
          <a:avLst/>
        </a:prstGeom>
        <a:solidFill>
          <a:schemeClr val="lt1">
            <a:hueOff val="0"/>
            <a:satOff val="0"/>
            <a:lumOff val="0"/>
            <a:alphaOff val="0"/>
          </a:schemeClr>
        </a:solidFill>
        <a:ln w="15875"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466850">
            <a:lnSpc>
              <a:spcPct val="90000"/>
            </a:lnSpc>
            <a:spcBef>
              <a:spcPct val="0"/>
            </a:spcBef>
            <a:spcAft>
              <a:spcPct val="35000"/>
            </a:spcAft>
            <a:buNone/>
          </a:pPr>
          <a:r>
            <a:rPr lang="fr-FR" sz="3300" kern="1200" dirty="0"/>
            <a:t>Jalons</a:t>
          </a:r>
        </a:p>
      </dsp:txBody>
      <dsp:txXfrm>
        <a:off x="493325" y="1545649"/>
        <a:ext cx="6145670" cy="879050"/>
      </dsp:txXfrm>
    </dsp:sp>
    <dsp:sp modelId="{BD6003B7-A547-46D6-B584-438C91BCFE3D}">
      <dsp:nvSpPr>
        <dsp:cNvPr id="0" name=""/>
        <dsp:cNvSpPr/>
      </dsp:nvSpPr>
      <dsp:spPr>
        <a:xfrm>
          <a:off x="0" y="3482055"/>
          <a:ext cx="8915400" cy="831600"/>
        </a:xfrm>
        <a:prstGeom prst="rect">
          <a:avLst/>
        </a:prstGeom>
        <a:solidFill>
          <a:schemeClr val="dk2">
            <a:alpha val="90000"/>
            <a:tint val="40000"/>
            <a:hueOff val="0"/>
            <a:satOff val="0"/>
            <a:lumOff val="0"/>
            <a:alphaOff val="0"/>
          </a:schemeClr>
        </a:solidFill>
        <a:ln w="15875"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85027E-06A8-4A86-87E6-71F412EF78FB}">
      <dsp:nvSpPr>
        <dsp:cNvPr id="0" name=""/>
        <dsp:cNvSpPr/>
      </dsp:nvSpPr>
      <dsp:spPr>
        <a:xfrm>
          <a:off x="445770" y="2994974"/>
          <a:ext cx="6240780" cy="974160"/>
        </a:xfrm>
        <a:prstGeom prst="roundRect">
          <a:avLst/>
        </a:prstGeom>
        <a:solidFill>
          <a:schemeClr val="lt1">
            <a:hueOff val="0"/>
            <a:satOff val="0"/>
            <a:lumOff val="0"/>
            <a:alphaOff val="0"/>
          </a:schemeClr>
        </a:solidFill>
        <a:ln w="15875" cap="rnd"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5887" tIns="0" rIns="235887" bIns="0" numCol="1" spcCol="1270" anchor="ctr" anchorCtr="0">
          <a:noAutofit/>
        </a:bodyPr>
        <a:lstStyle/>
        <a:p>
          <a:pPr marL="0" lvl="0" indent="0" algn="l" defTabSz="1466850">
            <a:lnSpc>
              <a:spcPct val="90000"/>
            </a:lnSpc>
            <a:spcBef>
              <a:spcPct val="0"/>
            </a:spcBef>
            <a:spcAft>
              <a:spcPct val="35000"/>
            </a:spcAft>
            <a:buNone/>
          </a:pPr>
          <a:r>
            <a:rPr lang="fr-FR" sz="3300" kern="1200" dirty="0"/>
            <a:t>Livrable</a:t>
          </a:r>
        </a:p>
      </dsp:txBody>
      <dsp:txXfrm>
        <a:off x="493325" y="3042529"/>
        <a:ext cx="6145670" cy="87905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90DD1E-CBBB-4C0D-A83D-491D8623D2A9}">
      <dsp:nvSpPr>
        <dsp:cNvPr id="0" name=""/>
        <dsp:cNvSpPr/>
      </dsp:nvSpPr>
      <dsp:spPr>
        <a:xfrm>
          <a:off x="1755" y="413132"/>
          <a:ext cx="2784892" cy="1918790"/>
        </a:xfrm>
        <a:prstGeom prst="roundRect">
          <a:avLst/>
        </a:prstGeom>
        <a:blipFill rotWithShape="1">
          <a:blip xmlns:r="http://schemas.openxmlformats.org/officeDocument/2006/relationships" r:embed="rId1"/>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3D4B67-D28C-45D8-B5CA-721EF352E664}">
      <dsp:nvSpPr>
        <dsp:cNvPr id="0" name=""/>
        <dsp:cNvSpPr/>
      </dsp:nvSpPr>
      <dsp:spPr>
        <a:xfrm>
          <a:off x="1755" y="2331922"/>
          <a:ext cx="2784892" cy="1033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fr-FR" sz="2500" kern="1200" dirty="0"/>
            <a:t>Le gestionnaire de projet</a:t>
          </a:r>
        </a:p>
      </dsp:txBody>
      <dsp:txXfrm>
        <a:off x="1755" y="2331922"/>
        <a:ext cx="2784892" cy="1033195"/>
      </dsp:txXfrm>
    </dsp:sp>
    <dsp:sp modelId="{1916C1BC-0241-47F9-9577-51F373E28247}">
      <dsp:nvSpPr>
        <dsp:cNvPr id="0" name=""/>
        <dsp:cNvSpPr/>
      </dsp:nvSpPr>
      <dsp:spPr>
        <a:xfrm>
          <a:off x="3065253" y="413132"/>
          <a:ext cx="2784892" cy="1918790"/>
        </a:xfrm>
        <a:prstGeom prst="roundRect">
          <a:avLst/>
        </a:prstGeom>
        <a:blipFill rotWithShape="1">
          <a:blip xmlns:r="http://schemas.openxmlformats.org/officeDocument/2006/relationships" r:embed="rId2"/>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87588E-DE3E-4EC6-B61B-4B5BDEA61718}">
      <dsp:nvSpPr>
        <dsp:cNvPr id="0" name=""/>
        <dsp:cNvSpPr/>
      </dsp:nvSpPr>
      <dsp:spPr>
        <a:xfrm>
          <a:off x="3065253" y="2331922"/>
          <a:ext cx="2784892" cy="1033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fr-FR" sz="2500" kern="1200" dirty="0"/>
            <a:t>L’équipe de projet</a:t>
          </a:r>
        </a:p>
      </dsp:txBody>
      <dsp:txXfrm>
        <a:off x="3065253" y="2331922"/>
        <a:ext cx="2784892" cy="1033195"/>
      </dsp:txXfrm>
    </dsp:sp>
    <dsp:sp modelId="{AC987085-CF1D-43E7-AA41-E3AF242EDA51}">
      <dsp:nvSpPr>
        <dsp:cNvPr id="0" name=""/>
        <dsp:cNvSpPr/>
      </dsp:nvSpPr>
      <dsp:spPr>
        <a:xfrm>
          <a:off x="6128752" y="413132"/>
          <a:ext cx="2784892" cy="1918790"/>
        </a:xfrm>
        <a:prstGeom prst="roundRect">
          <a:avLst/>
        </a:prstGeom>
        <a:blipFill rotWithShape="1">
          <a:blip xmlns:r="http://schemas.openxmlformats.org/officeDocument/2006/relationships" r:embed="rId3"/>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A18ADD-A818-4DD1-B702-876580656197}">
      <dsp:nvSpPr>
        <dsp:cNvPr id="0" name=""/>
        <dsp:cNvSpPr/>
      </dsp:nvSpPr>
      <dsp:spPr>
        <a:xfrm>
          <a:off x="6128752" y="2331922"/>
          <a:ext cx="2784892" cy="1033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fr-FR" sz="2500" kern="1200" dirty="0"/>
            <a:t>Les </a:t>
          </a:r>
          <a:r>
            <a:rPr lang="fr-FR" sz="2500" kern="1200" dirty="0" err="1"/>
            <a:t>stakeholders</a:t>
          </a:r>
          <a:endParaRPr lang="fr-FR" sz="2500" kern="1200" dirty="0"/>
        </a:p>
      </dsp:txBody>
      <dsp:txXfrm>
        <a:off x="6128752" y="2331922"/>
        <a:ext cx="2784892" cy="103319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670294-4EBE-4BE2-9799-101D6C559397}">
      <dsp:nvSpPr>
        <dsp:cNvPr id="0" name=""/>
        <dsp:cNvSpPr/>
      </dsp:nvSpPr>
      <dsp:spPr>
        <a:xfrm>
          <a:off x="665886" y="836"/>
          <a:ext cx="6307784" cy="573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b" anchorCtr="0">
          <a:noAutofit/>
        </a:bodyPr>
        <a:lstStyle/>
        <a:p>
          <a:pPr marL="0" lvl="0" indent="0" algn="l" defTabSz="1155700">
            <a:lnSpc>
              <a:spcPct val="90000"/>
            </a:lnSpc>
            <a:spcBef>
              <a:spcPct val="0"/>
            </a:spcBef>
            <a:spcAft>
              <a:spcPct val="35000"/>
            </a:spcAft>
            <a:buNone/>
          </a:pPr>
          <a:r>
            <a:rPr lang="fr-FR" sz="2600" b="1" u="sng" kern="1200" dirty="0"/>
            <a:t>Information</a:t>
          </a:r>
        </a:p>
      </dsp:txBody>
      <dsp:txXfrm>
        <a:off x="665886" y="836"/>
        <a:ext cx="6307784" cy="573434"/>
      </dsp:txXfrm>
    </dsp:sp>
    <dsp:sp modelId="{93202096-3509-4241-9A1B-A1E9F78F5CCC}">
      <dsp:nvSpPr>
        <dsp:cNvPr id="0" name=""/>
        <dsp:cNvSpPr/>
      </dsp:nvSpPr>
      <dsp:spPr>
        <a:xfrm>
          <a:off x="1813907" y="574271"/>
          <a:ext cx="1476021" cy="1168108"/>
        </a:xfrm>
        <a:prstGeom prst="chevron">
          <a:avLst>
            <a:gd name="adj" fmla="val 70610"/>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B39DFC-B249-4F8E-A438-6DF653DE5D1A}">
      <dsp:nvSpPr>
        <dsp:cNvPr id="0" name=""/>
        <dsp:cNvSpPr/>
      </dsp:nvSpPr>
      <dsp:spPr>
        <a:xfrm>
          <a:off x="2700501" y="574271"/>
          <a:ext cx="1476021" cy="1168108"/>
        </a:xfrm>
        <a:prstGeom prst="chevron">
          <a:avLst>
            <a:gd name="adj" fmla="val 70610"/>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736F28-44BF-48C0-A267-D8F0867C6EFD}">
      <dsp:nvSpPr>
        <dsp:cNvPr id="0" name=""/>
        <dsp:cNvSpPr/>
      </dsp:nvSpPr>
      <dsp:spPr>
        <a:xfrm>
          <a:off x="3587796" y="574271"/>
          <a:ext cx="1476021" cy="1168108"/>
        </a:xfrm>
        <a:prstGeom prst="chevron">
          <a:avLst>
            <a:gd name="adj" fmla="val 70610"/>
          </a:avLst>
        </a:prstGeom>
        <a:solidFill>
          <a:schemeClr val="accent4">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3FA5F6-5672-4896-AF50-EE1D59728457}">
      <dsp:nvSpPr>
        <dsp:cNvPr id="0" name=""/>
        <dsp:cNvSpPr/>
      </dsp:nvSpPr>
      <dsp:spPr>
        <a:xfrm>
          <a:off x="4474390" y="574271"/>
          <a:ext cx="1476021" cy="1168108"/>
        </a:xfrm>
        <a:prstGeom prst="chevron">
          <a:avLst>
            <a:gd name="adj" fmla="val 70610"/>
          </a:avLst>
        </a:prstGeom>
        <a:solidFill>
          <a:schemeClr val="accent5">
            <a:hueOff val="0"/>
            <a:satOff val="0"/>
            <a:lumOff val="0"/>
            <a:alphaOff val="0"/>
          </a:schemeClr>
        </a:solidFill>
        <a:ln w="1587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6BBD4B-F8FF-40A5-9869-F12D6BACE9B9}">
      <dsp:nvSpPr>
        <dsp:cNvPr id="0" name=""/>
        <dsp:cNvSpPr/>
      </dsp:nvSpPr>
      <dsp:spPr>
        <a:xfrm>
          <a:off x="5361685" y="574271"/>
          <a:ext cx="1476021" cy="1168108"/>
        </a:xfrm>
        <a:prstGeom prst="chevron">
          <a:avLst>
            <a:gd name="adj" fmla="val 70610"/>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F1ACBD-E412-449A-A5A7-88542014289A}">
      <dsp:nvSpPr>
        <dsp:cNvPr id="0" name=""/>
        <dsp:cNvSpPr/>
      </dsp:nvSpPr>
      <dsp:spPr>
        <a:xfrm>
          <a:off x="6248279" y="574271"/>
          <a:ext cx="1476021" cy="1168108"/>
        </a:xfrm>
        <a:prstGeom prst="chevron">
          <a:avLst>
            <a:gd name="adj" fmla="val 70610"/>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562894-C0D1-4D4D-B72F-20F1F563F439}">
      <dsp:nvSpPr>
        <dsp:cNvPr id="0" name=""/>
        <dsp:cNvSpPr/>
      </dsp:nvSpPr>
      <dsp:spPr>
        <a:xfrm>
          <a:off x="7135574" y="574271"/>
          <a:ext cx="1476021" cy="1168108"/>
        </a:xfrm>
        <a:prstGeom prst="chevron">
          <a:avLst>
            <a:gd name="adj" fmla="val 70610"/>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332AFA-88CB-4DD6-B283-A36185671C14}">
      <dsp:nvSpPr>
        <dsp:cNvPr id="0" name=""/>
        <dsp:cNvSpPr/>
      </dsp:nvSpPr>
      <dsp:spPr>
        <a:xfrm>
          <a:off x="665886" y="691082"/>
          <a:ext cx="8685827" cy="934486"/>
        </a:xfrm>
        <a:prstGeom prst="rect">
          <a:avLst/>
        </a:prstGeom>
        <a:solidFill>
          <a:schemeClr val="lt1">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800100">
            <a:lnSpc>
              <a:spcPct val="90000"/>
            </a:lnSpc>
            <a:spcBef>
              <a:spcPct val="0"/>
            </a:spcBef>
            <a:spcAft>
              <a:spcPct val="35000"/>
            </a:spcAft>
            <a:buNone/>
          </a:pPr>
          <a:r>
            <a:rPr lang="fr-FR" sz="1800" b="1" kern="1200" dirty="0"/>
            <a:t>Données exactes, complètes </a:t>
          </a:r>
          <a:r>
            <a:rPr lang="fr-FR" sz="1800" kern="1200" dirty="0"/>
            <a:t>et fournies de manière opportune pour la planification, le suivi des performances et l’évaluation finale du projet ;</a:t>
          </a:r>
        </a:p>
      </dsp:txBody>
      <dsp:txXfrm>
        <a:off x="665886" y="691082"/>
        <a:ext cx="8685827" cy="934486"/>
      </dsp:txXfrm>
    </dsp:sp>
    <dsp:sp modelId="{18FF625C-1997-4157-B9D1-0DA94718926F}">
      <dsp:nvSpPr>
        <dsp:cNvPr id="0" name=""/>
        <dsp:cNvSpPr/>
      </dsp:nvSpPr>
      <dsp:spPr>
        <a:xfrm>
          <a:off x="665886" y="1817569"/>
          <a:ext cx="6307784" cy="573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b" anchorCtr="0">
          <a:noAutofit/>
        </a:bodyPr>
        <a:lstStyle/>
        <a:p>
          <a:pPr marL="0" lvl="0" indent="0" algn="l" defTabSz="1155700">
            <a:lnSpc>
              <a:spcPct val="90000"/>
            </a:lnSpc>
            <a:spcBef>
              <a:spcPct val="0"/>
            </a:spcBef>
            <a:spcAft>
              <a:spcPct val="35000"/>
            </a:spcAft>
            <a:buNone/>
          </a:pPr>
          <a:r>
            <a:rPr lang="fr-FR" sz="2600" b="1" u="sng" kern="1200" dirty="0"/>
            <a:t>Communication</a:t>
          </a:r>
        </a:p>
      </dsp:txBody>
      <dsp:txXfrm>
        <a:off x="665886" y="1817569"/>
        <a:ext cx="6307784" cy="573434"/>
      </dsp:txXfrm>
    </dsp:sp>
    <dsp:sp modelId="{F7B6AD18-CCA3-4D99-B003-98EA5C6C4B05}">
      <dsp:nvSpPr>
        <dsp:cNvPr id="0" name=""/>
        <dsp:cNvSpPr/>
      </dsp:nvSpPr>
      <dsp:spPr>
        <a:xfrm>
          <a:off x="1739306" y="2391004"/>
          <a:ext cx="1476021" cy="1168108"/>
        </a:xfrm>
        <a:prstGeom prst="chevron">
          <a:avLst>
            <a:gd name="adj" fmla="val 70610"/>
          </a:avLst>
        </a:prstGeom>
        <a:solidFill>
          <a:schemeClr val="accent4">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BBE741-95CD-4384-AC1A-77AF6E1645D4}">
      <dsp:nvSpPr>
        <dsp:cNvPr id="0" name=""/>
        <dsp:cNvSpPr/>
      </dsp:nvSpPr>
      <dsp:spPr>
        <a:xfrm>
          <a:off x="2625900" y="2391004"/>
          <a:ext cx="1476021" cy="1168108"/>
        </a:xfrm>
        <a:prstGeom prst="chevron">
          <a:avLst>
            <a:gd name="adj" fmla="val 70610"/>
          </a:avLst>
        </a:prstGeom>
        <a:solidFill>
          <a:schemeClr val="accent5">
            <a:hueOff val="0"/>
            <a:satOff val="0"/>
            <a:lumOff val="0"/>
            <a:alphaOff val="0"/>
          </a:schemeClr>
        </a:solidFill>
        <a:ln w="1587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5814E8-DB39-4774-AD1F-8B2420A708DB}">
      <dsp:nvSpPr>
        <dsp:cNvPr id="0" name=""/>
        <dsp:cNvSpPr/>
      </dsp:nvSpPr>
      <dsp:spPr>
        <a:xfrm>
          <a:off x="3513195" y="2391004"/>
          <a:ext cx="1476021" cy="1168108"/>
        </a:xfrm>
        <a:prstGeom prst="chevron">
          <a:avLst>
            <a:gd name="adj" fmla="val 70610"/>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2691DD-1024-4701-A0B3-630CC5D89408}">
      <dsp:nvSpPr>
        <dsp:cNvPr id="0" name=""/>
        <dsp:cNvSpPr/>
      </dsp:nvSpPr>
      <dsp:spPr>
        <a:xfrm>
          <a:off x="4399790" y="2391004"/>
          <a:ext cx="1476021" cy="1168108"/>
        </a:xfrm>
        <a:prstGeom prst="chevron">
          <a:avLst>
            <a:gd name="adj" fmla="val 70610"/>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7C9721-E23D-4469-B786-630BC9B9CAD3}">
      <dsp:nvSpPr>
        <dsp:cNvPr id="0" name=""/>
        <dsp:cNvSpPr/>
      </dsp:nvSpPr>
      <dsp:spPr>
        <a:xfrm>
          <a:off x="5287084" y="2391004"/>
          <a:ext cx="1476021" cy="1168108"/>
        </a:xfrm>
        <a:prstGeom prst="chevron">
          <a:avLst>
            <a:gd name="adj" fmla="val 70610"/>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CF01E6-BF8C-4716-B093-DFB9EEC297E3}">
      <dsp:nvSpPr>
        <dsp:cNvPr id="0" name=""/>
        <dsp:cNvSpPr/>
      </dsp:nvSpPr>
      <dsp:spPr>
        <a:xfrm>
          <a:off x="6173679" y="2391004"/>
          <a:ext cx="1476021" cy="1168108"/>
        </a:xfrm>
        <a:prstGeom prst="chevron">
          <a:avLst>
            <a:gd name="adj" fmla="val 70610"/>
          </a:avLst>
        </a:prstGeom>
        <a:solidFill>
          <a:schemeClr val="accent4">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B38348-4FB9-4B08-94B0-BCA1B09E0677}">
      <dsp:nvSpPr>
        <dsp:cNvPr id="0" name=""/>
        <dsp:cNvSpPr/>
      </dsp:nvSpPr>
      <dsp:spPr>
        <a:xfrm>
          <a:off x="7060974" y="2391004"/>
          <a:ext cx="1476021" cy="1168108"/>
        </a:xfrm>
        <a:prstGeom prst="chevron">
          <a:avLst>
            <a:gd name="adj" fmla="val 70610"/>
          </a:avLst>
        </a:prstGeom>
        <a:solidFill>
          <a:schemeClr val="accent5">
            <a:hueOff val="0"/>
            <a:satOff val="0"/>
            <a:lumOff val="0"/>
            <a:alphaOff val="0"/>
          </a:schemeClr>
        </a:solidFill>
        <a:ln w="1587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9A4092-EE22-494A-A0D2-1B120E4C4276}">
      <dsp:nvSpPr>
        <dsp:cNvPr id="0" name=""/>
        <dsp:cNvSpPr/>
      </dsp:nvSpPr>
      <dsp:spPr>
        <a:xfrm>
          <a:off x="665886" y="2507815"/>
          <a:ext cx="8536625" cy="934486"/>
        </a:xfrm>
        <a:prstGeom prst="rect">
          <a:avLst/>
        </a:prstGeom>
        <a:solidFill>
          <a:schemeClr val="lt1">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800100">
            <a:lnSpc>
              <a:spcPct val="90000"/>
            </a:lnSpc>
            <a:spcBef>
              <a:spcPct val="0"/>
            </a:spcBef>
            <a:spcAft>
              <a:spcPct val="35000"/>
            </a:spcAft>
            <a:buNone/>
          </a:pPr>
          <a:r>
            <a:rPr lang="fr-FR" sz="1800" b="1" kern="1200" dirty="0"/>
            <a:t>Partage</a:t>
          </a:r>
          <a:r>
            <a:rPr lang="fr-FR" sz="1800" kern="1200" dirty="0"/>
            <a:t> total et au moment opportun des informations entre les personnes et groupes de personnes concernés, pendant toute la durée du projet ;</a:t>
          </a:r>
        </a:p>
      </dsp:txBody>
      <dsp:txXfrm>
        <a:off x="665886" y="2507815"/>
        <a:ext cx="8536625" cy="934486"/>
      </dsp:txXfrm>
    </dsp:sp>
    <dsp:sp modelId="{A2A929CA-E7F5-4872-80E3-4B8E54E5A403}">
      <dsp:nvSpPr>
        <dsp:cNvPr id="0" name=""/>
        <dsp:cNvSpPr/>
      </dsp:nvSpPr>
      <dsp:spPr>
        <a:xfrm>
          <a:off x="665886" y="3634302"/>
          <a:ext cx="6307784" cy="573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b" anchorCtr="0">
          <a:noAutofit/>
        </a:bodyPr>
        <a:lstStyle/>
        <a:p>
          <a:pPr marL="0" lvl="0" indent="0" algn="l" defTabSz="1155700">
            <a:lnSpc>
              <a:spcPct val="90000"/>
            </a:lnSpc>
            <a:spcBef>
              <a:spcPct val="0"/>
            </a:spcBef>
            <a:spcAft>
              <a:spcPct val="35000"/>
            </a:spcAft>
            <a:buNone/>
          </a:pPr>
          <a:r>
            <a:rPr lang="fr-FR" sz="2600" b="1" u="sng" kern="1200" dirty="0"/>
            <a:t>Engagement</a:t>
          </a:r>
        </a:p>
      </dsp:txBody>
      <dsp:txXfrm>
        <a:off x="665886" y="3634302"/>
        <a:ext cx="6307784" cy="573434"/>
      </dsp:txXfrm>
    </dsp:sp>
    <dsp:sp modelId="{6F3635A5-EE24-46A1-AD92-1C7BB20B6C5C}">
      <dsp:nvSpPr>
        <dsp:cNvPr id="0" name=""/>
        <dsp:cNvSpPr/>
      </dsp:nvSpPr>
      <dsp:spPr>
        <a:xfrm>
          <a:off x="1816878" y="4207737"/>
          <a:ext cx="1476021" cy="1168108"/>
        </a:xfrm>
        <a:prstGeom prst="chevron">
          <a:avLst>
            <a:gd name="adj" fmla="val 70610"/>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D6740F-1D16-47B1-B944-5906BD3AFD6E}">
      <dsp:nvSpPr>
        <dsp:cNvPr id="0" name=""/>
        <dsp:cNvSpPr/>
      </dsp:nvSpPr>
      <dsp:spPr>
        <a:xfrm>
          <a:off x="2703472" y="4207737"/>
          <a:ext cx="1476021" cy="1168108"/>
        </a:xfrm>
        <a:prstGeom prst="chevron">
          <a:avLst>
            <a:gd name="adj" fmla="val 70610"/>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64C16D-6B3A-4305-802A-6827E6C3C2C9}">
      <dsp:nvSpPr>
        <dsp:cNvPr id="0" name=""/>
        <dsp:cNvSpPr/>
      </dsp:nvSpPr>
      <dsp:spPr>
        <a:xfrm>
          <a:off x="3590767" y="4207737"/>
          <a:ext cx="1476021" cy="1168108"/>
        </a:xfrm>
        <a:prstGeom prst="chevron">
          <a:avLst>
            <a:gd name="adj" fmla="val 70610"/>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B806D8-D854-45FA-8504-5424526B0488}">
      <dsp:nvSpPr>
        <dsp:cNvPr id="0" name=""/>
        <dsp:cNvSpPr/>
      </dsp:nvSpPr>
      <dsp:spPr>
        <a:xfrm>
          <a:off x="4477361" y="4207737"/>
          <a:ext cx="1476021" cy="1168108"/>
        </a:xfrm>
        <a:prstGeom prst="chevron">
          <a:avLst>
            <a:gd name="adj" fmla="val 70610"/>
          </a:avLst>
        </a:prstGeom>
        <a:solidFill>
          <a:schemeClr val="accent4">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549629-1DEF-4FD2-A828-B11AA5C4EFFC}">
      <dsp:nvSpPr>
        <dsp:cNvPr id="0" name=""/>
        <dsp:cNvSpPr/>
      </dsp:nvSpPr>
      <dsp:spPr>
        <a:xfrm>
          <a:off x="5364656" y="4207737"/>
          <a:ext cx="1476021" cy="1168108"/>
        </a:xfrm>
        <a:prstGeom prst="chevron">
          <a:avLst>
            <a:gd name="adj" fmla="val 70610"/>
          </a:avLst>
        </a:prstGeom>
        <a:solidFill>
          <a:schemeClr val="accent5">
            <a:hueOff val="0"/>
            <a:satOff val="0"/>
            <a:lumOff val="0"/>
            <a:alphaOff val="0"/>
          </a:schemeClr>
        </a:solidFill>
        <a:ln w="1587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9D6279-4384-4718-B02D-D822991C77B9}">
      <dsp:nvSpPr>
        <dsp:cNvPr id="0" name=""/>
        <dsp:cNvSpPr/>
      </dsp:nvSpPr>
      <dsp:spPr>
        <a:xfrm>
          <a:off x="6251251" y="4207737"/>
          <a:ext cx="1476021" cy="1168108"/>
        </a:xfrm>
        <a:prstGeom prst="chevron">
          <a:avLst>
            <a:gd name="adj" fmla="val 70610"/>
          </a:avLst>
        </a:prstGeom>
        <a:solidFill>
          <a:schemeClr val="accent6">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65E261-2820-49FB-93CA-3B78158AB802}">
      <dsp:nvSpPr>
        <dsp:cNvPr id="0" name=""/>
        <dsp:cNvSpPr/>
      </dsp:nvSpPr>
      <dsp:spPr>
        <a:xfrm>
          <a:off x="7138546" y="4207737"/>
          <a:ext cx="1476021" cy="1168108"/>
        </a:xfrm>
        <a:prstGeom prst="chevron">
          <a:avLst>
            <a:gd name="adj" fmla="val 70610"/>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33DC88-BD23-4339-951A-4E893F8A7FF5}">
      <dsp:nvSpPr>
        <dsp:cNvPr id="0" name=""/>
        <dsp:cNvSpPr/>
      </dsp:nvSpPr>
      <dsp:spPr>
        <a:xfrm>
          <a:off x="665886" y="4324547"/>
          <a:ext cx="8691769" cy="934486"/>
        </a:xfrm>
        <a:prstGeom prst="rect">
          <a:avLst/>
        </a:prstGeom>
        <a:solidFill>
          <a:schemeClr val="lt1">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800100">
            <a:lnSpc>
              <a:spcPct val="90000"/>
            </a:lnSpc>
            <a:spcBef>
              <a:spcPct val="0"/>
            </a:spcBef>
            <a:spcAft>
              <a:spcPct val="35000"/>
            </a:spcAft>
            <a:buNone/>
          </a:pPr>
          <a:r>
            <a:rPr lang="fr-FR" sz="1800" b="1" kern="1200" dirty="0"/>
            <a:t>Promesses</a:t>
          </a:r>
          <a:r>
            <a:rPr lang="fr-FR" sz="1800" kern="1200" dirty="0"/>
            <a:t> des membres de l’équipe d’obtenir les résultats escomptés dans les délais impartis et en respectant les budgets alloués.</a:t>
          </a:r>
        </a:p>
      </dsp:txBody>
      <dsp:txXfrm>
        <a:off x="665886" y="4324547"/>
        <a:ext cx="8691769" cy="93448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112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112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112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02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0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ABF0EF-517B-41A6-B2F5-2DA288C0B821}" type="datetimeFigureOut">
              <a:rPr lang="fr-FR" smtClean="0"/>
              <a:t>19/02/2026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F2500D-B9AC-4912-B561-67B641659D6E}" type="slidenum">
              <a:rPr lang="fr-FR" smtClean="0"/>
              <a:t>‹N°›</a:t>
            </a:fld>
            <a:endParaRPr lang="fr-FR"/>
          </a:p>
        </p:txBody>
      </p:sp>
    </p:spTree>
    <p:extLst>
      <p:ext uri="{BB962C8B-B14F-4D97-AF65-F5344CB8AC3E}">
        <p14:creationId xmlns:p14="http://schemas.microsoft.com/office/powerpoint/2010/main" val="3982498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F71D9B-D1E5-424B-8D17-B3D67E66C046}" type="datetime1">
              <a:rPr lang="fr-FR" smtClean="0"/>
              <a:t>19/02/2026</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2759300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B3F5AAF-7DFF-4BAD-9F19-93DF0B12F34E}" type="datetime1">
              <a:rPr lang="fr-FR" smtClean="0"/>
              <a:t>19/02/2026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3031532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F97FA7EC-3365-4459-BBE9-4701C739E59E}" type="datetime1">
              <a:rPr lang="fr-FR" smtClean="0"/>
              <a:t>19/02/2026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386706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2D24943-782D-4271-A344-E96CA9B91170}" type="datetime1">
              <a:rPr lang="fr-FR" smtClean="0"/>
              <a:t>19/02/2026</a:t>
            </a:fld>
            <a:endParaRPr lang="fr-FR"/>
          </a:p>
        </p:txBody>
      </p:sp>
      <p:sp>
        <p:nvSpPr>
          <p:cNvPr id="6" name="Footer Placeholder 5"/>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1693548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673E6EE-D5FD-4564-AF07-8931BE84A292}" type="datetime1">
              <a:rPr lang="fr-FR" smtClean="0"/>
              <a:t>19/02/2026</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4252271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7FD86576-9B9D-485E-8EFC-DA9A86B31175}" type="datetime1">
              <a:rPr lang="fr-FR" smtClean="0"/>
              <a:t>19/02/2026</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4088408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1267C6-6122-4B63-A3CD-89CE55B7C431}" type="datetime1">
              <a:rPr lang="fr-FR" smtClean="0"/>
              <a:t>19/02/2026</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2508627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1D6DE782-C604-4B05-B060-E99E4D74A5FC}" type="datetime1">
              <a:rPr lang="fr-FR" smtClean="0"/>
              <a:t>19/02/2026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3277887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75386D78-FBBD-4258-A4A9-402CA28B1D45}" type="datetime1">
              <a:rPr lang="fr-FR" smtClean="0"/>
              <a:t>19/02/2026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3246860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8ACD2DF8-2273-44B1-BFCF-434CF16979E2}" type="datetime1">
              <a:rPr lang="fr-FR" smtClean="0"/>
              <a:t>19/02/2026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905749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8E8BDBB6-941B-45E7-A0D9-114B6C45487B}" type="datetime1">
              <a:rPr lang="fr-FR" smtClean="0"/>
              <a:t>19/02/2026</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44185AD-E683-4AF8-AD1F-F4A49E15F629}"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04717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7C2322A8-4A95-4616-97A8-91D71D9E0C59}" type="datetime1">
              <a:rPr lang="fr-FR" smtClean="0"/>
              <a:t>19/02/2026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779444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D4867F50-9295-4ED8-B06E-7004FB26B0EA}" type="datetime1">
              <a:rPr lang="fr-FR" smtClean="0"/>
              <a:t>19/02/2026</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44185AD-E683-4AF8-AD1F-F4A49E15F629}"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19683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44D5CC83-6C58-4FAA-980E-AAA37C6EF69D}" type="datetime1">
              <a:rPr lang="fr-FR" smtClean="0"/>
              <a:t>19/02/2026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3339046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F7D30B3-7013-4F38-9C35-2109BE6F2FC0}" type="datetime1">
              <a:rPr lang="fr-FR" smtClean="0"/>
              <a:t>19/02/2026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765490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C55DF73-5F0A-4B52-B2EB-6161B972B0B9}" type="datetime1">
              <a:rPr lang="fr-FR" smtClean="0"/>
              <a:t>19/02/2026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44185AD-E683-4AF8-AD1F-F4A49E15F629}" type="slidenum">
              <a:rPr lang="fr-FR" smtClean="0"/>
              <a:t>‹N°›</a:t>
            </a:fld>
            <a:endParaRPr lang="fr-FR"/>
          </a:p>
        </p:txBody>
      </p:sp>
    </p:spTree>
    <p:extLst>
      <p:ext uri="{BB962C8B-B14F-4D97-AF65-F5344CB8AC3E}">
        <p14:creationId xmlns:p14="http://schemas.microsoft.com/office/powerpoint/2010/main" val="972127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B3710C5-A848-42D3-9537-26BB164D8A19}" type="datetime1">
              <a:rPr lang="fr-FR" smtClean="0"/>
              <a:t>19/02/2026</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44185AD-E683-4AF8-AD1F-F4A49E15F629}" type="slidenum">
              <a:rPr lang="fr-FR" smtClean="0"/>
              <a:t>‹N°›</a:t>
            </a:fld>
            <a:endParaRPr lang="fr-FR"/>
          </a:p>
        </p:txBody>
      </p:sp>
    </p:spTree>
    <p:extLst>
      <p:ext uri="{BB962C8B-B14F-4D97-AF65-F5344CB8AC3E}">
        <p14:creationId xmlns:p14="http://schemas.microsoft.com/office/powerpoint/2010/main" val="297738932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ftr="0" dt="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image" Target="../media/image1.jpeg" /><Relationship Id="rId1" Type="http://schemas.openxmlformats.org/officeDocument/2006/relationships/slideLayout" Target="../slideLayouts/slideLayout2.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4.xml" /><Relationship Id="rId3" Type="http://schemas.openxmlformats.org/officeDocument/2006/relationships/diagramData" Target="../diagrams/data3.xml" /><Relationship Id="rId7" Type="http://schemas.microsoft.com/office/2007/relationships/diagramDrawing" Target="../diagrams/drawing3.xml" /><Relationship Id="rId12" Type="http://schemas.microsoft.com/office/2007/relationships/diagramDrawing" Target="../diagrams/drawing4.xml" /><Relationship Id="rId2" Type="http://schemas.openxmlformats.org/officeDocument/2006/relationships/image" Target="../media/image7.png" /><Relationship Id="rId1" Type="http://schemas.openxmlformats.org/officeDocument/2006/relationships/slideLayout" Target="../slideLayouts/slideLayout2.xml" /><Relationship Id="rId6" Type="http://schemas.openxmlformats.org/officeDocument/2006/relationships/diagramColors" Target="../diagrams/colors3.xml" /><Relationship Id="rId11" Type="http://schemas.openxmlformats.org/officeDocument/2006/relationships/diagramColors" Target="../diagrams/colors4.xml" /><Relationship Id="rId5" Type="http://schemas.openxmlformats.org/officeDocument/2006/relationships/diagramQuickStyle" Target="../diagrams/quickStyle3.xml" /><Relationship Id="rId10" Type="http://schemas.openxmlformats.org/officeDocument/2006/relationships/diagramQuickStyle" Target="../diagrams/quickStyle4.xml" /><Relationship Id="rId4" Type="http://schemas.openxmlformats.org/officeDocument/2006/relationships/diagramLayout" Target="../diagrams/layout3.xml" /><Relationship Id="rId9" Type="http://schemas.openxmlformats.org/officeDocument/2006/relationships/diagramLayout" Target="../diagrams/layout4.xml" /></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 /><Relationship Id="rId2" Type="http://schemas.openxmlformats.org/officeDocument/2006/relationships/diagramData" Target="../diagrams/data5.xml" /><Relationship Id="rId1" Type="http://schemas.openxmlformats.org/officeDocument/2006/relationships/slideLayout" Target="../slideLayouts/slideLayout2.xml" /><Relationship Id="rId6" Type="http://schemas.microsoft.com/office/2007/relationships/diagramDrawing" Target="../diagrams/drawing5.xml" /><Relationship Id="rId5" Type="http://schemas.openxmlformats.org/officeDocument/2006/relationships/diagramColors" Target="../diagrams/colors5.xml" /><Relationship Id="rId4" Type="http://schemas.openxmlformats.org/officeDocument/2006/relationships/diagramQuickStyle" Target="../diagrams/quickStyle5.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 /><Relationship Id="rId2" Type="http://schemas.openxmlformats.org/officeDocument/2006/relationships/diagramData" Target="../diagrams/data6.xml" /><Relationship Id="rId1" Type="http://schemas.openxmlformats.org/officeDocument/2006/relationships/slideLayout" Target="../slideLayouts/slideLayout2.xml" /><Relationship Id="rId6" Type="http://schemas.microsoft.com/office/2007/relationships/diagramDrawing" Target="../diagrams/drawing6.xml" /><Relationship Id="rId5" Type="http://schemas.openxmlformats.org/officeDocument/2006/relationships/diagramColors" Target="../diagrams/colors6.xml" /><Relationship Id="rId4" Type="http://schemas.openxmlformats.org/officeDocument/2006/relationships/diagramQuickStyle" Target="../diagrams/quickStyle6.xml" /></Relationships>
</file>

<file path=ppt/slides/_rels/slide18.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7.xml" /><Relationship Id="rId2" Type="http://schemas.openxmlformats.org/officeDocument/2006/relationships/diagramData" Target="../diagrams/data7.xml" /><Relationship Id="rId1" Type="http://schemas.openxmlformats.org/officeDocument/2006/relationships/slideLayout" Target="../slideLayouts/slideLayout2.xml" /><Relationship Id="rId6" Type="http://schemas.microsoft.com/office/2007/relationships/diagramDrawing" Target="../diagrams/drawing7.xml" /><Relationship Id="rId5" Type="http://schemas.openxmlformats.org/officeDocument/2006/relationships/diagramColors" Target="../diagrams/colors7.xml" /><Relationship Id="rId4" Type="http://schemas.openxmlformats.org/officeDocument/2006/relationships/diagramQuickStyle" Target="../diagrams/quickStyle7.xml" /></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 /><Relationship Id="rId2" Type="http://schemas.openxmlformats.org/officeDocument/2006/relationships/diagramData" Target="../diagrams/data8.xml" /><Relationship Id="rId1" Type="http://schemas.openxmlformats.org/officeDocument/2006/relationships/slideLayout" Target="../slideLayouts/slideLayout2.xml" /><Relationship Id="rId6" Type="http://schemas.microsoft.com/office/2007/relationships/diagramDrawing" Target="../diagrams/drawing8.xml" /><Relationship Id="rId5" Type="http://schemas.openxmlformats.org/officeDocument/2006/relationships/diagramColors" Target="../diagrams/colors8.xml" /><Relationship Id="rId4" Type="http://schemas.openxmlformats.org/officeDocument/2006/relationships/diagramQuickStyle" Target="../diagrams/quickStyle8.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9.xml" /><Relationship Id="rId2" Type="http://schemas.openxmlformats.org/officeDocument/2006/relationships/diagramData" Target="../diagrams/data9.xml" /><Relationship Id="rId1" Type="http://schemas.openxmlformats.org/officeDocument/2006/relationships/slideLayout" Target="../slideLayouts/slideLayout2.xml" /><Relationship Id="rId6" Type="http://schemas.microsoft.com/office/2007/relationships/diagramDrawing" Target="../diagrams/drawing9.xml" /><Relationship Id="rId5" Type="http://schemas.openxmlformats.org/officeDocument/2006/relationships/diagramColors" Target="../diagrams/colors9.xml" /><Relationship Id="rId4" Type="http://schemas.openxmlformats.org/officeDocument/2006/relationships/diagramQuickStyle" Target="../diagrams/quickStyle9.xml" /></Relationships>
</file>

<file path=ppt/slides/_rels/slide29.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2.xml" /><Relationship Id="rId4" Type="http://schemas.openxmlformats.org/officeDocument/2006/relationships/image" Target="../media/image14.png" /></Relationships>
</file>

<file path=ppt/slides/_rels/slide31.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5.png" /><Relationship Id="rId1" Type="http://schemas.openxmlformats.org/officeDocument/2006/relationships/slideLayout" Target="../slideLayouts/slideLayout2.xml" /><Relationship Id="rId4" Type="http://schemas.openxmlformats.org/officeDocument/2006/relationships/image" Target="../media/image17.png" /></Relationships>
</file>

<file path=ppt/slides/_rels/slide32.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8.png" /><Relationship Id="rId1" Type="http://schemas.openxmlformats.org/officeDocument/2006/relationships/slideLayout" Target="../slideLayouts/slideLayout2.xml" /><Relationship Id="rId4" Type="http://schemas.openxmlformats.org/officeDocument/2006/relationships/image" Target="../media/image20.png"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0.xml" /><Relationship Id="rId2" Type="http://schemas.openxmlformats.org/officeDocument/2006/relationships/diagramData" Target="../diagrams/data10.xml" /><Relationship Id="rId1" Type="http://schemas.openxmlformats.org/officeDocument/2006/relationships/slideLayout" Target="../slideLayouts/slideLayout2.xml" /><Relationship Id="rId6" Type="http://schemas.microsoft.com/office/2007/relationships/diagramDrawing" Target="../diagrams/drawing10.xml" /><Relationship Id="rId5" Type="http://schemas.openxmlformats.org/officeDocument/2006/relationships/diagramColors" Target="../diagrams/colors10.xml" /><Relationship Id="rId4" Type="http://schemas.openxmlformats.org/officeDocument/2006/relationships/diagramQuickStyle" Target="../diagrams/quickStyle10.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1.xml" /><Relationship Id="rId2" Type="http://schemas.openxmlformats.org/officeDocument/2006/relationships/diagramData" Target="../diagrams/data11.xml" /><Relationship Id="rId1" Type="http://schemas.openxmlformats.org/officeDocument/2006/relationships/slideLayout" Target="../slideLayouts/slideLayout2.xml" /><Relationship Id="rId6" Type="http://schemas.microsoft.com/office/2007/relationships/diagramDrawing" Target="../diagrams/drawing11.xml" /><Relationship Id="rId5" Type="http://schemas.openxmlformats.org/officeDocument/2006/relationships/diagramColors" Target="../diagrams/colors11.xml" /><Relationship Id="rId4" Type="http://schemas.openxmlformats.org/officeDocument/2006/relationships/diagramQuickStyle" Target="../diagrams/quickStyle11.xml" /></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2.xml" /><Relationship Id="rId2" Type="http://schemas.openxmlformats.org/officeDocument/2006/relationships/diagramData" Target="../diagrams/data12.xml" /><Relationship Id="rId1" Type="http://schemas.openxmlformats.org/officeDocument/2006/relationships/slideLayout" Target="../slideLayouts/slideLayout2.xml" /><Relationship Id="rId6" Type="http://schemas.microsoft.com/office/2007/relationships/diagramDrawing" Target="../diagrams/drawing12.xml" /><Relationship Id="rId5" Type="http://schemas.openxmlformats.org/officeDocument/2006/relationships/diagramColors" Target="../diagrams/colors12.xml" /><Relationship Id="rId4" Type="http://schemas.openxmlformats.org/officeDocument/2006/relationships/diagramQuickStyle" Target="../diagrams/quickStyle1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3.xml" /><Relationship Id="rId2" Type="http://schemas.openxmlformats.org/officeDocument/2006/relationships/diagramData" Target="../diagrams/data13.xml" /><Relationship Id="rId1" Type="http://schemas.openxmlformats.org/officeDocument/2006/relationships/slideLayout" Target="../slideLayouts/slideLayout2.xml" /><Relationship Id="rId6" Type="http://schemas.microsoft.com/office/2007/relationships/diagramDrawing" Target="../diagrams/drawing13.xml" /><Relationship Id="rId5" Type="http://schemas.openxmlformats.org/officeDocument/2006/relationships/diagramColors" Target="../diagrams/colors13.xml" /><Relationship Id="rId4" Type="http://schemas.openxmlformats.org/officeDocument/2006/relationships/diagramQuickStyle" Target="../diagrams/quickStyle13.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hyperlink" Target="https://www.manager-go.com/gestion-de-projet/glossaire/les-livrables" TargetMode="External"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4.xml" /><Relationship Id="rId2" Type="http://schemas.openxmlformats.org/officeDocument/2006/relationships/diagramData" Target="../diagrams/data14.xml" /><Relationship Id="rId1" Type="http://schemas.openxmlformats.org/officeDocument/2006/relationships/slideLayout" Target="../slideLayouts/slideLayout2.xml" /><Relationship Id="rId6" Type="http://schemas.microsoft.com/office/2007/relationships/diagramDrawing" Target="../diagrams/drawing14.xml" /><Relationship Id="rId5" Type="http://schemas.openxmlformats.org/officeDocument/2006/relationships/diagramColors" Target="../diagrams/colors14.xml" /><Relationship Id="rId4" Type="http://schemas.openxmlformats.org/officeDocument/2006/relationships/diagramQuickStyle" Target="../diagrams/quickStyle14.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2" Type="http://schemas.openxmlformats.org/officeDocument/2006/relationships/image" Target="../media/image27.png" /><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2" Type="http://schemas.openxmlformats.org/officeDocument/2006/relationships/image" Target="../media/image29.png" /><Relationship Id="rId1" Type="http://schemas.openxmlformats.org/officeDocument/2006/relationships/slideLayout" Target="../slideLayouts/slideLayout7.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15.xml" /><Relationship Id="rId2" Type="http://schemas.openxmlformats.org/officeDocument/2006/relationships/diagramData" Target="../diagrams/data15.xml" /><Relationship Id="rId1" Type="http://schemas.openxmlformats.org/officeDocument/2006/relationships/slideLayout" Target="../slideLayouts/slideLayout2.xml" /><Relationship Id="rId6" Type="http://schemas.microsoft.com/office/2007/relationships/diagramDrawing" Target="../diagrams/drawing15.xml" /><Relationship Id="rId5" Type="http://schemas.openxmlformats.org/officeDocument/2006/relationships/diagramColors" Target="../diagrams/colors15.xml" /><Relationship Id="rId4" Type="http://schemas.openxmlformats.org/officeDocument/2006/relationships/diagramQuickStyle" Target="../diagrams/quickStyl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2867025" y="2960948"/>
            <a:ext cx="6172200" cy="936104"/>
          </a:xfrm>
          <a:ln>
            <a:solidFill>
              <a:schemeClr val="accent1"/>
            </a:solidFill>
          </a:ln>
        </p:spPr>
        <p:txBody>
          <a:bodyPr>
            <a:normAutofit/>
          </a:bodyPr>
          <a:lstStyle/>
          <a:p>
            <a:pPr algn="ctr"/>
            <a:r>
              <a:rPr lang="fr-FR" sz="3600" b="1" dirty="0"/>
              <a:t>Management de projet</a:t>
            </a:r>
          </a:p>
        </p:txBody>
      </p:sp>
      <p:sp>
        <p:nvSpPr>
          <p:cNvPr id="5" name="ZoneTexte 4"/>
          <p:cNvSpPr txBox="1"/>
          <p:nvPr/>
        </p:nvSpPr>
        <p:spPr>
          <a:xfrm>
            <a:off x="6960096" y="4581128"/>
            <a:ext cx="3528392" cy="1446550"/>
          </a:xfrm>
          <a:prstGeom prst="rect">
            <a:avLst/>
          </a:prstGeom>
          <a:noFill/>
        </p:spPr>
        <p:txBody>
          <a:bodyPr wrap="square" rtlCol="0">
            <a:spAutoFit/>
          </a:bodyPr>
          <a:lstStyle/>
          <a:p>
            <a:pPr algn="ctr"/>
            <a:r>
              <a:rPr lang="fr-FR" sz="2200" b="1" dirty="0"/>
              <a:t>Animé par :</a:t>
            </a:r>
            <a:r>
              <a:rPr lang="mul" sz="2200" b="1" dirty="0"/>
              <a:t> Dr. BRAHITI Ibtissem</a:t>
            </a:r>
            <a:endParaRPr lang="fr-FR" sz="2200" b="1" dirty="0"/>
          </a:p>
          <a:p>
            <a:pPr algn="ctr"/>
            <a:endParaRPr lang="fr-FR" sz="2200" b="1" dirty="0"/>
          </a:p>
          <a:p>
            <a:pPr algn="ctr"/>
            <a:r>
              <a:rPr lang="fr-FR" sz="2200" b="1" dirty="0"/>
              <a:t>Année 202</a:t>
            </a:r>
            <a:r>
              <a:rPr lang="mul" sz="2200" b="1" dirty="0"/>
              <a:t>5</a:t>
            </a:r>
            <a:r>
              <a:rPr lang="fr-FR" sz="2200" b="1" dirty="0"/>
              <a:t>/202</a:t>
            </a:r>
            <a:r>
              <a:rPr lang="mul" sz="2200" b="1" dirty="0"/>
              <a:t>6</a:t>
            </a:r>
            <a:endParaRPr lang="fr-FR" sz="2200" b="1" dirty="0"/>
          </a:p>
        </p:txBody>
      </p:sp>
      <p:sp>
        <p:nvSpPr>
          <p:cNvPr id="8" name="ZoneTexte 7"/>
          <p:cNvSpPr txBox="1"/>
          <p:nvPr/>
        </p:nvSpPr>
        <p:spPr>
          <a:xfrm>
            <a:off x="2215166" y="4797152"/>
            <a:ext cx="4384890" cy="430887"/>
          </a:xfrm>
          <a:prstGeom prst="rect">
            <a:avLst/>
          </a:prstGeom>
          <a:noFill/>
        </p:spPr>
        <p:txBody>
          <a:bodyPr wrap="square" rtlCol="0">
            <a:spAutoFit/>
          </a:bodyPr>
          <a:lstStyle/>
          <a:p>
            <a:r>
              <a:rPr lang="fr-FR" sz="2200" b="1" dirty="0"/>
              <a:t>Semestre </a:t>
            </a:r>
            <a:r>
              <a:rPr lang="mul" sz="2200" b="1" dirty="0"/>
              <a:t>2</a:t>
            </a:r>
            <a:endParaRPr lang="fr-FR" sz="2200" b="1" dirty="0"/>
          </a:p>
        </p:txBody>
      </p:sp>
      <p:sp>
        <p:nvSpPr>
          <p:cNvPr id="23556" name="AutoShape 4" descr="data:image/jpeg;base64,/9j/4AAQSkZJRgABAQAAAQABAAD/2wCEAAkGBxISEhQUEhQQFhAVEBUUFBcUFBUYFBQVFBUXGBUVFRYYHCogGBolHBQVITEhJSkrLjAwGB8zODMsNygtLisBCgoKDg0OGxAQGiwmICQtLC8sLCwsLCwsLC8sLCwsLCwsLCwsLCwsLCwsLCwsLCwsNCwsLCwsLCwsLCwsLCwsLP/AABEIAKEBCgMBEQACEQEDEQH/xAAbAAEAAgMBAQAAAAAAAAAAAAAABAUCAwYBB//EADgQAAEEAAUCBAUCBAUFAAAAAAEAAgMRBAUSITFBUQYTYXEiMoGRoSNCB1JisRQzwdHxFRZyovD/xAAaAQEAAwEBAQAAAAAAAAAAAAAAAQIDBAUG/8QAMBEAAgIBBAEDAgUEAgMAAAAAAAECEQMEEiExBRMiQVFhMnGBkaEUQlLBI7EV4fH/2gAMAwEAAhEDEQA/APuKAIAgCAIAgCAIAgCAIAgCAIAgCAIAgCAIAgCAIAgCAIAgCAIAgCAIAgCAIAgCAIAgCA8tALQAOCEWhaEnqAgZpmscAGuy53ytHJrk+gW2HBPK6iY5s8MSuRQT+LH/ALY2NH9RLj+KXfHxq+ZHmy8lL+2JWYLxxLI97dMY0mu97njddM/Ewgk7fJEtdlXPBa4fxY4f5kYI7sO/2PP3XLPx3+Mi8PJ/5xOmwmIbIxr2G2OAIPcFebKLi3FnqxkpK0blUkIAgCAIAgCAIAgCAIAgCAIAgCAIAgCAIAgCA1YnENjY57yGsa0ucTwAOSVMYuTSXbIbpWzncd4rHweQ1r2EEuc4kVxQA63vvfRehj8e+fU4PNzeQSr0+SrxGezueXB5aOjR8o2rqN++664aLEo01ZxT12WUrTopszzuSJwfbi57iC4Oojj8f7LrxaOGRbaXBSOTJOTludkmPEOaS5rnBxsEg7m+5VHig1TRksk0202bMPjJIw4Me5odRNHtxV8Ks8GOVNotHUZIqlInYbxc+DyxiCwwgEPlcafe+k0NnE8bUuXJ45Tt4+/hfB6GDXtupltnmCixOh4fpka34XAWC11GnDqOCuPT55YG18fKO3Pp451z+hzk2XvbyYnDuHV+CF3x12N/U86XjZrporoTZdUZFGtXw071aRyF2bm0cU47XTZJYwE/GXaeoZQcfTUflHsLVJ7q9v8AIg8afuTZ1OC8Rwsa1gje1jRQqjQC8uehyN3ds9XH5HGlTVF1gcxjmBMbga5HDh7jlceTFPG6kjux5YZFcWS1maBAEAQBAEAQBAEAQBAEAQBAEAQBAEAQBAeEoDhf4g454lw8bTLpc17nNYGlsgDmBwfq4AB/917HjMUXGcnXFd/HfR52vcuEuuSsaQeCCPThd9V2eL+YIQEXE4BsnzCwFpDLKHRaM2ujfHEAqt2Vbs9fIG8kC+LKqEmytx0r5NbItQLAHBzXspxINN3B/wBFpFKNOX7GsUo02WODxc3ksa/aRsbQd7s1vuF5eXROcpSTrng9P/yEI1FK0Q8Z5uxov+IW0dRfr/Za6XRxhLdN8mWbWrInCPC+pKixbHC70+jxpI9wfddbVHmuLNmk9Dt7AqLIPDI0bXZ+5PsAobS5ZZQlJ8ItvD2Ff5zZjbGNaQAfmfq7i9gOd1wavUQcNi5/0erotLPG98uDsBimgWSAO5IA/K8za30ek5Jdsxx2YMhZreabbRtvZcQBX1ISGOU5bY9kTyRhHczThc7geL1tbvVPIafyVpPTZYutr/Tkxhq8U1e5frwYjPYTIIw6yXAAgW0k+oUvS5VDe1wFq8TnsTLF8gHJAHqQudJvo6HJLtmQQk9QBAEAQBAEAQBAEAQBAEAQHjigImJmpXSBwnjnDDER1YEjL0Oo7B1ah7Gh9gu7Rax6abfw+0Y5sSyI+e4jHzYZjY4yAA7ctaBfcm17cdXppwWWT7+PoefLSNzdom4/xW9mgNa3cGy7e6H0pbvDih7pS4f6HNDS22ZZh4sc1jC1rQT8xdwdr27KHgxwW6cuPzIhprbRHd4hxGIYxkOkSncuDg0ED5tzsFPpQit3f2LrBGDbl0dJg4DpY55fqYNv1NV/1EgC7+y55dtL/o5ZS5aRJw0msaulkAe3f1VZKnRWSrg2PcRwFCVlUV2V+cC7zLIJGmzwBf8Aut8yxuthpPb8Fk9gcKcAQehXOZp0UEeS4d0jwGmg69nPAvY8XzbR9h2XRukopnS82RJM8xMbsK0swxjZw/45C557hrHdNtlk9Pj1Ek8if046NsGpmv8A4WWH8VSR4fzJGHW35gBsADWsi+K35XBLxn/O4p+36/6O/wDq1t4/EZzYv/GOhnJcGtjcGtBIa7Wb1OB54XVh06wKUU7s8/VamU/a10SgTtuduN+FekcTbMZZmsFuIDepOwClJvoJN9GUUrXi2kFp6jcKGmuyGmjNxsUSSOm529uyqkk7SJ3MsIPE5weHa0t1Nj21Oc5ziCdr+9WuSegWbK3dWejh18lFQUf5OxyjMG4iGOZoIbIwPAPIBC8jNieLI4P4dHrwluin9SasywQBAEAQBAEAQBAEAQBAYvClAhYmO1cg53NMAXWoBxWb+HSboKKJOWxnhyTsSplKTVNshJLohtydoNYiSRjBWmt7I99l6GiwT1TqUnUadHNqJvGrguWW78HFA0SBjZLHMg3IdxdVsvpk3Pjr8jzN0pujosDj49LI3vhEhFBsZOkDoBa45Y5JtpOvuc04O210eTYGZji6B4F8teLafbsVO+M1UgpxaqSNZzHFN+bDNd6sk9D0cO+kfc+ir6cfiRbZjf8AcP8AqeKN6cLR6a5BXAq6HfV9KT04/wCQ9PH8yPDBi5f8x7I2HlsYOqrPLz6ED6XspXpx+43Y49Kza+eDCBrXHTqO2x3PclPfl5RVRlk5RQY/MzJP5RMTr0vY8MpwaHfLZ36FdWLEo8u0/wAzojjqNk3FYlkJD3MmcXMo6G6mgNJO+xAO5WbW59lIxc1ROyvHnyy6d8ABefLLXjdl/DqA2DvZYyg26imUyQ5qJascDuCCO4NhZMxEkTXCnAEdipUmuiE66PYomtFNAA9FDk32G2+zNQCDjsUSx7YXQmYbaXOFetj2V4xppyTovGNNOXRbfw3zeSQTNlLbZI1gDaoU2zVbdRwvO8rCEZR2rtHt6ONRdM+hRvteO0dpsUAIAgCAIAgCAIAgCAIAgNbmKUwR5MPatYIc2Xg9FJBX4nKm9lFA4bxcXYcx6BGS95Z8QGx6G+i9nxEYyc0/szi1sNyTZAkh1MDZzD5jr2DhR7UvYhKncVweXdO49FKcJNBMZbFBpA0gki63/C39uTvo23xlHaYZTnUwmc52sjcjVqDT0VXijNbaonJijtVG4eLJPP0ktDfMA0bcdgeVT0Mf4fn6lf6ZbRnPiqRr6aQwaAa5N2bP4RYIQ4lyMWnTXJoz7OZZmt0g32ZfBF77q8cMYK48lsWKMXyanQz4prWu80FtG3g0COgvlWail9CylHG20WuAjhhcGPkaZT2FkV0oXSznNtcGM3KStLg8zM42I643GSFx28tt6b2A0iz9VkpY26kufuTj9KXD4aKqDwlizCSdIeC4iMn4nb2KdxuoeppG71GPfX8l94dw+Ljjczyo4yNw6Qklzj/4kjZRknjk1J2c2Z43K7shYHMsxEwjdHI4ghzwWAAsB3IedtxxvalrDtLzx4dtp/yZ574rewhsYdG4FweJGi+lV+VOPDHt8lcWmT5fJCwHi6Qsc2QMkux8W2x6bdFf0IN2uDSemSdrghQ5Tinu1sicWOcCNJ4B72eFlHyGL1HC+UdcsdQtn0/ITHg44mlhMrwS4sFjU0Cy9w46DdeLkxT1OWc26Sfz/otLUww41XP5HQ4nxJpa3ymguJ+PXfwiulcm6VIaFtvf19jLJ5KO32d/cy/7q/T+T9atv5L6dbpR/wCPe7vj+Sq8mtvK5/g3YDxO0g+cNLr20gkV6+qrl0Ek/ZyvuWw+Ri1/ycP7EvAeII5X6AHNNEguqjRHXub4WGXSzxx3M3w6yGWW1cFm2dpJAc0uHIBFj3C52mldHUpRbpM2KCwQBAEAQBAEAQBAeEIDBzVKYI80VqyZBynifI2TMNttwss9HUaK30+eWHIpx/X8is4KUaPk82XTsnBlif5bDvqsNJrbfqL7L6pazDkmoQly+jznilGDJWY+Iy1zWtYwDqDv0/C0WFR7ZzQwWrZOlmgdDql0F2my0A/QC1WsidLozSmpUiFgX4WUhoZpsE2SABQvlXbnFWuTSXqRV2Me7C4dzW6dZc0mw66o1RJURcpd8foI+pNWZ4LMcI2MvpsbiSKDb3HB9fZVlvukRKGRyol5DiPOaHef+qQaZoAZtz8PJHrazyWua4/MpljsdVwXmHj8tn6hYX8ktaG2e3r9Vzt27Rg3b4JEbTX8o7AV/wAKrKsycQN+2/23SiDTh8VHJehwNVdXtatKEo/iRLi12bjfQ/QqhBHMUbvhcxljenNB56129fdS7ZdSkuUyomyHCtAfOyMOs3peY2uF7AN71SpGOROSxSaT+O6O6Grvatt/Ul4fENxLfKEWIhjjc1zbaWFwbsG2Rv6gKMenWB707b7I1Ook1XFFuFY84IAgCAIDZhpdEjJB8zHFwFkA20tIdXOzj9aVMkFODh9TXDleOakjocp8TvknEUjAGuY54eNmN01YcSedwvNz6FY8e+L/AEPW0uteSTUqR0zHAiwbHcLzqo9BNPlGSEhAEAQBAEAQBAEBiWoDRLACrJgps1yNkzS1w2I3WmOcoSUo9orJKSpnH4r+G8OouuQmqGo2B7UP7rszeS1GSua/IzhhhE57MPBOKOpjAzSdgb4F8key9WHmMXpVK91fyc/9NJTtdESXwRiIhbbeR02WGm8u3NLIkl9S+TT8cEJ3hPESG5GujaBW5bvf/C31HkdzS09SZnGMccbycFrlcckTHRujY2JoIbYFvJ/cd/ye66lUkn8/J52Vxcri7LfKmSbmWGKNwAa3RpJLeo24A22WM9v9rf6mORr4dnmYTaHMcflDhfKtCO6LrsiCu0WLHAiwbB4pYmbVGnEQ6gRdWK2V4yp2SnRDy/LPKunE339Frlz7+0Xlk3Fk0LnMyBjsQPMY0fN1roPVa442mzSMfbbN2NgbJG4OY2Shqax3Bc3dovpuBuqdMrCTT4ZEixoY9pnk8t0rGhsLuGuBNkOs77gHpsFbY2varr5NHG09quvktlmYhCDwi0B4xpHJv6Af2QlmSggIDCZttcAdJo0exrlSuyV2dB/D3Mw+HyvNEr2EuLhxpe46QB0AXmeTwOOTftpM93RZLjtqqOvaV5Z3HqAIAgCAIAgCAIAgPKQHhapsGt0YU2DS+AKbIIk8I7KQcR40ZI8MbA4NcHFxskAtqunqV6vimoyk2rOHXSiklI558b2xAPOqSjqI4J34Xt42nI8u05cFdlOYRwNMkrpvNILS0kaavoO6tmxTnwqo0yQc/bFHUMLZowaOlw4cCD9iuO3CRy8xdFW/L54rMElD+V+4HFketChdgdlq5Qn+JcmyyRl+JHrc0xYNHDNcfi3Y/a9Q03e9AWXHnsFWWKK6kHjx/wCRZtlmIP6bWn46Dng8bMvT33Pt6rAyah9SPjIcU6w18TGku3AJdp0jTRP7tVm+BwQVeGy/cWi8a+DzBZcIrLiXOPLj9/oN+FrPLapcISnuI2cZvC0mCR0rNTd3sFVv0JCY8cn7lRbHik/cjjRmWjFav81jAWsMos9z6X6hdO21Uv4O707x10dN4e8Svnkc13lNYON6PsO5WGTDFRuNnJmwKEeC+izKFzixsjC8GiLF32HdYvHNK64OdwkldEq1QqLQHqEBxrc8eqEldi8w1MccO6Fzwdw91Ch8y0jjp+9OjSMKfuLX+HOIa5kkojjj1PDPgFatHJ+5r6LzvLVGcYXfz+57Oig4xds76GW15DR2klpVCTJAEAQBAEAQBAEAQBAYlAa3lWQIOKKsQfMP4jzOuENJbcpaXb0A4cmvZex4eaU5r6o5dVG4pkDBwMgj0vna/U7UCaHO2290vX3Sm7o8iTc3aVFZnOUOcQ4OoAh1UN6IPP0XRGSlwzXHlS4ZAzXPZbY0SOoEHa7G55UShCL4RpjwxpujqcDmZk0xt16tg5zt/c8f7Lly4tnLOSWOrky8jjA4XN2YXZkSoIPCpJFoCm8RZU2ePqHN3aRZrvQ9fYrXHNxZvhyODKXA+GhK0B/Hfg+4/wDiurLnjFUjaWocXwXGW+FcNCBTS42CS4kgkCjseh5rf0XH60/qY5NTOZPw+UQMIc2NocAAD1ppJG567nflQ5yfbM3lm1TZni8CH0dT2uAIGlxA3G1jrR3URm4kRnXwRc1GIbF+jReC34iQPhA+Iuvv2Fq+Nw3e4vj2OXuKPLPEkmhzZ2v8zUf6HAEbbUun+njL3RdG88Cu4sr8rz+cSPBcXNN/PuKHVIPBm6a4+htl06SXBuwGXOfMXW0McbIAquLocd1xZPK48e6KV1wvozqjpm4qz6VkjAxoa0BrewFDc2dgvnZTlN3J2zuSS4R0+FcoBYRlVZJstVBkgCAIAgCAIAgCA0YnEsjbqe4NaOp/t7q0YOTpFZTjBXLorsPnsMhIDiD01CtXsuielyQVtHPj1mKbpMr86zpuiopPj1Ddvbrvwt9NppOVzjwYarWQUGoS5KnCZs9urWXPuuTwQurNpIzrbwceDXSx3v5IuYTtl2LRXY0Qq4dHsmpN9F83kN8NsVRxnibIXSPiMUQ8oEmbyy1spHQNB2K9aGWlTZlgzKKdvn4LOFg0BsbHgAV+pqFV0Orcn8Kdzu2zF98sr5cMx+oFlOaadwRfo4c/3XRDIaqTRCwD3QS6i62Xvf7fsRt72rZsfqR4Ly98ao7WCZrwC02CL69fQ7rzGmnTOFprsye20CMDGernV9P7gITZ6VKIKvNsYI2kuIA9fU1Z7D149ltjjZrjg5Pgn5cQY2kVRF7EH8gkH7lYy7M5/iJCqVI+JxGira4t6losj6K8Y7iyjZnh59YsBwF7ahR96USjQao3KpUovEWVh7S9uz75FC/fiz0slVySyKDWOVM7NLlSmlLoo8BlJ7L55No9/g6vK8sqtlBJ1WAw9KSC7w7FIJ0aqyTYqgzQBAEAQBAEB4SgK3Ms3jhIDrLj0aLIHcrow6aeTmJzZ9VjwupHN+KMfHiYDE1zwS9rrAot0uB6rv0eDJiy7n8HJqNbiljqPJUAbVuffn6r0DyGEAQHhUgxIUg1yssEb7itjR+h6KUWXBzMeXYuJxYx8boNy0v+cXyCANzfXqumOSL7XJ1OeOSt9nJ5rDNhn095dr+LULok7EV0IWiyUdmPbkjaXRYMzGWBrnRP4a404WNVVqrqaHVXyYoyVsy2RlxJFpg/HW7RJHsXtFg7hmncnu4u9guR6f6Mzlo1zTJ0njKMNJ8t2ryya6a7prb7VvaPTSXyZrSturIE3jjU4tjjNauT1YWb+zg73CiGHd8mi0dfiZzmbYmfEkajfUgbAmquuljkcLLV6qOllGNcM7dPhVOjq/C2aSMYGTcd9yfc879AAAFhPWYJyqL/AHOfUaKT90UdZFKHcHoDXUXxY6LRM8txa7M0ICkBQCPL+oQxu++53oV0scH6hZ5ckccW2dWlwynNFnhsrA6LwD6EtsNggFILOCCkBNjYgN7Qqsk2Uqg9QBAEAQBAeEoCNiJqV0iLPlPiV87sxIjc8RPDHOcN2gBvxDtfw19V9HonBaWpLm2eRrdm5ss1J5YQk8KAh4jMY2Gnkg1YppN+grqtY4pSVpFlBvo3wS6gDRFjqqyVOiGqZnSqQYkKSSBnMbzC/wArV5mm2hvJIPH1WmOSUk2aYmtyvo4z/ATOP6scg9XDYX68Ll8tK4wlH4Z6+llC2k1yYPyiTSRY3BH3VJeYi4NKLTo1WnqV2RzkpFc2CD9l5un1uTHkjKTbS7RtPGmqRsmwBcKK7NX5SObE8cYtWZY8DjK2zGHKqN9V5+DVZcF+m+zaUIy7LHD4Ouizy5Z5Xc3ZaMVHhE6KOlmSSYpS2qNUbHaxwa4JW0NRkh0zLJhhPtGubxBKyQMFOboPPJc8miT6Vx6r3tEvWwOcu1f8Hm59JjU6RdR4x56t4Auuo5dXr2XnPXr4RdeNXyyVHEX/ADONHoKrfkb7Ob7i/VUlr3/ajSHj8cey5wMDW/KK+5PtZ3pck8spu5M7YQjBVFFtAxULE+JiAlRtQG9oVWSbGhVBkgCAIAgCAIDXI5Sgct4zx/lYd7gLotsemoWu/QQU88Yv7nNq4uWJpHA5b4kEsrY9IbqBo31Aul9Bl06hG0zxJ4HGO4vlzHOEJCAwdGD0Cm2LPQFAPUBiQpBUeIM3GHaKovJGx6N6lb4cW/l9G2HHvZVRZ46ZzGENALxdem6rrsMY6ebX0O3TYduVMv48ACOF8oewH5T6IDS7KfRAY/8ASvRAeHLvRAYOwfogNEmFKAgHKDr1X1B+y9LB5B4tO8W3u+fzMJ4d091l5hoV5puWuGYhBb4UKQWuHCkE+IICUwKGDaFVkmYUA9QBAEAQBAEBHnVkDlPFOAM0T47rU0i+x6LfBl9LJHJ9Cko7k0cFlmEwcAEh3lF7v3c1w2Olo2Hv+V9PP1sjr4PAySySe0s8vzmKYkNNEGqdtfqFnPDOHJlPFKPZYLIyCEhAeIAUBVZln0UO16jdEN6fVbw08pcvg1hhlIi5hjcJPEdbdW2woh4PSnDhXjgyqVItCOSD4MMg8MttkluI5ANVuNl42t1+SW/C6q6/Y9zFiSqR3GFwFBeUbkr/AASAxdgVINbsB6KAaH4H0QEaTA+iAjvwPogNf+BUA2R4NSCbBh0BY4eFAWMDFIJsbUBJYFDJNjVQGaAIAgCAIAgCA0yhWQKjMY9irEHxvxPl8rJnBrHEPc5zaBI3N/TlfVaTXY5adOUqa4Z588LU3SI/h7Lg2S8QdLeWt/mP9RHAUw1frxksPNdmGqhKEV9zoc8z9sIplOea9gExady5l0cWLC59kbDeKNTmtLN3Oa3Y/wAxA/1Wk9Kkm0y8tPVsvsbOI43vO4Y0u966LkhHc0vqc8VuaRzU3ix1W1jRt13XatJH5Z1LTfUtMuzyOSIPeQDVOHc+g7LCenkpVEynilGVI5PHZeZHuEN+Xdt1dPRTqddHTpRycy+iPS0+KU1ZIy7I8SXBvlnf937R6kpHymn2OV/p8ky087o+o5Jl2hjWn9rQPsvl8s/Um5v5dnoRVKi9igVCTd5KAGFAYOgQGp2HQGl+FQGl2EQGs4NAejCIDczCoCTFAgJUcaAkMaoBtaFBJsAVQeoAgCAIAgCAIDFwQEWeG1dMFTjcvB6KSDhfFmSv+F0bbomwOaP/AAvW8RqYYZyU3V0c2qxymlXwcZJlUsz9Ia4AVqJB29Pdetrdfjwx45b6OfBicuze/JpIi11/K4O47G1xYfLqclCce2l+5rk03D5NmOzCV8b2l7iC0iu69p4ccE5JdHnwhHcqNWF8OyObufsF4M/NOvbH9z01plfLMocmmjcWaHuB3aQDv6HsV6Oj8jjni3TdNd/+jnz4JKXCOy8L5A8NJkABLthyaocrwvJ54Z8++HVV/wBnVp4OEKZ2WFy4DouA3LGLD0gJDY1Fgy0JZJ7oSwY+WlkGJjUgwMSAxMKAx8hAPIQGTYUBm2NAbWsUWSZhqrYMwFAMkAQBAEAQBAEAQBAeEIDTJFasmCFPgQeQpIIr8rb2CkEPFZEx4ILQQRSJ07QfJUxeCIAb0k0boudW31XdPyWpknFy7MVp8ad0XkGTtHAC4TYlMy4dggJUWDA6KCSQ2JLBsDFWwZaVAGlANKAaUB5pU2DzSlg80qbA0JYGhLA0JYPdKiwZBqiwe0gPUAQBAEAQBAEAQBAEAQBAeaUBiWKbBj5SWB5QU7geiNRYPdCWDLSoApAeoAgCAIAgCAIAgPKQCkApAeoAgCAIAgCAIAgCAIAgCAIAgCAIAgCAIAgCAIAgCAIAgCAIAgCAIAgCAIAgCAIAgCAIAgP/2Q=="/>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0" name="Sous-titre 2">
            <a:extLst>
              <a:ext uri="{FF2B5EF4-FFF2-40B4-BE49-F238E27FC236}">
                <a16:creationId xmlns:a16="http://schemas.microsoft.com/office/drawing/2014/main" id="{AA662E1E-C805-EF32-0F7E-5771280090CD}"/>
              </a:ext>
            </a:extLst>
          </p:cNvPr>
          <p:cNvSpPr txBox="1">
            <a:spLocks/>
          </p:cNvSpPr>
          <p:nvPr/>
        </p:nvSpPr>
        <p:spPr>
          <a:xfrm>
            <a:off x="678656" y="476672"/>
            <a:ext cx="10751343" cy="785391"/>
          </a:xfrm>
          <a:prstGeom prst="rect">
            <a:avLst/>
          </a:prstGeom>
          <a:ln>
            <a:solidFill>
              <a:schemeClr val="accent1"/>
            </a:solidFill>
          </a:ln>
        </p:spPr>
        <p:txBody>
          <a:bodyPr vert="horz" lIns="91440" tIns="45720" rIns="91440" bIns="45720" rtlCol="0" anchor="t">
            <a:normAutofit fontScale="92500"/>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algn="ctr"/>
            <a:r>
              <a:rPr lang="mul" sz="3600" b="1" i="1" dirty="0"/>
              <a:t>Ecole Nationale Supérieure d’Intelligence Artificielle</a:t>
            </a:r>
            <a:endParaRPr lang="fr-FR" sz="3600" b="1" i="1" dirty="0"/>
          </a:p>
        </p:txBody>
      </p:sp>
    </p:spTree>
    <p:extLst>
      <p:ext uri="{BB962C8B-B14F-4D97-AF65-F5344CB8AC3E}">
        <p14:creationId xmlns:p14="http://schemas.microsoft.com/office/powerpoint/2010/main" val="1619376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Programme</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575809621"/>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2</a:t>
            </a:fld>
            <a:endParaRPr lang="fr-FR"/>
          </a:p>
        </p:txBody>
      </p:sp>
    </p:spTree>
    <p:extLst>
      <p:ext uri="{BB962C8B-B14F-4D97-AF65-F5344CB8AC3E}">
        <p14:creationId xmlns:p14="http://schemas.microsoft.com/office/powerpoint/2010/main" val="2972441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28531" y="2929428"/>
            <a:ext cx="8911687" cy="1280890"/>
          </a:xfrm>
        </p:spPr>
        <p:txBody>
          <a:bodyPr/>
          <a:lstStyle/>
          <a:p>
            <a:pPr algn="ctr"/>
            <a:r>
              <a:rPr lang="fr-FR" dirty="0"/>
              <a:t>Qu’est ce qu’un projet?</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3</a:t>
            </a:fld>
            <a:endParaRPr lang="fr-FR"/>
          </a:p>
        </p:txBody>
      </p:sp>
    </p:spTree>
    <p:extLst>
      <p:ext uri="{BB962C8B-B14F-4D97-AF65-F5344CB8AC3E}">
        <p14:creationId xmlns:p14="http://schemas.microsoft.com/office/powerpoint/2010/main" val="1913983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Et vous?</a:t>
            </a:r>
          </a:p>
        </p:txBody>
      </p:sp>
      <p:pic>
        <p:nvPicPr>
          <p:cNvPr id="5" name="Espace réservé du contenu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59517" y="2103496"/>
            <a:ext cx="2956560" cy="1661160"/>
          </a:xfrm>
        </p:spPr>
      </p:pic>
      <p:sp>
        <p:nvSpPr>
          <p:cNvPr id="4" name="Espace réservé du numéro de diapositive 3"/>
          <p:cNvSpPr>
            <a:spLocks noGrp="1"/>
          </p:cNvSpPr>
          <p:nvPr>
            <p:ph type="sldNum" sz="quarter" idx="12"/>
          </p:nvPr>
        </p:nvSpPr>
        <p:spPr/>
        <p:txBody>
          <a:bodyPr/>
          <a:lstStyle/>
          <a:p>
            <a:fld id="{D44185AD-E683-4AF8-AD1F-F4A49E15F629}" type="slidenum">
              <a:rPr lang="fr-FR" smtClean="0"/>
              <a:t>4</a:t>
            </a:fld>
            <a:endParaRPr lang="fr-FR"/>
          </a:p>
        </p:txBody>
      </p:sp>
      <p:pic>
        <p:nvPicPr>
          <p:cNvPr id="7" name="Image 6"/>
          <p:cNvPicPr>
            <a:picLocks noChangeAspect="1"/>
          </p:cNvPicPr>
          <p:nvPr/>
        </p:nvPicPr>
        <p:blipFill>
          <a:blip r:embed="rId3"/>
          <a:stretch>
            <a:fillRect/>
          </a:stretch>
        </p:blipFill>
        <p:spPr>
          <a:xfrm>
            <a:off x="5173055" y="1905000"/>
            <a:ext cx="2646434" cy="1859656"/>
          </a:xfrm>
          <a:prstGeom prst="rect">
            <a:avLst/>
          </a:prstGeom>
        </p:spPr>
      </p:pic>
      <p:pic>
        <p:nvPicPr>
          <p:cNvPr id="3" name="Image 2"/>
          <p:cNvPicPr>
            <a:picLocks noChangeAspect="1"/>
          </p:cNvPicPr>
          <p:nvPr/>
        </p:nvPicPr>
        <p:blipFill>
          <a:blip r:embed="rId4"/>
          <a:stretch>
            <a:fillRect/>
          </a:stretch>
        </p:blipFill>
        <p:spPr>
          <a:xfrm>
            <a:off x="8176467" y="1905000"/>
            <a:ext cx="2619375" cy="1743075"/>
          </a:xfrm>
          <a:prstGeom prst="rect">
            <a:avLst/>
          </a:prstGeom>
        </p:spPr>
      </p:pic>
      <p:pic>
        <p:nvPicPr>
          <p:cNvPr id="6" name="Image 5"/>
          <p:cNvPicPr>
            <a:picLocks noChangeAspect="1"/>
          </p:cNvPicPr>
          <p:nvPr/>
        </p:nvPicPr>
        <p:blipFill>
          <a:blip r:embed="rId5"/>
          <a:stretch>
            <a:fillRect/>
          </a:stretch>
        </p:blipFill>
        <p:spPr>
          <a:xfrm>
            <a:off x="2066209" y="4185634"/>
            <a:ext cx="2840642" cy="1933642"/>
          </a:xfrm>
          <a:prstGeom prst="rect">
            <a:avLst/>
          </a:prstGeom>
        </p:spPr>
      </p:pic>
      <p:pic>
        <p:nvPicPr>
          <p:cNvPr id="9" name="Image 8"/>
          <p:cNvPicPr>
            <a:picLocks noChangeAspect="1"/>
          </p:cNvPicPr>
          <p:nvPr/>
        </p:nvPicPr>
        <p:blipFill>
          <a:blip r:embed="rId6"/>
          <a:stretch>
            <a:fillRect/>
          </a:stretch>
        </p:blipFill>
        <p:spPr>
          <a:xfrm>
            <a:off x="8176468" y="4185633"/>
            <a:ext cx="2783454" cy="1931475"/>
          </a:xfrm>
          <a:prstGeom prst="rect">
            <a:avLst/>
          </a:prstGeom>
        </p:spPr>
      </p:pic>
      <p:pic>
        <p:nvPicPr>
          <p:cNvPr id="10" name="Image 9"/>
          <p:cNvPicPr>
            <a:picLocks noChangeAspect="1"/>
          </p:cNvPicPr>
          <p:nvPr/>
        </p:nvPicPr>
        <p:blipFill>
          <a:blip r:embed="rId7"/>
          <a:stretch>
            <a:fillRect/>
          </a:stretch>
        </p:blipFill>
        <p:spPr>
          <a:xfrm>
            <a:off x="5173055" y="4185633"/>
            <a:ext cx="2767528" cy="1934293"/>
          </a:xfrm>
          <a:prstGeom prst="rect">
            <a:avLst/>
          </a:prstGeom>
        </p:spPr>
      </p:pic>
    </p:spTree>
    <p:extLst>
      <p:ext uri="{BB962C8B-B14F-4D97-AF65-F5344CB8AC3E}">
        <p14:creationId xmlns:p14="http://schemas.microsoft.com/office/powerpoint/2010/main" val="2988649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37EFEE-DDC7-472A-BBFF-FA48AC3323C4}"/>
              </a:ext>
            </a:extLst>
          </p:cNvPr>
          <p:cNvSpPr>
            <a:spLocks noGrp="1"/>
          </p:cNvSpPr>
          <p:nvPr>
            <p:ph idx="1"/>
          </p:nvPr>
        </p:nvSpPr>
        <p:spPr/>
        <p:txBody>
          <a:bodyPr>
            <a:normAutofit/>
          </a:bodyPr>
          <a:lstStyle/>
          <a:p>
            <a:r>
              <a:rPr lang="fr-FR" sz="2800" dirty="0"/>
              <a:t>Le terme projet désigne ce que l’on a l’intention de faire, les moyens jugés nécessaires à la mise en œuvre de cette idée dans un délai imparti.</a:t>
            </a:r>
          </a:p>
        </p:txBody>
      </p:sp>
      <p:sp>
        <p:nvSpPr>
          <p:cNvPr id="4" name="Espace réservé du numéro de diapositive 3">
            <a:extLst>
              <a:ext uri="{FF2B5EF4-FFF2-40B4-BE49-F238E27FC236}">
                <a16:creationId xmlns:a16="http://schemas.microsoft.com/office/drawing/2014/main" id="{1ACFBFC5-7CD7-4692-9887-46D56EAF0C40}"/>
              </a:ext>
            </a:extLst>
          </p:cNvPr>
          <p:cNvSpPr>
            <a:spLocks noGrp="1"/>
          </p:cNvSpPr>
          <p:nvPr>
            <p:ph type="sldNum" sz="quarter" idx="12"/>
          </p:nvPr>
        </p:nvSpPr>
        <p:spPr/>
        <p:txBody>
          <a:bodyPr/>
          <a:lstStyle/>
          <a:p>
            <a:fld id="{D44185AD-E683-4AF8-AD1F-F4A49E15F629}" type="slidenum">
              <a:rPr lang="fr-FR" smtClean="0"/>
              <a:t>5</a:t>
            </a:fld>
            <a:endParaRPr lang="fr-FR"/>
          </a:p>
        </p:txBody>
      </p:sp>
    </p:spTree>
    <p:extLst>
      <p:ext uri="{BB962C8B-B14F-4D97-AF65-F5344CB8AC3E}">
        <p14:creationId xmlns:p14="http://schemas.microsoft.com/office/powerpoint/2010/main" val="1650138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2589213" y="2514600"/>
            <a:ext cx="8915399" cy="1181637"/>
          </a:xfrm>
        </p:spPr>
        <p:txBody>
          <a:bodyPr/>
          <a:lstStyle/>
          <a:p>
            <a:r>
              <a:rPr lang="fr-FR" dirty="0"/>
              <a:t>Chapitre 1</a:t>
            </a:r>
          </a:p>
        </p:txBody>
      </p:sp>
      <p:sp>
        <p:nvSpPr>
          <p:cNvPr id="6" name="Sous-titre 5"/>
          <p:cNvSpPr>
            <a:spLocks noGrp="1"/>
          </p:cNvSpPr>
          <p:nvPr>
            <p:ph type="subTitle" idx="1"/>
          </p:nvPr>
        </p:nvSpPr>
        <p:spPr>
          <a:xfrm>
            <a:off x="2730880" y="3768382"/>
            <a:ext cx="8915399" cy="1126283"/>
          </a:xfrm>
        </p:spPr>
        <p:txBody>
          <a:bodyPr>
            <a:normAutofit/>
          </a:bodyPr>
          <a:lstStyle/>
          <a:p>
            <a:pPr algn="ctr"/>
            <a:r>
              <a:rPr lang="fr-FR" sz="3200" dirty="0"/>
              <a:t>Notions fondamentales</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6</a:t>
            </a:fld>
            <a:endParaRPr lang="fr-FR"/>
          </a:p>
        </p:txBody>
      </p:sp>
    </p:spTree>
    <p:extLst>
      <p:ext uri="{BB962C8B-B14F-4D97-AF65-F5344CB8AC3E}">
        <p14:creationId xmlns:p14="http://schemas.microsoft.com/office/powerpoint/2010/main" val="1104309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Définition du projet</a:t>
            </a:r>
          </a:p>
        </p:txBody>
      </p:sp>
      <p:sp>
        <p:nvSpPr>
          <p:cNvPr id="3" name="Espace réservé du contenu 2"/>
          <p:cNvSpPr>
            <a:spLocks noGrp="1"/>
          </p:cNvSpPr>
          <p:nvPr>
            <p:ph idx="1"/>
          </p:nvPr>
        </p:nvSpPr>
        <p:spPr>
          <a:xfrm>
            <a:off x="1700011" y="1777285"/>
            <a:ext cx="9804601" cy="4133937"/>
          </a:xfrm>
        </p:spPr>
        <p:txBody>
          <a:bodyPr>
            <a:normAutofit/>
          </a:bodyPr>
          <a:lstStyle/>
          <a:p>
            <a:pPr algn="just">
              <a:lnSpc>
                <a:spcPct val="150000"/>
              </a:lnSpc>
            </a:pPr>
            <a:r>
              <a:rPr lang="fr-FR" sz="2000" b="1" dirty="0"/>
              <a:t>Processus</a:t>
            </a:r>
            <a:r>
              <a:rPr lang="fr-FR" sz="2000" dirty="0"/>
              <a:t> </a:t>
            </a:r>
            <a:r>
              <a:rPr lang="fr-FR" sz="2000" b="1" dirty="0"/>
              <a:t>unique</a:t>
            </a:r>
            <a:r>
              <a:rPr lang="fr-FR" sz="2000" dirty="0"/>
              <a:t> qui consiste en un ensemble d’activités coordonnées et maîtrisées comportant des </a:t>
            </a:r>
            <a:r>
              <a:rPr lang="fr-FR" sz="2000" b="1" dirty="0"/>
              <a:t>dates de début et de fin</a:t>
            </a:r>
            <a:r>
              <a:rPr lang="fr-FR" sz="2000" dirty="0"/>
              <a:t>, entrepris dans le but d’atteindre un </a:t>
            </a:r>
            <a:r>
              <a:rPr lang="fr-FR" sz="2000" b="1" dirty="0"/>
              <a:t>objectif </a:t>
            </a:r>
            <a:r>
              <a:rPr lang="fr-FR" sz="2000" dirty="0"/>
              <a:t>conforme à des </a:t>
            </a:r>
            <a:r>
              <a:rPr lang="fr-FR" sz="2000" b="1" dirty="0"/>
              <a:t>exigences</a:t>
            </a:r>
            <a:r>
              <a:rPr lang="fr-FR" sz="2000" dirty="0"/>
              <a:t> spécifiques, incluant les contraintes de </a:t>
            </a:r>
            <a:r>
              <a:rPr lang="fr-FR" sz="2000" b="1" dirty="0"/>
              <a:t>délais, de coûts et de ressources </a:t>
            </a:r>
            <a:r>
              <a:rPr lang="fr-FR" sz="2000" dirty="0"/>
              <a:t>(ISO 10006).</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7</a:t>
            </a:fld>
            <a:endParaRPr lang="fr-FR"/>
          </a:p>
        </p:txBody>
      </p:sp>
    </p:spTree>
    <p:extLst>
      <p:ext uri="{BB962C8B-B14F-4D97-AF65-F5344CB8AC3E}">
        <p14:creationId xmlns:p14="http://schemas.microsoft.com/office/powerpoint/2010/main" val="3068707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Composantes du projet</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468634201"/>
              </p:ext>
            </p:extLst>
          </p:nvPr>
        </p:nvGraphicFramePr>
        <p:xfrm>
          <a:off x="1519707" y="2133600"/>
          <a:ext cx="9984906" cy="38808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8</a:t>
            </a:fld>
            <a:endParaRPr lang="fr-FR"/>
          </a:p>
        </p:txBody>
      </p:sp>
    </p:spTree>
    <p:extLst>
      <p:ext uri="{BB962C8B-B14F-4D97-AF65-F5344CB8AC3E}">
        <p14:creationId xmlns:p14="http://schemas.microsoft.com/office/powerpoint/2010/main" val="360775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D44185AD-E683-4AF8-AD1F-F4A49E15F629}" type="slidenum">
              <a:rPr lang="fr-FR" smtClean="0"/>
              <a:t>9</a:t>
            </a:fld>
            <a:endParaRPr lang="fr-FR"/>
          </a:p>
        </p:txBody>
      </p:sp>
      <p:pic>
        <p:nvPicPr>
          <p:cNvPr id="5" name="Image 4"/>
          <p:cNvPicPr>
            <a:picLocks noChangeAspect="1"/>
          </p:cNvPicPr>
          <p:nvPr/>
        </p:nvPicPr>
        <p:blipFill>
          <a:blip r:embed="rId2"/>
          <a:stretch>
            <a:fillRect/>
          </a:stretch>
        </p:blipFill>
        <p:spPr>
          <a:xfrm>
            <a:off x="-146309" y="643944"/>
            <a:ext cx="7976663" cy="3144702"/>
          </a:xfrm>
          <a:prstGeom prst="rect">
            <a:avLst/>
          </a:prstGeom>
        </p:spPr>
      </p:pic>
      <p:graphicFrame>
        <p:nvGraphicFramePr>
          <p:cNvPr id="6" name="Diagramme 5"/>
          <p:cNvGraphicFramePr/>
          <p:nvPr>
            <p:extLst>
              <p:ext uri="{D42A27DB-BD31-4B8C-83A1-F6EECF244321}">
                <p14:modId xmlns:p14="http://schemas.microsoft.com/office/powerpoint/2010/main" val="3337755654"/>
              </p:ext>
            </p:extLst>
          </p:nvPr>
        </p:nvGraphicFramePr>
        <p:xfrm>
          <a:off x="7585655" y="515775"/>
          <a:ext cx="3797837" cy="3375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me 6"/>
          <p:cNvGraphicFramePr/>
          <p:nvPr>
            <p:extLst>
              <p:ext uri="{D42A27DB-BD31-4B8C-83A1-F6EECF244321}">
                <p14:modId xmlns:p14="http://schemas.microsoft.com/office/powerpoint/2010/main" val="2072626816"/>
              </p:ext>
            </p:extLst>
          </p:nvPr>
        </p:nvGraphicFramePr>
        <p:xfrm>
          <a:off x="1980485" y="3812147"/>
          <a:ext cx="8889284" cy="28542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532620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Composantes du projet</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650068494"/>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10</a:t>
            </a:fld>
            <a:endParaRPr lang="fr-FR"/>
          </a:p>
        </p:txBody>
      </p:sp>
    </p:spTree>
    <p:extLst>
      <p:ext uri="{BB962C8B-B14F-4D97-AF65-F5344CB8AC3E}">
        <p14:creationId xmlns:p14="http://schemas.microsoft.com/office/powerpoint/2010/main" val="424051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84101" y="624110"/>
            <a:ext cx="9920511" cy="1280890"/>
          </a:xfrm>
        </p:spPr>
        <p:txBody>
          <a:bodyPr>
            <a:normAutofit fontScale="90000"/>
          </a:bodyPr>
          <a:lstStyle/>
          <a:p>
            <a:r>
              <a:rPr lang="fr-FR" sz="2700" dirty="0"/>
              <a:t>Trois questions fondamentales que doit se poser tout porteur de projet avant tout passage à l'acte :</a:t>
            </a:r>
            <a:br>
              <a:rPr lang="fr-FR" sz="2700" dirty="0"/>
            </a:br>
            <a:endParaRPr lang="fr-FR" dirty="0"/>
          </a:p>
        </p:txBody>
      </p:sp>
      <p:sp>
        <p:nvSpPr>
          <p:cNvPr id="3" name="Espace réservé du contenu 2"/>
          <p:cNvSpPr>
            <a:spLocks noGrp="1"/>
          </p:cNvSpPr>
          <p:nvPr>
            <p:ph idx="1"/>
          </p:nvPr>
        </p:nvSpPr>
        <p:spPr>
          <a:xfrm>
            <a:off x="1712890" y="1764406"/>
            <a:ext cx="9791722" cy="4146816"/>
          </a:xfrm>
        </p:spPr>
        <p:txBody>
          <a:bodyPr>
            <a:normAutofit/>
          </a:bodyPr>
          <a:lstStyle/>
          <a:p>
            <a:pPr>
              <a:buFont typeface="Arial" panose="020B0604020202020204" pitchFamily="34" charset="0"/>
              <a:buChar char="•"/>
            </a:pPr>
            <a:r>
              <a:rPr lang="fr-FR" sz="2000" dirty="0"/>
              <a:t>Pourquoi le projet ?  Emergence</a:t>
            </a:r>
          </a:p>
          <a:p>
            <a:pPr>
              <a:buFont typeface="Arial" panose="020B0604020202020204" pitchFamily="34" charset="0"/>
              <a:buChar char="•"/>
            </a:pPr>
            <a:r>
              <a:rPr lang="fr-FR" sz="2000" dirty="0"/>
              <a:t>Quoi, que souhaite t'on réaliser ? Faisabilité</a:t>
            </a:r>
          </a:p>
          <a:p>
            <a:pPr>
              <a:buFont typeface="Arial" panose="020B0604020202020204" pitchFamily="34" charset="0"/>
              <a:buChar char="•"/>
            </a:pPr>
            <a:r>
              <a:rPr lang="fr-FR" sz="2000" dirty="0"/>
              <a:t>Comment souhaite t'on le réaliser ? Conception</a:t>
            </a:r>
          </a:p>
          <a:p>
            <a:pPr marL="0" indent="0">
              <a:buNone/>
            </a:pPr>
            <a:endParaRPr lang="fr-FR" sz="2000" dirty="0"/>
          </a:p>
          <a:p>
            <a:pPr marL="0" indent="0">
              <a:buNone/>
            </a:pPr>
            <a:endParaRPr lang="fr-FR" sz="2000" dirty="0"/>
          </a:p>
          <a:p>
            <a:pPr marL="0" indent="0">
              <a:buNone/>
            </a:pPr>
            <a:r>
              <a:rPr lang="fr-FR" sz="2000" dirty="0"/>
              <a:t>comme le disait Abraham Lincoln :</a:t>
            </a:r>
          </a:p>
          <a:p>
            <a:r>
              <a:rPr lang="fr-FR" sz="2000" b="1" dirty="0"/>
              <a:t>« Si j'ai six heures pour couper un arbre, j'en prends 5 pour affûter ma hache ! »</a:t>
            </a:r>
            <a:r>
              <a:rPr lang="fr-FR" sz="2000" dirty="0"/>
              <a:t> </a:t>
            </a:r>
          </a:p>
          <a:p>
            <a:endParaRPr lang="fr-FR" sz="2000"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11</a:t>
            </a:fld>
            <a:endParaRPr lang="fr-FR"/>
          </a:p>
        </p:txBody>
      </p:sp>
    </p:spTree>
    <p:extLst>
      <p:ext uri="{BB962C8B-B14F-4D97-AF65-F5344CB8AC3E}">
        <p14:creationId xmlns:p14="http://schemas.microsoft.com/office/powerpoint/2010/main" val="3123576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70468" y="970344"/>
            <a:ext cx="9598539" cy="5293036"/>
          </a:xfrm>
        </p:spPr>
        <p:txBody>
          <a:bodyPr>
            <a:normAutofit/>
          </a:bodyPr>
          <a:lstStyle/>
          <a:p>
            <a:pPr marL="0" indent="0" algn="just">
              <a:lnSpc>
                <a:spcPct val="150000"/>
              </a:lnSpc>
              <a:buNone/>
            </a:pPr>
            <a:r>
              <a:rPr lang="fr-FR" sz="2000" dirty="0">
                <a:solidFill>
                  <a:srgbClr val="000000"/>
                </a:solidFill>
              </a:rPr>
              <a:t>ces trois composants constituent la base de la définition d’un projet, pour les raisons suivantes :</a:t>
            </a:r>
          </a:p>
          <a:p>
            <a:pPr algn="just">
              <a:lnSpc>
                <a:spcPct val="150000"/>
              </a:lnSpc>
            </a:pPr>
            <a:r>
              <a:rPr lang="fr-FR" sz="2000" dirty="0">
                <a:solidFill>
                  <a:srgbClr val="000000"/>
                </a:solidFill>
              </a:rPr>
              <a:t>La seule raison d’être d’un projet </a:t>
            </a:r>
            <a:r>
              <a:rPr lang="fr-FR" sz="2000" b="1" dirty="0">
                <a:solidFill>
                  <a:srgbClr val="000000"/>
                </a:solidFill>
              </a:rPr>
              <a:t>est la production de résultats </a:t>
            </a:r>
            <a:r>
              <a:rPr lang="fr-FR" sz="2000" dirty="0">
                <a:solidFill>
                  <a:srgbClr val="000000"/>
                </a:solidFill>
              </a:rPr>
              <a:t>spécifiés dans son objet ;</a:t>
            </a:r>
          </a:p>
          <a:p>
            <a:pPr algn="just">
              <a:lnSpc>
                <a:spcPct val="150000"/>
              </a:lnSpc>
            </a:pPr>
            <a:r>
              <a:rPr lang="fr-FR" sz="2000" dirty="0">
                <a:solidFill>
                  <a:srgbClr val="000000"/>
                </a:solidFill>
              </a:rPr>
              <a:t>La date de fin est un élément essentiel de la définition </a:t>
            </a:r>
            <a:r>
              <a:rPr lang="fr-FR" sz="2000" b="1" dirty="0">
                <a:solidFill>
                  <a:srgbClr val="000000"/>
                </a:solidFill>
              </a:rPr>
              <a:t>d’une conduite de projet réussie </a:t>
            </a:r>
            <a:r>
              <a:rPr lang="fr-FR" sz="2000" dirty="0">
                <a:solidFill>
                  <a:srgbClr val="000000"/>
                </a:solidFill>
              </a:rPr>
              <a:t>: le résultat souhaité doit être fourni dans un certain délai afin de répondre au besoin initial ;</a:t>
            </a:r>
          </a:p>
          <a:p>
            <a:pPr algn="just">
              <a:lnSpc>
                <a:spcPct val="150000"/>
              </a:lnSpc>
            </a:pPr>
            <a:r>
              <a:rPr lang="fr-FR" sz="2000" dirty="0">
                <a:solidFill>
                  <a:srgbClr val="000000"/>
                </a:solidFill>
              </a:rPr>
              <a:t>La disponibilité des ressources </a:t>
            </a:r>
            <a:r>
              <a:rPr lang="fr-FR" sz="2000" b="1" dirty="0">
                <a:solidFill>
                  <a:srgbClr val="000000"/>
                </a:solidFill>
              </a:rPr>
              <a:t>conditionne la nature des produits </a:t>
            </a:r>
            <a:r>
              <a:rPr lang="fr-FR" sz="2000" dirty="0">
                <a:solidFill>
                  <a:srgbClr val="000000"/>
                </a:solidFill>
              </a:rPr>
              <a:t>que le projet est capable de générer.</a:t>
            </a:r>
          </a:p>
          <a:p>
            <a:endParaRPr lang="fr-FR" sz="2000"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12</a:t>
            </a:fld>
            <a:endParaRPr lang="fr-FR"/>
          </a:p>
        </p:txBody>
      </p:sp>
    </p:spTree>
    <p:extLst>
      <p:ext uri="{BB962C8B-B14F-4D97-AF65-F5344CB8AC3E}">
        <p14:creationId xmlns:p14="http://schemas.microsoft.com/office/powerpoint/2010/main" val="1897160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a:t>
            </a:r>
          </a:p>
        </p:txBody>
      </p:sp>
      <p:sp>
        <p:nvSpPr>
          <p:cNvPr id="3" name="Espace réservé du contenu 2"/>
          <p:cNvSpPr>
            <a:spLocks noGrp="1"/>
          </p:cNvSpPr>
          <p:nvPr>
            <p:ph idx="1"/>
          </p:nvPr>
        </p:nvSpPr>
        <p:spPr>
          <a:xfrm>
            <a:off x="2589212" y="1905000"/>
            <a:ext cx="8915400" cy="4006222"/>
          </a:xfrm>
        </p:spPr>
        <p:txBody>
          <a:bodyPr>
            <a:normAutofit/>
          </a:bodyPr>
          <a:lstStyle/>
          <a:p>
            <a:r>
              <a:rPr lang="fr-FR" sz="2400" dirty="0"/>
              <a:t>Donnez 3 exemples de projet et estimez de manière approximative dans quel délai sont ils réalisables.</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13</a:t>
            </a:fld>
            <a:endParaRPr lang="fr-FR"/>
          </a:p>
        </p:txBody>
      </p:sp>
    </p:spTree>
    <p:extLst>
      <p:ext uri="{BB962C8B-B14F-4D97-AF65-F5344CB8AC3E}">
        <p14:creationId xmlns:p14="http://schemas.microsoft.com/office/powerpoint/2010/main" val="1050690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Définition du projet</a:t>
            </a:r>
          </a:p>
        </p:txBody>
      </p:sp>
      <p:sp>
        <p:nvSpPr>
          <p:cNvPr id="3" name="Espace réservé du contenu 2"/>
          <p:cNvSpPr>
            <a:spLocks noGrp="1"/>
          </p:cNvSpPr>
          <p:nvPr>
            <p:ph idx="1"/>
          </p:nvPr>
        </p:nvSpPr>
        <p:spPr>
          <a:xfrm>
            <a:off x="1700011" y="1777285"/>
            <a:ext cx="9804601" cy="4133937"/>
          </a:xfrm>
        </p:spPr>
        <p:txBody>
          <a:bodyPr>
            <a:normAutofit/>
          </a:bodyPr>
          <a:lstStyle/>
          <a:p>
            <a:pPr algn="just">
              <a:lnSpc>
                <a:spcPct val="150000"/>
              </a:lnSpc>
            </a:pPr>
            <a:r>
              <a:rPr lang="fr-FR" sz="2000" b="1" dirty="0"/>
              <a:t>Processus</a:t>
            </a:r>
            <a:r>
              <a:rPr lang="fr-FR" sz="2000" dirty="0"/>
              <a:t> </a:t>
            </a:r>
            <a:r>
              <a:rPr lang="fr-FR" sz="2000" b="1" dirty="0"/>
              <a:t>unique</a:t>
            </a:r>
            <a:r>
              <a:rPr lang="fr-FR" sz="2000" dirty="0"/>
              <a:t> qui consiste en un ensemble d’activités coordonnées et maîtrisées comportant des </a:t>
            </a:r>
            <a:r>
              <a:rPr lang="fr-FR" sz="2000" b="1" dirty="0"/>
              <a:t>dates de début et de fin</a:t>
            </a:r>
            <a:r>
              <a:rPr lang="fr-FR" sz="2000" dirty="0"/>
              <a:t>, entrepris dans le but d’atteindre un </a:t>
            </a:r>
            <a:r>
              <a:rPr lang="fr-FR" sz="2000" b="1" dirty="0"/>
              <a:t>objectif </a:t>
            </a:r>
            <a:r>
              <a:rPr lang="fr-FR" sz="2000" dirty="0"/>
              <a:t>conforme à des </a:t>
            </a:r>
            <a:r>
              <a:rPr lang="fr-FR" sz="2000" b="1" dirty="0"/>
              <a:t>exigences</a:t>
            </a:r>
            <a:r>
              <a:rPr lang="fr-FR" sz="2000" dirty="0"/>
              <a:t> spécifiques, incluant les contraintes de </a:t>
            </a:r>
            <a:r>
              <a:rPr lang="fr-FR" sz="2000" b="1" dirty="0"/>
              <a:t>délais, de coûts et de ressources </a:t>
            </a:r>
            <a:r>
              <a:rPr lang="fr-FR" sz="2000" dirty="0"/>
              <a:t>(ISO 10006).</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14</a:t>
            </a:fld>
            <a:endParaRPr lang="fr-FR"/>
          </a:p>
        </p:txBody>
      </p:sp>
    </p:spTree>
    <p:extLst>
      <p:ext uri="{BB962C8B-B14F-4D97-AF65-F5344CB8AC3E}">
        <p14:creationId xmlns:p14="http://schemas.microsoft.com/office/powerpoint/2010/main" val="2471136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8EE053-7A02-415C-B49C-1A57A593E28A}"/>
              </a:ext>
            </a:extLst>
          </p:cNvPr>
          <p:cNvSpPr>
            <a:spLocks noGrp="1"/>
          </p:cNvSpPr>
          <p:nvPr>
            <p:ph type="title"/>
          </p:nvPr>
        </p:nvSpPr>
        <p:spPr/>
        <p:txBody>
          <a:bodyPr/>
          <a:lstStyle/>
          <a:p>
            <a:r>
              <a:rPr lang="fr-FR" dirty="0"/>
              <a:t>Définition du management de projet</a:t>
            </a:r>
          </a:p>
        </p:txBody>
      </p:sp>
      <p:sp>
        <p:nvSpPr>
          <p:cNvPr id="3" name="Espace réservé du contenu 2">
            <a:extLst>
              <a:ext uri="{FF2B5EF4-FFF2-40B4-BE49-F238E27FC236}">
                <a16:creationId xmlns:a16="http://schemas.microsoft.com/office/drawing/2014/main" id="{21BEA3F0-0804-4D12-8806-1664C7E1E97A}"/>
              </a:ext>
            </a:extLst>
          </p:cNvPr>
          <p:cNvSpPr>
            <a:spLocks noGrp="1"/>
          </p:cNvSpPr>
          <p:nvPr>
            <p:ph idx="1"/>
          </p:nvPr>
        </p:nvSpPr>
        <p:spPr>
          <a:xfrm>
            <a:off x="2589212" y="1590261"/>
            <a:ext cx="8915400" cy="4320961"/>
          </a:xfrm>
        </p:spPr>
        <p:txBody>
          <a:bodyPr>
            <a:normAutofit/>
          </a:bodyPr>
          <a:lstStyle/>
          <a:p>
            <a:pPr algn="just">
              <a:lnSpc>
                <a:spcPct val="150000"/>
              </a:lnSpc>
            </a:pPr>
            <a:r>
              <a:rPr lang="fr-FR" sz="2400" dirty="0"/>
              <a:t>C’est l’ensemble des outils, techniques et méthodes qui permettent au chef de projet et à son équipe de conduire, coordonner et harmoniser les diverses tâches exécutées dans le cadre du projet. </a:t>
            </a:r>
          </a:p>
        </p:txBody>
      </p:sp>
      <p:sp>
        <p:nvSpPr>
          <p:cNvPr id="4" name="Espace réservé du numéro de diapositive 3">
            <a:extLst>
              <a:ext uri="{FF2B5EF4-FFF2-40B4-BE49-F238E27FC236}">
                <a16:creationId xmlns:a16="http://schemas.microsoft.com/office/drawing/2014/main" id="{D1EC390D-116F-4A91-B74A-D6DC89465450}"/>
              </a:ext>
            </a:extLst>
          </p:cNvPr>
          <p:cNvSpPr>
            <a:spLocks noGrp="1"/>
          </p:cNvSpPr>
          <p:nvPr>
            <p:ph type="sldNum" sz="quarter" idx="12"/>
          </p:nvPr>
        </p:nvSpPr>
        <p:spPr/>
        <p:txBody>
          <a:bodyPr/>
          <a:lstStyle/>
          <a:p>
            <a:fld id="{D44185AD-E683-4AF8-AD1F-F4A49E15F629}" type="slidenum">
              <a:rPr lang="fr-FR" smtClean="0"/>
              <a:t>15</a:t>
            </a:fld>
            <a:endParaRPr lang="fr-FR"/>
          </a:p>
        </p:txBody>
      </p:sp>
    </p:spTree>
    <p:extLst>
      <p:ext uri="{BB962C8B-B14F-4D97-AF65-F5344CB8AC3E}">
        <p14:creationId xmlns:p14="http://schemas.microsoft.com/office/powerpoint/2010/main" val="811136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FE0335-0754-4CC9-BD6B-CEAC980E29D6}"/>
              </a:ext>
            </a:extLst>
          </p:cNvPr>
          <p:cNvSpPr>
            <a:spLocks noGrp="1"/>
          </p:cNvSpPr>
          <p:nvPr>
            <p:ph type="title"/>
          </p:nvPr>
        </p:nvSpPr>
        <p:spPr/>
        <p:txBody>
          <a:bodyPr/>
          <a:lstStyle/>
          <a:p>
            <a:r>
              <a:rPr lang="fr-FR" dirty="0"/>
              <a:t>Définition management de projet (2)</a:t>
            </a:r>
          </a:p>
        </p:txBody>
      </p:sp>
      <p:sp>
        <p:nvSpPr>
          <p:cNvPr id="3" name="Espace réservé du contenu 2">
            <a:extLst>
              <a:ext uri="{FF2B5EF4-FFF2-40B4-BE49-F238E27FC236}">
                <a16:creationId xmlns:a16="http://schemas.microsoft.com/office/drawing/2014/main" id="{6D323C68-8CFE-4F72-BE20-261214784FA7}"/>
              </a:ext>
            </a:extLst>
          </p:cNvPr>
          <p:cNvSpPr>
            <a:spLocks noGrp="1"/>
          </p:cNvSpPr>
          <p:nvPr>
            <p:ph idx="1"/>
          </p:nvPr>
        </p:nvSpPr>
        <p:spPr>
          <a:xfrm>
            <a:off x="2589212" y="1789043"/>
            <a:ext cx="8915400" cy="4122179"/>
          </a:xfrm>
        </p:spPr>
        <p:txBody>
          <a:bodyPr>
            <a:normAutofit/>
          </a:bodyPr>
          <a:lstStyle/>
          <a:p>
            <a:pPr algn="just">
              <a:lnSpc>
                <a:spcPct val="150000"/>
              </a:lnSpc>
            </a:pPr>
            <a:r>
              <a:rPr lang="fr-FR" sz="2400" dirty="0"/>
              <a:t>Il consiste à créer un environnement sain dans lequel l’objectif à atteindre pourra être rempli grâce à un contrôle permanent et à l’organisation d’une équipe de travail cohérente, en ayant 3 contraintes qualité/délai/coûts;</a:t>
            </a:r>
          </a:p>
        </p:txBody>
      </p:sp>
      <p:sp>
        <p:nvSpPr>
          <p:cNvPr id="4" name="Espace réservé du numéro de diapositive 3">
            <a:extLst>
              <a:ext uri="{FF2B5EF4-FFF2-40B4-BE49-F238E27FC236}">
                <a16:creationId xmlns:a16="http://schemas.microsoft.com/office/drawing/2014/main" id="{67582C9E-F7C2-4920-BEC1-D8451A3DC206}"/>
              </a:ext>
            </a:extLst>
          </p:cNvPr>
          <p:cNvSpPr>
            <a:spLocks noGrp="1"/>
          </p:cNvSpPr>
          <p:nvPr>
            <p:ph type="sldNum" sz="quarter" idx="12"/>
          </p:nvPr>
        </p:nvSpPr>
        <p:spPr/>
        <p:txBody>
          <a:bodyPr/>
          <a:lstStyle/>
          <a:p>
            <a:fld id="{D44185AD-E683-4AF8-AD1F-F4A49E15F629}" type="slidenum">
              <a:rPr lang="fr-FR" smtClean="0"/>
              <a:t>16</a:t>
            </a:fld>
            <a:endParaRPr lang="fr-FR"/>
          </a:p>
        </p:txBody>
      </p:sp>
    </p:spTree>
    <p:extLst>
      <p:ext uri="{BB962C8B-B14F-4D97-AF65-F5344CB8AC3E}">
        <p14:creationId xmlns:p14="http://schemas.microsoft.com/office/powerpoint/2010/main" val="3873590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613157-6F4F-40A1-AD91-F15BB846B57E}"/>
              </a:ext>
            </a:extLst>
          </p:cNvPr>
          <p:cNvSpPr>
            <a:spLocks noGrp="1"/>
          </p:cNvSpPr>
          <p:nvPr>
            <p:ph type="title"/>
          </p:nvPr>
        </p:nvSpPr>
        <p:spPr/>
        <p:txBody>
          <a:bodyPr/>
          <a:lstStyle/>
          <a:p>
            <a:r>
              <a:rPr lang="fr-FR" dirty="0"/>
              <a:t>Importance du management de projet</a:t>
            </a:r>
          </a:p>
        </p:txBody>
      </p:sp>
      <p:graphicFrame>
        <p:nvGraphicFramePr>
          <p:cNvPr id="5" name="Espace réservé du contenu 4">
            <a:extLst>
              <a:ext uri="{FF2B5EF4-FFF2-40B4-BE49-F238E27FC236}">
                <a16:creationId xmlns:a16="http://schemas.microsoft.com/office/drawing/2014/main" id="{DBC7B7FB-878E-4A86-A4E1-CFD121C8028A}"/>
              </a:ext>
            </a:extLst>
          </p:cNvPr>
          <p:cNvGraphicFramePr>
            <a:graphicFrameLocks noGrp="1"/>
          </p:cNvGraphicFramePr>
          <p:nvPr>
            <p:ph idx="1"/>
            <p:extLst>
              <p:ext uri="{D42A27DB-BD31-4B8C-83A1-F6EECF244321}">
                <p14:modId xmlns:p14="http://schemas.microsoft.com/office/powerpoint/2010/main" val="1519776509"/>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a:extLst>
              <a:ext uri="{FF2B5EF4-FFF2-40B4-BE49-F238E27FC236}">
                <a16:creationId xmlns:a16="http://schemas.microsoft.com/office/drawing/2014/main" id="{4E2B07C3-700D-426A-8241-50BD7053B016}"/>
              </a:ext>
            </a:extLst>
          </p:cNvPr>
          <p:cNvSpPr>
            <a:spLocks noGrp="1"/>
          </p:cNvSpPr>
          <p:nvPr>
            <p:ph type="sldNum" sz="quarter" idx="12"/>
          </p:nvPr>
        </p:nvSpPr>
        <p:spPr/>
        <p:txBody>
          <a:bodyPr/>
          <a:lstStyle/>
          <a:p>
            <a:fld id="{D44185AD-E683-4AF8-AD1F-F4A49E15F629}" type="slidenum">
              <a:rPr lang="fr-FR" smtClean="0"/>
              <a:t>17</a:t>
            </a:fld>
            <a:endParaRPr lang="fr-FR"/>
          </a:p>
        </p:txBody>
      </p:sp>
    </p:spTree>
    <p:extLst>
      <p:ext uri="{BB962C8B-B14F-4D97-AF65-F5344CB8AC3E}">
        <p14:creationId xmlns:p14="http://schemas.microsoft.com/office/powerpoint/2010/main" val="3700675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6B8DE66-A11B-4CC3-B69F-C3A15C8B21EE}"/>
              </a:ext>
            </a:extLst>
          </p:cNvPr>
          <p:cNvSpPr>
            <a:spLocks noGrp="1"/>
          </p:cNvSpPr>
          <p:nvPr>
            <p:ph idx="1"/>
          </p:nvPr>
        </p:nvSpPr>
        <p:spPr>
          <a:xfrm>
            <a:off x="8196641" y="787783"/>
            <a:ext cx="3690559" cy="5202200"/>
          </a:xfrm>
        </p:spPr>
        <p:txBody>
          <a:bodyPr>
            <a:normAutofit/>
          </a:bodyPr>
          <a:lstStyle/>
          <a:p>
            <a:pPr marL="0" indent="0" algn="just">
              <a:lnSpc>
                <a:spcPct val="150000"/>
              </a:lnSpc>
              <a:buNone/>
            </a:pPr>
            <a:r>
              <a:rPr lang="fr-FR" b="1" dirty="0"/>
              <a:t>Paradoxe entre connaissance client et capacité d’action : </a:t>
            </a:r>
            <a:r>
              <a:rPr lang="fr-FR" dirty="0"/>
              <a:t>en début de projet, l’équipe projet dispose d’une capacité d’action importante, mais de peu de connaissances. Ensuite, la connaissance augmente et la capacité d’action diminue. </a:t>
            </a:r>
          </a:p>
        </p:txBody>
      </p:sp>
      <p:sp>
        <p:nvSpPr>
          <p:cNvPr id="4" name="Espace réservé du numéro de diapositive 3">
            <a:extLst>
              <a:ext uri="{FF2B5EF4-FFF2-40B4-BE49-F238E27FC236}">
                <a16:creationId xmlns:a16="http://schemas.microsoft.com/office/drawing/2014/main" id="{7BEF5B64-FFCC-4AE2-963D-FC332B1D9736}"/>
              </a:ext>
            </a:extLst>
          </p:cNvPr>
          <p:cNvSpPr>
            <a:spLocks noGrp="1"/>
          </p:cNvSpPr>
          <p:nvPr>
            <p:ph type="sldNum" sz="quarter" idx="12"/>
          </p:nvPr>
        </p:nvSpPr>
        <p:spPr/>
        <p:txBody>
          <a:bodyPr/>
          <a:lstStyle/>
          <a:p>
            <a:fld id="{D44185AD-E683-4AF8-AD1F-F4A49E15F629}" type="slidenum">
              <a:rPr lang="fr-FR" smtClean="0"/>
              <a:t>18</a:t>
            </a:fld>
            <a:endParaRPr lang="fr-FR"/>
          </a:p>
        </p:txBody>
      </p:sp>
      <p:pic>
        <p:nvPicPr>
          <p:cNvPr id="6" name="Image 5">
            <a:extLst>
              <a:ext uri="{FF2B5EF4-FFF2-40B4-BE49-F238E27FC236}">
                <a16:creationId xmlns:a16="http://schemas.microsoft.com/office/drawing/2014/main" id="{744F942F-B3DD-4335-ADC8-88D8AF646ACD}"/>
              </a:ext>
            </a:extLst>
          </p:cNvPr>
          <p:cNvPicPr>
            <a:picLocks noChangeAspect="1"/>
          </p:cNvPicPr>
          <p:nvPr/>
        </p:nvPicPr>
        <p:blipFill>
          <a:blip r:embed="rId2"/>
          <a:stretch>
            <a:fillRect/>
          </a:stretch>
        </p:blipFill>
        <p:spPr>
          <a:xfrm>
            <a:off x="1411142" y="490330"/>
            <a:ext cx="6685936" cy="5656448"/>
          </a:xfrm>
          <a:prstGeom prst="rect">
            <a:avLst/>
          </a:prstGeom>
        </p:spPr>
      </p:pic>
      <p:sp>
        <p:nvSpPr>
          <p:cNvPr id="7" name="ZoneTexte 6">
            <a:extLst>
              <a:ext uri="{FF2B5EF4-FFF2-40B4-BE49-F238E27FC236}">
                <a16:creationId xmlns:a16="http://schemas.microsoft.com/office/drawing/2014/main" id="{90C46667-9AFE-4010-8519-6C86C414DC4F}"/>
              </a:ext>
            </a:extLst>
          </p:cNvPr>
          <p:cNvSpPr txBox="1"/>
          <p:nvPr/>
        </p:nvSpPr>
        <p:spPr>
          <a:xfrm>
            <a:off x="1656522" y="6241774"/>
            <a:ext cx="8150087" cy="307777"/>
          </a:xfrm>
          <a:prstGeom prst="rect">
            <a:avLst/>
          </a:prstGeom>
          <a:noFill/>
        </p:spPr>
        <p:txBody>
          <a:bodyPr wrap="square" rtlCol="0">
            <a:spAutoFit/>
          </a:bodyPr>
          <a:lstStyle/>
          <a:p>
            <a:r>
              <a:rPr lang="fr-FR" sz="1400"/>
              <a:t>Illustration et légende par Rémi Bachelet, Les fondamentaux de la gestion de projet (2014</a:t>
            </a:r>
            <a:endParaRPr lang="fr-FR" sz="1400" dirty="0"/>
          </a:p>
        </p:txBody>
      </p:sp>
    </p:spTree>
    <p:extLst>
      <p:ext uri="{BB962C8B-B14F-4D97-AF65-F5344CB8AC3E}">
        <p14:creationId xmlns:p14="http://schemas.microsoft.com/office/powerpoint/2010/main" val="3336876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8A71DD-8385-4CB9-B7C1-E14A5C6F226C}"/>
              </a:ext>
            </a:extLst>
          </p:cNvPr>
          <p:cNvSpPr>
            <a:spLocks noGrp="1"/>
          </p:cNvSpPr>
          <p:nvPr>
            <p:ph type="title"/>
          </p:nvPr>
        </p:nvSpPr>
        <p:spPr>
          <a:xfrm>
            <a:off x="1709531" y="624110"/>
            <a:ext cx="9795082" cy="1280890"/>
          </a:xfrm>
        </p:spPr>
        <p:txBody>
          <a:bodyPr>
            <a:normAutofit/>
          </a:bodyPr>
          <a:lstStyle/>
          <a:p>
            <a:r>
              <a:rPr lang="fr-FR" sz="3200" dirty="0"/>
              <a:t>Différence entre gestion de projet et management de projet</a:t>
            </a:r>
          </a:p>
        </p:txBody>
      </p:sp>
      <p:graphicFrame>
        <p:nvGraphicFramePr>
          <p:cNvPr id="5" name="Tableau 5">
            <a:extLst>
              <a:ext uri="{FF2B5EF4-FFF2-40B4-BE49-F238E27FC236}">
                <a16:creationId xmlns:a16="http://schemas.microsoft.com/office/drawing/2014/main" id="{577421FA-44CF-43A1-84C9-AD2E7676187D}"/>
              </a:ext>
            </a:extLst>
          </p:cNvPr>
          <p:cNvGraphicFramePr>
            <a:graphicFrameLocks noGrp="1"/>
          </p:cNvGraphicFramePr>
          <p:nvPr>
            <p:ph idx="1"/>
            <p:extLst>
              <p:ext uri="{D42A27DB-BD31-4B8C-83A1-F6EECF244321}">
                <p14:modId xmlns:p14="http://schemas.microsoft.com/office/powerpoint/2010/main" val="2967798483"/>
              </p:ext>
            </p:extLst>
          </p:nvPr>
        </p:nvGraphicFramePr>
        <p:xfrm>
          <a:off x="2589213" y="2133600"/>
          <a:ext cx="8915400" cy="2819401"/>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1350087387"/>
                    </a:ext>
                  </a:extLst>
                </a:gridCol>
                <a:gridCol w="4457700">
                  <a:extLst>
                    <a:ext uri="{9D8B030D-6E8A-4147-A177-3AD203B41FA5}">
                      <a16:colId xmlns:a16="http://schemas.microsoft.com/office/drawing/2014/main" val="324683841"/>
                    </a:ext>
                  </a:extLst>
                </a:gridCol>
              </a:tblGrid>
              <a:tr h="786350">
                <a:tc>
                  <a:txBody>
                    <a:bodyPr/>
                    <a:lstStyle/>
                    <a:p>
                      <a:r>
                        <a:rPr lang="fr-FR" sz="2200" dirty="0"/>
                        <a:t>Gestion de projet</a:t>
                      </a:r>
                    </a:p>
                  </a:txBody>
                  <a:tcPr/>
                </a:tc>
                <a:tc>
                  <a:txBody>
                    <a:bodyPr/>
                    <a:lstStyle/>
                    <a:p>
                      <a:r>
                        <a:rPr lang="fr-FR" sz="2200" dirty="0"/>
                        <a:t>Management de projet </a:t>
                      </a:r>
                    </a:p>
                  </a:txBody>
                  <a:tcPr/>
                </a:tc>
                <a:extLst>
                  <a:ext uri="{0D108BD9-81ED-4DB2-BD59-A6C34878D82A}">
                    <a16:rowId xmlns:a16="http://schemas.microsoft.com/office/drawing/2014/main" val="1064650758"/>
                  </a:ext>
                </a:extLst>
              </a:tr>
              <a:tr h="2033051">
                <a:tc>
                  <a:txBody>
                    <a:bodyPr/>
                    <a:lstStyle/>
                    <a:p>
                      <a:r>
                        <a:rPr lang="fr-FR" sz="2200" dirty="0"/>
                        <a:t>les méthodes et les outils permettant d’atteindre l’objectif fixé</a:t>
                      </a:r>
                    </a:p>
                  </a:txBody>
                  <a:tcPr/>
                </a:tc>
                <a:tc>
                  <a:txBody>
                    <a:bodyPr/>
                    <a:lstStyle/>
                    <a:p>
                      <a:r>
                        <a:rPr lang="fr-FR" sz="2200" dirty="0"/>
                        <a:t>inclut de surcroît une dimension humaine et relationnelle.</a:t>
                      </a:r>
                    </a:p>
                  </a:txBody>
                  <a:tcPr/>
                </a:tc>
                <a:extLst>
                  <a:ext uri="{0D108BD9-81ED-4DB2-BD59-A6C34878D82A}">
                    <a16:rowId xmlns:a16="http://schemas.microsoft.com/office/drawing/2014/main" val="2753111083"/>
                  </a:ext>
                </a:extLst>
              </a:tr>
            </a:tbl>
          </a:graphicData>
        </a:graphic>
      </p:graphicFrame>
      <p:sp>
        <p:nvSpPr>
          <p:cNvPr id="4" name="Espace réservé du numéro de diapositive 3">
            <a:extLst>
              <a:ext uri="{FF2B5EF4-FFF2-40B4-BE49-F238E27FC236}">
                <a16:creationId xmlns:a16="http://schemas.microsoft.com/office/drawing/2014/main" id="{3667E28F-B024-44D5-92A6-289DE44D6738}"/>
              </a:ext>
            </a:extLst>
          </p:cNvPr>
          <p:cNvSpPr>
            <a:spLocks noGrp="1"/>
          </p:cNvSpPr>
          <p:nvPr>
            <p:ph type="sldNum" sz="quarter" idx="12"/>
          </p:nvPr>
        </p:nvSpPr>
        <p:spPr/>
        <p:txBody>
          <a:bodyPr/>
          <a:lstStyle/>
          <a:p>
            <a:fld id="{D44185AD-E683-4AF8-AD1F-F4A49E15F629}" type="slidenum">
              <a:rPr lang="fr-FR" smtClean="0"/>
              <a:t>19</a:t>
            </a:fld>
            <a:endParaRPr lang="fr-FR"/>
          </a:p>
        </p:txBody>
      </p:sp>
    </p:spTree>
    <p:extLst>
      <p:ext uri="{BB962C8B-B14F-4D97-AF65-F5344CB8AC3E}">
        <p14:creationId xmlns:p14="http://schemas.microsoft.com/office/powerpoint/2010/main" val="583803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ET tailles de projet</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478523247"/>
              </p:ext>
            </p:extLst>
          </p:nvPr>
        </p:nvGraphicFramePr>
        <p:xfrm>
          <a:off x="2589212" y="1751527"/>
          <a:ext cx="8915400" cy="4533363"/>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910431">
                <a:tc>
                  <a:txBody>
                    <a:bodyPr/>
                    <a:lstStyle/>
                    <a:p>
                      <a:pPr algn="ctr"/>
                      <a:r>
                        <a:rPr lang="fr-FR" sz="2400" dirty="0"/>
                        <a:t>Projet</a:t>
                      </a:r>
                      <a:r>
                        <a:rPr lang="fr-FR" sz="2400" baseline="0" dirty="0"/>
                        <a:t> d’envergure</a:t>
                      </a:r>
                      <a:endParaRPr lang="fr-FR" sz="2400" dirty="0"/>
                    </a:p>
                  </a:txBody>
                  <a:tcPr/>
                </a:tc>
                <a:tc>
                  <a:txBody>
                    <a:bodyPr/>
                    <a:lstStyle/>
                    <a:p>
                      <a:pPr algn="ctr"/>
                      <a:r>
                        <a:rPr lang="fr-FR" sz="2400" dirty="0"/>
                        <a:t>Projet modeste</a:t>
                      </a:r>
                    </a:p>
                  </a:txBody>
                  <a:tcPr/>
                </a:tc>
                <a:extLst>
                  <a:ext uri="{0D108BD9-81ED-4DB2-BD59-A6C34878D82A}">
                    <a16:rowId xmlns:a16="http://schemas.microsoft.com/office/drawing/2014/main" val="10000"/>
                  </a:ext>
                </a:extLst>
              </a:tr>
              <a:tr h="3622932">
                <a:tc>
                  <a:txBody>
                    <a:bodyPr/>
                    <a:lstStyle/>
                    <a:p>
                      <a:r>
                        <a:rPr lang="fr-FR" dirty="0"/>
                        <a:t>installer un métro, ce qui peut coûter 1 milliard d’euros et demander 10 ou 15 ans de travaux</a:t>
                      </a:r>
                    </a:p>
                  </a:txBody>
                  <a:tcPr/>
                </a:tc>
                <a:tc>
                  <a:txBody>
                    <a:bodyPr/>
                    <a:lstStyle/>
                    <a:p>
                      <a:r>
                        <a:rPr lang="fr-FR" dirty="0"/>
                        <a:t>Préparer un rapport sur le chiffre d’affaires mensuel, ce qui peut vous prendre une journée</a:t>
                      </a:r>
                    </a:p>
                  </a:txBody>
                  <a:tcPr/>
                </a:tc>
                <a:extLst>
                  <a:ext uri="{0D108BD9-81ED-4DB2-BD59-A6C34878D82A}">
                    <a16:rowId xmlns:a16="http://schemas.microsoft.com/office/drawing/2014/main" val="10001"/>
                  </a:ext>
                </a:extLst>
              </a:tr>
            </a:tbl>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20</a:t>
            </a:fld>
            <a:endParaRPr lang="fr-FR"/>
          </a:p>
        </p:txBody>
      </p:sp>
      <p:pic>
        <p:nvPicPr>
          <p:cNvPr id="6" name="Image 5"/>
          <p:cNvPicPr>
            <a:picLocks noChangeAspect="1"/>
          </p:cNvPicPr>
          <p:nvPr/>
        </p:nvPicPr>
        <p:blipFill>
          <a:blip r:embed="rId2"/>
          <a:stretch>
            <a:fillRect/>
          </a:stretch>
        </p:blipFill>
        <p:spPr>
          <a:xfrm>
            <a:off x="2687391" y="3812146"/>
            <a:ext cx="4198514" cy="2361664"/>
          </a:xfrm>
          <a:prstGeom prst="rect">
            <a:avLst/>
          </a:prstGeom>
        </p:spPr>
      </p:pic>
      <p:pic>
        <p:nvPicPr>
          <p:cNvPr id="7" name="Image 6"/>
          <p:cNvPicPr>
            <a:picLocks noChangeAspect="1"/>
          </p:cNvPicPr>
          <p:nvPr/>
        </p:nvPicPr>
        <p:blipFill>
          <a:blip r:embed="rId3"/>
          <a:stretch>
            <a:fillRect/>
          </a:stretch>
        </p:blipFill>
        <p:spPr>
          <a:xfrm>
            <a:off x="7237457" y="3812146"/>
            <a:ext cx="4070194" cy="2361664"/>
          </a:xfrm>
          <a:prstGeom prst="rect">
            <a:avLst/>
          </a:prstGeom>
        </p:spPr>
      </p:pic>
    </p:spTree>
    <p:extLst>
      <p:ext uri="{BB962C8B-B14F-4D97-AF65-F5344CB8AC3E}">
        <p14:creationId xmlns:p14="http://schemas.microsoft.com/office/powerpoint/2010/main" val="1385115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extLst>
              <p:ext uri="{D42A27DB-BD31-4B8C-83A1-F6EECF244321}">
                <p14:modId xmlns:p14="http://schemas.microsoft.com/office/powerpoint/2010/main" val="2690923546"/>
              </p:ext>
            </p:extLst>
          </p:nvPr>
        </p:nvGraphicFramePr>
        <p:xfrm>
          <a:off x="2589213" y="787782"/>
          <a:ext cx="8915400" cy="4878922"/>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851442">
                <a:tc>
                  <a:txBody>
                    <a:bodyPr/>
                    <a:lstStyle/>
                    <a:p>
                      <a:pPr algn="ctr"/>
                      <a:r>
                        <a:rPr lang="fr-FR" sz="2800" dirty="0"/>
                        <a:t>Contrat officiel</a:t>
                      </a:r>
                    </a:p>
                  </a:txBody>
                  <a:tcPr/>
                </a:tc>
                <a:tc>
                  <a:txBody>
                    <a:bodyPr/>
                    <a:lstStyle/>
                    <a:p>
                      <a:pPr algn="ctr"/>
                      <a:r>
                        <a:rPr lang="fr-FR" sz="2800" dirty="0"/>
                        <a:t>Entente officieuse</a:t>
                      </a:r>
                    </a:p>
                  </a:txBody>
                  <a:tcPr/>
                </a:tc>
                <a:extLst>
                  <a:ext uri="{0D108BD9-81ED-4DB2-BD59-A6C34878D82A}">
                    <a16:rowId xmlns:a16="http://schemas.microsoft.com/office/drawing/2014/main" val="10000"/>
                  </a:ext>
                </a:extLst>
              </a:tr>
              <a:tr h="4027480">
                <a:tc>
                  <a:txBody>
                    <a:bodyPr/>
                    <a:lstStyle/>
                    <a:p>
                      <a:r>
                        <a:rPr lang="fr-FR" sz="2400" dirty="0"/>
                        <a:t>•Un contrat que vous passez avec un client pour la construction d’une maison est un projet.</a:t>
                      </a:r>
                    </a:p>
                  </a:txBody>
                  <a:tcPr/>
                </a:tc>
                <a:tc>
                  <a:txBody>
                    <a:bodyPr/>
                    <a:lstStyle/>
                    <a:p>
                      <a:r>
                        <a:rPr lang="fr-FR" sz="2400" dirty="0"/>
                        <a:t>•</a:t>
                      </a:r>
                      <a:r>
                        <a:rPr lang="fr-FR" sz="2400" baseline="0" dirty="0"/>
                        <a:t> </a:t>
                      </a:r>
                      <a:r>
                        <a:rPr lang="fr-FR" sz="2400" dirty="0"/>
                        <a:t>La promesse que vous faites à votre collègue de lui installer un nouveau logiciel est également un projet.</a:t>
                      </a:r>
                    </a:p>
                    <a:p>
                      <a:endParaRPr lang="fr-FR" sz="2400" dirty="0"/>
                    </a:p>
                  </a:txBody>
                  <a:tcPr/>
                </a:tc>
                <a:extLst>
                  <a:ext uri="{0D108BD9-81ED-4DB2-BD59-A6C34878D82A}">
                    <a16:rowId xmlns:a16="http://schemas.microsoft.com/office/drawing/2014/main" val="10001"/>
                  </a:ext>
                </a:extLst>
              </a:tr>
            </a:tbl>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21</a:t>
            </a:fld>
            <a:endParaRPr lang="fr-FR"/>
          </a:p>
        </p:txBody>
      </p:sp>
    </p:spTree>
    <p:extLst>
      <p:ext uri="{BB962C8B-B14F-4D97-AF65-F5344CB8AC3E}">
        <p14:creationId xmlns:p14="http://schemas.microsoft.com/office/powerpoint/2010/main" val="1874900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extLst>
              <p:ext uri="{D42A27DB-BD31-4B8C-83A1-F6EECF244321}">
                <p14:modId xmlns:p14="http://schemas.microsoft.com/office/powerpoint/2010/main" val="1829033472"/>
              </p:ext>
            </p:extLst>
          </p:nvPr>
        </p:nvGraphicFramePr>
        <p:xfrm>
          <a:off x="2589213" y="1152905"/>
          <a:ext cx="8915400" cy="4591071"/>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1071114">
                <a:tc>
                  <a:txBody>
                    <a:bodyPr/>
                    <a:lstStyle/>
                    <a:p>
                      <a:pPr algn="ctr"/>
                      <a:r>
                        <a:rPr lang="fr-FR" sz="2800" dirty="0"/>
                        <a:t>Projet personnel</a:t>
                      </a:r>
                    </a:p>
                  </a:txBody>
                  <a:tcPr/>
                </a:tc>
                <a:tc>
                  <a:txBody>
                    <a:bodyPr/>
                    <a:lstStyle/>
                    <a:p>
                      <a:pPr algn="ctr"/>
                      <a:r>
                        <a:rPr lang="fr-FR" sz="2800" dirty="0"/>
                        <a:t>Projet professionnel</a:t>
                      </a:r>
                    </a:p>
                  </a:txBody>
                  <a:tcPr/>
                </a:tc>
                <a:extLst>
                  <a:ext uri="{0D108BD9-81ED-4DB2-BD59-A6C34878D82A}">
                    <a16:rowId xmlns:a16="http://schemas.microsoft.com/office/drawing/2014/main" val="10000"/>
                  </a:ext>
                </a:extLst>
              </a:tr>
              <a:tr h="3519957">
                <a:tc>
                  <a:txBody>
                    <a:bodyPr/>
                    <a:lstStyle/>
                    <a:p>
                      <a:r>
                        <a:rPr lang="fr-FR" sz="2400" dirty="0"/>
                        <a:t>- L’organisation chez vous d’un dîner pour 15 personnes</a:t>
                      </a:r>
                    </a:p>
                    <a:p>
                      <a:r>
                        <a:rPr lang="fr-FR" sz="2400" dirty="0"/>
                        <a:t>- la rénovation de votre maison, </a:t>
                      </a:r>
                    </a:p>
                    <a:p>
                      <a:r>
                        <a:rPr lang="fr-FR" sz="2400" dirty="0"/>
                        <a:t>- l’organisation d’un événement personnel</a:t>
                      </a:r>
                    </a:p>
                  </a:txBody>
                  <a:tcPr/>
                </a:tc>
                <a:tc>
                  <a:txBody>
                    <a:bodyPr/>
                    <a:lstStyle/>
                    <a:p>
                      <a:pPr marL="285750" indent="-285750">
                        <a:buFontTx/>
                        <a:buChar char="-"/>
                      </a:pPr>
                      <a:r>
                        <a:rPr lang="fr-FR" sz="2400" dirty="0"/>
                        <a:t>Campagne de sensibilisation</a:t>
                      </a:r>
                    </a:p>
                    <a:p>
                      <a:pPr marL="285750" indent="-285750">
                        <a:buFontTx/>
                        <a:buChar char="-"/>
                      </a:pPr>
                      <a:r>
                        <a:rPr lang="fr-FR" sz="2400" dirty="0"/>
                        <a:t>Lancement</a:t>
                      </a:r>
                      <a:r>
                        <a:rPr lang="fr-FR" sz="2400" baseline="0" dirty="0"/>
                        <a:t> d’un nouveau produit</a:t>
                      </a:r>
                    </a:p>
                    <a:p>
                      <a:pPr marL="285750" indent="-285750">
                        <a:buFontTx/>
                        <a:buChar char="-"/>
                      </a:pPr>
                      <a:r>
                        <a:rPr lang="fr-FR" sz="2400" baseline="0" dirty="0"/>
                        <a:t>Évolution de carrière</a:t>
                      </a:r>
                    </a:p>
                    <a:p>
                      <a:pPr marL="285750" indent="-285750">
                        <a:buFontTx/>
                        <a:buChar char="-"/>
                      </a:pPr>
                      <a:endParaRPr lang="fr-FR" sz="2400" dirty="0"/>
                    </a:p>
                  </a:txBody>
                  <a:tcPr/>
                </a:tc>
                <a:extLst>
                  <a:ext uri="{0D108BD9-81ED-4DB2-BD59-A6C34878D82A}">
                    <a16:rowId xmlns:a16="http://schemas.microsoft.com/office/drawing/2014/main" val="10001"/>
                  </a:ext>
                </a:extLst>
              </a:tr>
            </a:tbl>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22</a:t>
            </a:fld>
            <a:endParaRPr lang="fr-FR"/>
          </a:p>
        </p:txBody>
      </p:sp>
    </p:spTree>
    <p:extLst>
      <p:ext uri="{BB962C8B-B14F-4D97-AF65-F5344CB8AC3E}">
        <p14:creationId xmlns:p14="http://schemas.microsoft.com/office/powerpoint/2010/main" val="1926437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extLst>
              <p:ext uri="{D42A27DB-BD31-4B8C-83A1-F6EECF244321}">
                <p14:modId xmlns:p14="http://schemas.microsoft.com/office/powerpoint/2010/main" val="607555561"/>
              </p:ext>
            </p:extLst>
          </p:nvPr>
        </p:nvGraphicFramePr>
        <p:xfrm>
          <a:off x="2589213" y="1152905"/>
          <a:ext cx="8915400" cy="3316063"/>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1326284">
                <a:tc>
                  <a:txBody>
                    <a:bodyPr/>
                    <a:lstStyle/>
                    <a:p>
                      <a:pPr algn="ctr"/>
                      <a:r>
                        <a:rPr lang="fr-FR" sz="2400" dirty="0"/>
                        <a:t>Impliquer un grand nombre de personnes</a:t>
                      </a:r>
                    </a:p>
                  </a:txBody>
                  <a:tcPr/>
                </a:tc>
                <a:tc>
                  <a:txBody>
                    <a:bodyPr/>
                    <a:lstStyle/>
                    <a:p>
                      <a:pPr algn="ctr"/>
                      <a:r>
                        <a:rPr lang="fr-FR" sz="2400" dirty="0"/>
                        <a:t>Vous impliquer</a:t>
                      </a:r>
                      <a:r>
                        <a:rPr lang="fr-FR" sz="2400" baseline="0" dirty="0"/>
                        <a:t> seulement vous</a:t>
                      </a:r>
                      <a:endParaRPr lang="fr-FR" sz="2400" dirty="0"/>
                    </a:p>
                  </a:txBody>
                  <a:tcPr/>
                </a:tc>
                <a:extLst>
                  <a:ext uri="{0D108BD9-81ED-4DB2-BD59-A6C34878D82A}">
                    <a16:rowId xmlns:a16="http://schemas.microsoft.com/office/drawing/2014/main" val="10000"/>
                  </a:ext>
                </a:extLst>
              </a:tr>
              <a:tr h="1989779">
                <a:tc>
                  <a:txBody>
                    <a:bodyPr/>
                    <a:lstStyle/>
                    <a:p>
                      <a:pPr algn="ctr"/>
                      <a:r>
                        <a:rPr lang="fr-FR" sz="2400" dirty="0"/>
                        <a:t>Former les 400 employés de l’entreprise à la nouvelle stratégie</a:t>
                      </a:r>
                    </a:p>
                  </a:txBody>
                  <a:tcPr/>
                </a:tc>
                <a:tc>
                  <a:txBody>
                    <a:bodyPr/>
                    <a:lstStyle/>
                    <a:p>
                      <a:pPr algn="ctr"/>
                      <a:r>
                        <a:rPr lang="fr-FR" sz="2400" dirty="0"/>
                        <a:t>Changer l’aménagement du bureau</a:t>
                      </a:r>
                    </a:p>
                    <a:p>
                      <a:pPr algn="ctr"/>
                      <a:endParaRPr lang="fr-FR" sz="2400" dirty="0"/>
                    </a:p>
                  </a:txBody>
                  <a:tcPr/>
                </a:tc>
                <a:extLst>
                  <a:ext uri="{0D108BD9-81ED-4DB2-BD59-A6C34878D82A}">
                    <a16:rowId xmlns:a16="http://schemas.microsoft.com/office/drawing/2014/main" val="10001"/>
                  </a:ext>
                </a:extLst>
              </a:tr>
            </a:tbl>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23</a:t>
            </a:fld>
            <a:endParaRPr lang="fr-FR"/>
          </a:p>
        </p:txBody>
      </p:sp>
    </p:spTree>
    <p:extLst>
      <p:ext uri="{BB962C8B-B14F-4D97-AF65-F5344CB8AC3E}">
        <p14:creationId xmlns:p14="http://schemas.microsoft.com/office/powerpoint/2010/main" val="595978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extLst>
              <p:ext uri="{D42A27DB-BD31-4B8C-83A1-F6EECF244321}">
                <p14:modId xmlns:p14="http://schemas.microsoft.com/office/powerpoint/2010/main" val="3893850865"/>
              </p:ext>
            </p:extLst>
          </p:nvPr>
        </p:nvGraphicFramePr>
        <p:xfrm>
          <a:off x="2305877" y="1545465"/>
          <a:ext cx="8915400" cy="4134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24</a:t>
            </a:fld>
            <a:endParaRPr lang="fr-FR"/>
          </a:p>
        </p:txBody>
      </p:sp>
    </p:spTree>
    <p:extLst>
      <p:ext uri="{BB962C8B-B14F-4D97-AF65-F5344CB8AC3E}">
        <p14:creationId xmlns:p14="http://schemas.microsoft.com/office/powerpoint/2010/main" val="3056481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extLst>
              <p:ext uri="{D42A27DB-BD31-4B8C-83A1-F6EECF244321}">
                <p14:modId xmlns:p14="http://schemas.microsoft.com/office/powerpoint/2010/main" val="4036450292"/>
              </p:ext>
            </p:extLst>
          </p:nvPr>
        </p:nvGraphicFramePr>
        <p:xfrm>
          <a:off x="1311579" y="399245"/>
          <a:ext cx="10193034" cy="5512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25</a:t>
            </a:fld>
            <a:endParaRPr lang="fr-FR"/>
          </a:p>
        </p:txBody>
      </p:sp>
    </p:spTree>
    <p:extLst>
      <p:ext uri="{BB962C8B-B14F-4D97-AF65-F5344CB8AC3E}">
        <p14:creationId xmlns:p14="http://schemas.microsoft.com/office/powerpoint/2010/main" val="9219906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BA18E6-6E9E-4781-93D0-F43BCA48AE61}"/>
              </a:ext>
            </a:extLst>
          </p:cNvPr>
          <p:cNvSpPr>
            <a:spLocks noGrp="1"/>
          </p:cNvSpPr>
          <p:nvPr>
            <p:ph type="title"/>
          </p:nvPr>
        </p:nvSpPr>
        <p:spPr/>
        <p:txBody>
          <a:bodyPr/>
          <a:lstStyle/>
          <a:p>
            <a:r>
              <a:rPr lang="fr-FR" dirty="0"/>
              <a:t>Exercice</a:t>
            </a:r>
          </a:p>
        </p:txBody>
      </p:sp>
      <p:sp>
        <p:nvSpPr>
          <p:cNvPr id="3" name="Espace réservé du contenu 2">
            <a:extLst>
              <a:ext uri="{FF2B5EF4-FFF2-40B4-BE49-F238E27FC236}">
                <a16:creationId xmlns:a16="http://schemas.microsoft.com/office/drawing/2014/main" id="{3AFD2360-1720-4D31-BFC2-DCD49460C1F9}"/>
              </a:ext>
            </a:extLst>
          </p:cNvPr>
          <p:cNvSpPr>
            <a:spLocks noGrp="1"/>
          </p:cNvSpPr>
          <p:nvPr>
            <p:ph idx="1"/>
          </p:nvPr>
        </p:nvSpPr>
        <p:spPr>
          <a:xfrm>
            <a:off x="2589212" y="1537252"/>
            <a:ext cx="8915400" cy="4373970"/>
          </a:xfrm>
        </p:spPr>
        <p:txBody>
          <a:bodyPr>
            <a:normAutofit/>
          </a:bodyPr>
          <a:lstStyle/>
          <a:p>
            <a:r>
              <a:rPr lang="fr-FR" sz="2400" dirty="0"/>
              <a:t>Choisissez 1 projet personnel à réaliser durant ce semestre</a:t>
            </a:r>
          </a:p>
        </p:txBody>
      </p:sp>
      <p:sp>
        <p:nvSpPr>
          <p:cNvPr id="4" name="Espace réservé du numéro de diapositive 3">
            <a:extLst>
              <a:ext uri="{FF2B5EF4-FFF2-40B4-BE49-F238E27FC236}">
                <a16:creationId xmlns:a16="http://schemas.microsoft.com/office/drawing/2014/main" id="{A8B7693F-4006-4CCD-864F-2CA5F1524B13}"/>
              </a:ext>
            </a:extLst>
          </p:cNvPr>
          <p:cNvSpPr>
            <a:spLocks noGrp="1"/>
          </p:cNvSpPr>
          <p:nvPr>
            <p:ph type="sldNum" sz="quarter" idx="12"/>
          </p:nvPr>
        </p:nvSpPr>
        <p:spPr/>
        <p:txBody>
          <a:bodyPr/>
          <a:lstStyle/>
          <a:p>
            <a:fld id="{D44185AD-E683-4AF8-AD1F-F4A49E15F629}" type="slidenum">
              <a:rPr lang="fr-FR" smtClean="0"/>
              <a:t>26</a:t>
            </a:fld>
            <a:endParaRPr lang="fr-FR"/>
          </a:p>
        </p:txBody>
      </p:sp>
    </p:spTree>
    <p:extLst>
      <p:ext uri="{BB962C8B-B14F-4D97-AF65-F5344CB8AC3E}">
        <p14:creationId xmlns:p14="http://schemas.microsoft.com/office/powerpoint/2010/main" val="2444692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a:t>
            </a:r>
          </a:p>
        </p:txBody>
      </p:sp>
      <p:sp>
        <p:nvSpPr>
          <p:cNvPr id="3" name="Espace réservé du contenu 2"/>
          <p:cNvSpPr>
            <a:spLocks noGrp="1"/>
          </p:cNvSpPr>
          <p:nvPr>
            <p:ph idx="1"/>
          </p:nvPr>
        </p:nvSpPr>
        <p:spPr>
          <a:xfrm>
            <a:off x="2589212" y="1738648"/>
            <a:ext cx="8915400" cy="4172574"/>
          </a:xfrm>
        </p:spPr>
        <p:txBody>
          <a:bodyPr>
            <a:normAutofit/>
          </a:bodyPr>
          <a:lstStyle/>
          <a:p>
            <a:r>
              <a:rPr lang="fr-FR" sz="2400" dirty="0"/>
              <a:t>Réfléchissez à 3 projets pouvant être conduits au sein de l’école ET estimez le délai de réalisation de ces projets.</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27</a:t>
            </a:fld>
            <a:endParaRPr lang="fr-FR"/>
          </a:p>
        </p:txBody>
      </p:sp>
    </p:spTree>
    <p:extLst>
      <p:ext uri="{BB962C8B-B14F-4D97-AF65-F5344CB8AC3E}">
        <p14:creationId xmlns:p14="http://schemas.microsoft.com/office/powerpoint/2010/main" val="3031315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types de ressources</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354714483"/>
              </p:ext>
            </p:extLst>
          </p:nvPr>
        </p:nvGraphicFramePr>
        <p:xfrm>
          <a:off x="2589213" y="1519707"/>
          <a:ext cx="8915400" cy="43921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28</a:t>
            </a:fld>
            <a:endParaRPr lang="fr-FR"/>
          </a:p>
        </p:txBody>
      </p:sp>
    </p:spTree>
    <p:extLst>
      <p:ext uri="{BB962C8B-B14F-4D97-AF65-F5344CB8AC3E}">
        <p14:creationId xmlns:p14="http://schemas.microsoft.com/office/powerpoint/2010/main" val="21172691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ressources humaines</a:t>
            </a:r>
            <a:br>
              <a:rPr lang="fr-FR" dirty="0"/>
            </a:br>
            <a:endParaRPr lang="fr-FR" dirty="0"/>
          </a:p>
        </p:txBody>
      </p:sp>
      <p:sp>
        <p:nvSpPr>
          <p:cNvPr id="3" name="Espace réservé du contenu 2"/>
          <p:cNvSpPr>
            <a:spLocks noGrp="1"/>
          </p:cNvSpPr>
          <p:nvPr>
            <p:ph idx="1"/>
          </p:nvPr>
        </p:nvSpPr>
        <p:spPr/>
        <p:txBody>
          <a:bodyPr/>
          <a:lstStyle/>
          <a:p>
            <a:r>
              <a:rPr lang="fr-FR" dirty="0"/>
              <a:t>	Les ressources humaines comprennent les effectifs humains (en termes de nombre de personne et de répartition dans les fonctions) dont vous disposez pour faire ce que vous avez à faire.</a:t>
            </a:r>
          </a:p>
          <a:p>
            <a:endParaRPr lang="fr-FR"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29</a:t>
            </a:fld>
            <a:endParaRPr lang="fr-FR"/>
          </a:p>
        </p:txBody>
      </p:sp>
      <p:pic>
        <p:nvPicPr>
          <p:cNvPr id="5" name="Image 4"/>
          <p:cNvPicPr>
            <a:picLocks noChangeAspect="1"/>
          </p:cNvPicPr>
          <p:nvPr/>
        </p:nvPicPr>
        <p:blipFill>
          <a:blip r:embed="rId2"/>
          <a:stretch>
            <a:fillRect/>
          </a:stretch>
        </p:blipFill>
        <p:spPr>
          <a:xfrm>
            <a:off x="2589212" y="3249588"/>
            <a:ext cx="8650311" cy="2661634"/>
          </a:xfrm>
          <a:prstGeom prst="rect">
            <a:avLst/>
          </a:prstGeom>
        </p:spPr>
      </p:pic>
    </p:spTree>
    <p:extLst>
      <p:ext uri="{BB962C8B-B14F-4D97-AF65-F5344CB8AC3E}">
        <p14:creationId xmlns:p14="http://schemas.microsoft.com/office/powerpoint/2010/main" val="1559279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Les ressources physiques et/ou matérielles</a:t>
            </a:r>
            <a:br>
              <a:rPr lang="fr-FR" dirty="0"/>
            </a:br>
            <a:endParaRPr lang="fr-FR" dirty="0"/>
          </a:p>
        </p:txBody>
      </p:sp>
      <p:sp>
        <p:nvSpPr>
          <p:cNvPr id="3" name="Espace réservé du contenu 2"/>
          <p:cNvSpPr>
            <a:spLocks noGrp="1"/>
          </p:cNvSpPr>
          <p:nvPr>
            <p:ph idx="1"/>
          </p:nvPr>
        </p:nvSpPr>
        <p:spPr>
          <a:xfrm>
            <a:off x="2589212" y="1687132"/>
            <a:ext cx="8915400" cy="4224090"/>
          </a:xfrm>
        </p:spPr>
        <p:txBody>
          <a:bodyPr>
            <a:normAutofit/>
          </a:bodyPr>
          <a:lstStyle/>
          <a:p>
            <a:r>
              <a:rPr lang="fr-FR" sz="2400" dirty="0"/>
              <a:t>Elles comprennent par exemple les immeubles, les outils, les équipements, les petits équipements et les fournitures nécessaires pour la production du livrable </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30</a:t>
            </a:fld>
            <a:endParaRPr lang="fr-FR"/>
          </a:p>
        </p:txBody>
      </p:sp>
      <p:pic>
        <p:nvPicPr>
          <p:cNvPr id="5" name="Image 4"/>
          <p:cNvPicPr>
            <a:picLocks noChangeAspect="1"/>
          </p:cNvPicPr>
          <p:nvPr/>
        </p:nvPicPr>
        <p:blipFill>
          <a:blip r:embed="rId2"/>
          <a:stretch>
            <a:fillRect/>
          </a:stretch>
        </p:blipFill>
        <p:spPr>
          <a:xfrm>
            <a:off x="2589212" y="3647203"/>
            <a:ext cx="2929191" cy="2096774"/>
          </a:xfrm>
          <a:prstGeom prst="rect">
            <a:avLst/>
          </a:prstGeom>
        </p:spPr>
      </p:pic>
      <p:pic>
        <p:nvPicPr>
          <p:cNvPr id="6" name="Image 5"/>
          <p:cNvPicPr>
            <a:picLocks noChangeAspect="1"/>
          </p:cNvPicPr>
          <p:nvPr/>
        </p:nvPicPr>
        <p:blipFill>
          <a:blip r:embed="rId3"/>
          <a:stretch>
            <a:fillRect/>
          </a:stretch>
        </p:blipFill>
        <p:spPr>
          <a:xfrm>
            <a:off x="5744312" y="3647204"/>
            <a:ext cx="2867025" cy="2096774"/>
          </a:xfrm>
          <a:prstGeom prst="rect">
            <a:avLst/>
          </a:prstGeom>
        </p:spPr>
      </p:pic>
      <p:pic>
        <p:nvPicPr>
          <p:cNvPr id="7" name="Image 6"/>
          <p:cNvPicPr>
            <a:picLocks noChangeAspect="1"/>
          </p:cNvPicPr>
          <p:nvPr/>
        </p:nvPicPr>
        <p:blipFill>
          <a:blip r:embed="rId4"/>
          <a:stretch>
            <a:fillRect/>
          </a:stretch>
        </p:blipFill>
        <p:spPr>
          <a:xfrm>
            <a:off x="9022187" y="3647203"/>
            <a:ext cx="2619375" cy="2202287"/>
          </a:xfrm>
          <a:prstGeom prst="rect">
            <a:avLst/>
          </a:prstGeom>
        </p:spPr>
      </p:pic>
    </p:spTree>
    <p:extLst>
      <p:ext uri="{BB962C8B-B14F-4D97-AF65-F5344CB8AC3E}">
        <p14:creationId xmlns:p14="http://schemas.microsoft.com/office/powerpoint/2010/main" val="1385063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ressources financières</a:t>
            </a:r>
          </a:p>
        </p:txBody>
      </p:sp>
      <p:sp>
        <p:nvSpPr>
          <p:cNvPr id="3" name="Espace réservé du contenu 2"/>
          <p:cNvSpPr>
            <a:spLocks noGrp="1"/>
          </p:cNvSpPr>
          <p:nvPr>
            <p:ph idx="1"/>
          </p:nvPr>
        </p:nvSpPr>
        <p:spPr/>
        <p:txBody>
          <a:bodyPr>
            <a:normAutofit/>
          </a:bodyPr>
          <a:lstStyle/>
          <a:p>
            <a:r>
              <a:rPr lang="fr-FR" sz="2400" dirty="0"/>
              <a:t>Les ressources financières comprennent l’ensemble des moyens financiers dont vous disposez (liquide, banque, prêt), pour atteindre l’objectif.</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31</a:t>
            </a:fld>
            <a:endParaRPr lang="fr-FR"/>
          </a:p>
        </p:txBody>
      </p:sp>
      <p:pic>
        <p:nvPicPr>
          <p:cNvPr id="5" name="Image 4"/>
          <p:cNvPicPr>
            <a:picLocks noChangeAspect="1"/>
          </p:cNvPicPr>
          <p:nvPr/>
        </p:nvPicPr>
        <p:blipFill>
          <a:blip r:embed="rId2"/>
          <a:stretch>
            <a:fillRect/>
          </a:stretch>
        </p:blipFill>
        <p:spPr>
          <a:xfrm>
            <a:off x="2916394" y="3802487"/>
            <a:ext cx="2495550" cy="1828800"/>
          </a:xfrm>
          <a:prstGeom prst="rect">
            <a:avLst/>
          </a:prstGeom>
        </p:spPr>
      </p:pic>
      <p:pic>
        <p:nvPicPr>
          <p:cNvPr id="6" name="Image 5"/>
          <p:cNvPicPr>
            <a:picLocks noChangeAspect="1"/>
          </p:cNvPicPr>
          <p:nvPr/>
        </p:nvPicPr>
        <p:blipFill>
          <a:blip r:embed="rId3"/>
          <a:stretch>
            <a:fillRect/>
          </a:stretch>
        </p:blipFill>
        <p:spPr>
          <a:xfrm>
            <a:off x="5713412" y="3802487"/>
            <a:ext cx="2516188" cy="1771650"/>
          </a:xfrm>
          <a:prstGeom prst="rect">
            <a:avLst/>
          </a:prstGeom>
        </p:spPr>
      </p:pic>
      <p:pic>
        <p:nvPicPr>
          <p:cNvPr id="7" name="Image 6"/>
          <p:cNvPicPr>
            <a:picLocks noChangeAspect="1"/>
          </p:cNvPicPr>
          <p:nvPr/>
        </p:nvPicPr>
        <p:blipFill>
          <a:blip r:embed="rId4"/>
          <a:stretch>
            <a:fillRect/>
          </a:stretch>
        </p:blipFill>
        <p:spPr>
          <a:xfrm>
            <a:off x="8744755" y="3782095"/>
            <a:ext cx="2653048" cy="1792042"/>
          </a:xfrm>
          <a:prstGeom prst="rect">
            <a:avLst/>
          </a:prstGeom>
        </p:spPr>
      </p:pic>
    </p:spTree>
    <p:extLst>
      <p:ext uri="{BB962C8B-B14F-4D97-AF65-F5344CB8AC3E}">
        <p14:creationId xmlns:p14="http://schemas.microsoft.com/office/powerpoint/2010/main" val="3641591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ressources immatérielles</a:t>
            </a:r>
          </a:p>
        </p:txBody>
      </p:sp>
      <p:sp>
        <p:nvSpPr>
          <p:cNvPr id="3" name="Espace réservé du contenu 2"/>
          <p:cNvSpPr>
            <a:spLocks noGrp="1"/>
          </p:cNvSpPr>
          <p:nvPr>
            <p:ph idx="1"/>
          </p:nvPr>
        </p:nvSpPr>
        <p:spPr>
          <a:xfrm>
            <a:off x="1635617" y="2133600"/>
            <a:ext cx="9868995" cy="3777622"/>
          </a:xfrm>
        </p:spPr>
        <p:txBody>
          <a:bodyPr>
            <a:normAutofit/>
          </a:bodyPr>
          <a:lstStyle/>
          <a:p>
            <a:r>
              <a:rPr lang="fr-FR" sz="2400" dirty="0"/>
              <a:t>Une ressource immatérielle est un bien qui n’a pas d’existence physique. </a:t>
            </a:r>
          </a:p>
          <a:p>
            <a:pPr marL="0" indent="0">
              <a:buNone/>
            </a:pPr>
            <a:r>
              <a:rPr lang="fr-FR" sz="2400" dirty="0"/>
              <a:t>Exemples : Brevets, image de marque, licences d’utilisation, logiciels…</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32</a:t>
            </a:fld>
            <a:endParaRPr lang="fr-FR"/>
          </a:p>
        </p:txBody>
      </p:sp>
      <p:pic>
        <p:nvPicPr>
          <p:cNvPr id="5" name="Image 4"/>
          <p:cNvPicPr>
            <a:picLocks noChangeAspect="1"/>
          </p:cNvPicPr>
          <p:nvPr/>
        </p:nvPicPr>
        <p:blipFill>
          <a:blip r:embed="rId2"/>
          <a:stretch>
            <a:fillRect/>
          </a:stretch>
        </p:blipFill>
        <p:spPr>
          <a:xfrm>
            <a:off x="2886544" y="4173358"/>
            <a:ext cx="2143125" cy="2143125"/>
          </a:xfrm>
          <a:prstGeom prst="rect">
            <a:avLst/>
          </a:prstGeom>
        </p:spPr>
      </p:pic>
      <p:pic>
        <p:nvPicPr>
          <p:cNvPr id="6" name="Image 5"/>
          <p:cNvPicPr>
            <a:picLocks noChangeAspect="1"/>
          </p:cNvPicPr>
          <p:nvPr/>
        </p:nvPicPr>
        <p:blipFill>
          <a:blip r:embed="rId3"/>
          <a:stretch>
            <a:fillRect/>
          </a:stretch>
        </p:blipFill>
        <p:spPr>
          <a:xfrm>
            <a:off x="5409640" y="4173358"/>
            <a:ext cx="2857500" cy="2143125"/>
          </a:xfrm>
          <a:prstGeom prst="rect">
            <a:avLst/>
          </a:prstGeom>
        </p:spPr>
      </p:pic>
      <p:pic>
        <p:nvPicPr>
          <p:cNvPr id="7" name="Image 6"/>
          <p:cNvPicPr>
            <a:picLocks noChangeAspect="1"/>
          </p:cNvPicPr>
          <p:nvPr/>
        </p:nvPicPr>
        <p:blipFill>
          <a:blip r:embed="rId4"/>
          <a:stretch>
            <a:fillRect/>
          </a:stretch>
        </p:blipFill>
        <p:spPr>
          <a:xfrm>
            <a:off x="8576188" y="4173359"/>
            <a:ext cx="2619375" cy="1966464"/>
          </a:xfrm>
          <a:prstGeom prst="rect">
            <a:avLst/>
          </a:prstGeom>
        </p:spPr>
      </p:pic>
    </p:spTree>
    <p:extLst>
      <p:ext uri="{BB962C8B-B14F-4D97-AF65-F5344CB8AC3E}">
        <p14:creationId xmlns:p14="http://schemas.microsoft.com/office/powerpoint/2010/main" val="760437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25500" y="0"/>
            <a:ext cx="8911687" cy="643944"/>
          </a:xfrm>
        </p:spPr>
        <p:txBody>
          <a:bodyPr/>
          <a:lstStyle/>
          <a:p>
            <a:r>
              <a:rPr lang="fr-FR" dirty="0"/>
              <a:t>Exercice 1</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460398199"/>
              </p:ext>
            </p:extLst>
          </p:nvPr>
        </p:nvGraphicFramePr>
        <p:xfrm>
          <a:off x="1311579" y="543083"/>
          <a:ext cx="10536984" cy="6522112"/>
        </p:xfrm>
        <a:graphic>
          <a:graphicData uri="http://schemas.openxmlformats.org/drawingml/2006/table">
            <a:tbl>
              <a:tblPr firstRow="1" bandRow="1">
                <a:tableStyleId>{5C22544A-7EE6-4342-B048-85BDC9FD1C3A}</a:tableStyleId>
              </a:tblPr>
              <a:tblGrid>
                <a:gridCol w="5098494">
                  <a:extLst>
                    <a:ext uri="{9D8B030D-6E8A-4147-A177-3AD203B41FA5}">
                      <a16:colId xmlns:a16="http://schemas.microsoft.com/office/drawing/2014/main" val="20000"/>
                    </a:ext>
                  </a:extLst>
                </a:gridCol>
                <a:gridCol w="5438490">
                  <a:extLst>
                    <a:ext uri="{9D8B030D-6E8A-4147-A177-3AD203B41FA5}">
                      <a16:colId xmlns:a16="http://schemas.microsoft.com/office/drawing/2014/main" val="20001"/>
                    </a:ext>
                  </a:extLst>
                </a:gridCol>
              </a:tblGrid>
              <a:tr h="420722">
                <a:tc>
                  <a:txBody>
                    <a:bodyPr/>
                    <a:lstStyle/>
                    <a:p>
                      <a:r>
                        <a:rPr lang="fr-FR" dirty="0"/>
                        <a:t>SCOPE</a:t>
                      </a:r>
                    </a:p>
                  </a:txBody>
                  <a:tcPr/>
                </a:tc>
                <a:tc>
                  <a:txBody>
                    <a:bodyPr/>
                    <a:lstStyle/>
                    <a:p>
                      <a:r>
                        <a:rPr lang="fr-FR" dirty="0"/>
                        <a:t>Ressources</a:t>
                      </a:r>
                    </a:p>
                  </a:txBody>
                  <a:tcPr/>
                </a:tc>
                <a:extLst>
                  <a:ext uri="{0D108BD9-81ED-4DB2-BD59-A6C34878D82A}">
                    <a16:rowId xmlns:a16="http://schemas.microsoft.com/office/drawing/2014/main" val="10000"/>
                  </a:ext>
                </a:extLst>
              </a:tr>
              <a:tr h="1037398">
                <a:tc>
                  <a:txBody>
                    <a:bodyPr/>
                    <a:lstStyle/>
                    <a:p>
                      <a:r>
                        <a:rPr lang="fr-FR" sz="2400" b="1" dirty="0"/>
                        <a:t>Création</a:t>
                      </a:r>
                      <a:r>
                        <a:rPr lang="fr-FR" sz="2400" b="1" baseline="0" dirty="0"/>
                        <a:t> d’entreprise</a:t>
                      </a:r>
                      <a:endParaRPr lang="fr-FR" sz="2400" b="1" dirty="0"/>
                    </a:p>
                  </a:txBody>
                  <a:tcPr/>
                </a:tc>
                <a:tc>
                  <a:txBody>
                    <a:bodyPr/>
                    <a:lstStyle/>
                    <a:p>
                      <a:r>
                        <a:rPr lang="fr-FR" dirty="0"/>
                        <a:t>-</a:t>
                      </a:r>
                    </a:p>
                    <a:p>
                      <a:r>
                        <a:rPr lang="fr-FR" dirty="0"/>
                        <a:t>-</a:t>
                      </a:r>
                    </a:p>
                    <a:p>
                      <a:r>
                        <a:rPr lang="fr-FR" dirty="0"/>
                        <a:t>-</a:t>
                      </a:r>
                    </a:p>
                  </a:txBody>
                  <a:tcPr/>
                </a:tc>
                <a:extLst>
                  <a:ext uri="{0D108BD9-81ED-4DB2-BD59-A6C34878D82A}">
                    <a16:rowId xmlns:a16="http://schemas.microsoft.com/office/drawing/2014/main" val="10001"/>
                  </a:ext>
                </a:extLst>
              </a:tr>
              <a:tr h="1037398">
                <a:tc>
                  <a:txBody>
                    <a:bodyPr/>
                    <a:lstStyle/>
                    <a:p>
                      <a:r>
                        <a:rPr lang="fr-FR" sz="2400" b="1" dirty="0"/>
                        <a:t>Organisation d’un mariage</a:t>
                      </a:r>
                    </a:p>
                  </a:txBody>
                  <a:tcPr/>
                </a:tc>
                <a:tc>
                  <a:txBody>
                    <a:bodyPr/>
                    <a:lstStyle/>
                    <a:p>
                      <a:r>
                        <a:rPr lang="fr-FR" dirty="0"/>
                        <a:t>-</a:t>
                      </a:r>
                    </a:p>
                    <a:p>
                      <a:r>
                        <a:rPr lang="fr-FR" dirty="0"/>
                        <a:t>-</a:t>
                      </a:r>
                    </a:p>
                    <a:p>
                      <a:r>
                        <a:rPr lang="fr-FR" dirty="0"/>
                        <a:t>-</a:t>
                      </a:r>
                    </a:p>
                  </a:txBody>
                  <a:tcPr/>
                </a:tc>
                <a:extLst>
                  <a:ext uri="{0D108BD9-81ED-4DB2-BD59-A6C34878D82A}">
                    <a16:rowId xmlns:a16="http://schemas.microsoft.com/office/drawing/2014/main" val="10002"/>
                  </a:ext>
                </a:extLst>
              </a:tr>
              <a:tr h="1037398">
                <a:tc>
                  <a:txBody>
                    <a:bodyPr/>
                    <a:lstStyle/>
                    <a:p>
                      <a:r>
                        <a:rPr lang="fr-FR" sz="2400" b="1" dirty="0"/>
                        <a:t>Apprentissage d’une langue</a:t>
                      </a:r>
                    </a:p>
                  </a:txBody>
                  <a:tcPr/>
                </a:tc>
                <a:tc>
                  <a:txBody>
                    <a:bodyPr/>
                    <a:lstStyle/>
                    <a:p>
                      <a:r>
                        <a:rPr lang="fr-FR" dirty="0"/>
                        <a:t>-</a:t>
                      </a:r>
                    </a:p>
                    <a:p>
                      <a:r>
                        <a:rPr lang="fr-FR" dirty="0"/>
                        <a:t>-</a:t>
                      </a:r>
                    </a:p>
                    <a:p>
                      <a:r>
                        <a:rPr lang="fr-FR" dirty="0"/>
                        <a:t>-</a:t>
                      </a:r>
                    </a:p>
                  </a:txBody>
                  <a:tcPr/>
                </a:tc>
                <a:extLst>
                  <a:ext uri="{0D108BD9-81ED-4DB2-BD59-A6C34878D82A}">
                    <a16:rowId xmlns:a16="http://schemas.microsoft.com/office/drawing/2014/main" val="10003"/>
                  </a:ext>
                </a:extLst>
              </a:tr>
              <a:tr h="1037398">
                <a:tc>
                  <a:txBody>
                    <a:bodyPr/>
                    <a:lstStyle/>
                    <a:p>
                      <a:r>
                        <a:rPr lang="fr-FR" sz="2400" b="1" dirty="0"/>
                        <a:t>Construction d’un pont</a:t>
                      </a:r>
                    </a:p>
                  </a:txBody>
                  <a:tcPr/>
                </a:tc>
                <a:tc>
                  <a:txBody>
                    <a:bodyPr/>
                    <a:lstStyle/>
                    <a:p>
                      <a:r>
                        <a:rPr lang="fr-FR" dirty="0"/>
                        <a:t>-</a:t>
                      </a:r>
                    </a:p>
                    <a:p>
                      <a:r>
                        <a:rPr lang="fr-FR" dirty="0"/>
                        <a:t>-</a:t>
                      </a:r>
                    </a:p>
                    <a:p>
                      <a:r>
                        <a:rPr lang="fr-FR" dirty="0"/>
                        <a:t>-</a:t>
                      </a:r>
                    </a:p>
                  </a:txBody>
                  <a:tcPr/>
                </a:tc>
                <a:extLst>
                  <a:ext uri="{0D108BD9-81ED-4DB2-BD59-A6C34878D82A}">
                    <a16:rowId xmlns:a16="http://schemas.microsoft.com/office/drawing/2014/main" val="10004"/>
                  </a:ext>
                </a:extLst>
              </a:tr>
              <a:tr h="1037398">
                <a:tc>
                  <a:txBody>
                    <a:bodyPr/>
                    <a:lstStyle/>
                    <a:p>
                      <a:r>
                        <a:rPr lang="fr-FR" sz="2400" b="1" dirty="0"/>
                        <a:t>Déménagement </a:t>
                      </a:r>
                    </a:p>
                  </a:txBody>
                  <a:tcPr/>
                </a:tc>
                <a:tc>
                  <a:txBody>
                    <a:bodyPr/>
                    <a:lstStyle/>
                    <a:p>
                      <a:r>
                        <a:rPr lang="fr-FR" dirty="0"/>
                        <a:t>-</a:t>
                      </a:r>
                    </a:p>
                    <a:p>
                      <a:r>
                        <a:rPr lang="fr-FR" dirty="0"/>
                        <a:t>-</a:t>
                      </a:r>
                    </a:p>
                    <a:p>
                      <a:r>
                        <a:rPr lang="fr-FR" dirty="0"/>
                        <a:t>-</a:t>
                      </a:r>
                    </a:p>
                  </a:txBody>
                  <a:tcPr/>
                </a:tc>
                <a:extLst>
                  <a:ext uri="{0D108BD9-81ED-4DB2-BD59-A6C34878D82A}">
                    <a16:rowId xmlns:a16="http://schemas.microsoft.com/office/drawing/2014/main" val="10005"/>
                  </a:ext>
                </a:extLst>
              </a:tr>
              <a:tr h="420722">
                <a:tc>
                  <a:txBody>
                    <a:bodyPr/>
                    <a:lstStyle/>
                    <a:p>
                      <a:r>
                        <a:rPr lang="fr-FR" sz="2400" b="1" dirty="0"/>
                        <a:t>Mise en place d’un réseau intranet</a:t>
                      </a:r>
                    </a:p>
                  </a:txBody>
                  <a:tcPr/>
                </a:tc>
                <a:tc>
                  <a:txBody>
                    <a:bodyPr/>
                    <a:lstStyle/>
                    <a:p>
                      <a:r>
                        <a:rPr lang="fr-FR" dirty="0"/>
                        <a:t>-</a:t>
                      </a:r>
                    </a:p>
                    <a:p>
                      <a:r>
                        <a:rPr lang="fr-FR" dirty="0"/>
                        <a:t>-</a:t>
                      </a:r>
                    </a:p>
                    <a:p>
                      <a:r>
                        <a:rPr lang="fr-FR" dirty="0"/>
                        <a:t>-</a:t>
                      </a:r>
                    </a:p>
                  </a:txBody>
                  <a:tcPr/>
                </a:tc>
                <a:extLst>
                  <a:ext uri="{0D108BD9-81ED-4DB2-BD59-A6C34878D82A}">
                    <a16:rowId xmlns:a16="http://schemas.microsoft.com/office/drawing/2014/main" val="10006"/>
                  </a:ext>
                </a:extLst>
              </a:tr>
            </a:tbl>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33</a:t>
            </a:fld>
            <a:endParaRPr lang="fr-FR"/>
          </a:p>
        </p:txBody>
      </p:sp>
    </p:spTree>
    <p:extLst>
      <p:ext uri="{BB962C8B-B14F-4D97-AF65-F5344CB8AC3E}">
        <p14:creationId xmlns:p14="http://schemas.microsoft.com/office/powerpoint/2010/main" val="34339638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228A90-CF09-4A7A-A642-F5222BB865CF}"/>
              </a:ext>
            </a:extLst>
          </p:cNvPr>
          <p:cNvSpPr>
            <a:spLocks noGrp="1"/>
          </p:cNvSpPr>
          <p:nvPr>
            <p:ph type="title"/>
          </p:nvPr>
        </p:nvSpPr>
        <p:spPr>
          <a:xfrm>
            <a:off x="1893337" y="269614"/>
            <a:ext cx="9304751" cy="700730"/>
          </a:xfrm>
        </p:spPr>
        <p:txBody>
          <a:bodyPr/>
          <a:lstStyle/>
          <a:p>
            <a:r>
              <a:rPr lang="fr-FR" dirty="0"/>
              <a:t>Les ressources</a:t>
            </a:r>
          </a:p>
        </p:txBody>
      </p:sp>
      <p:graphicFrame>
        <p:nvGraphicFramePr>
          <p:cNvPr id="5" name="Espace réservé du contenu 4">
            <a:extLst>
              <a:ext uri="{FF2B5EF4-FFF2-40B4-BE49-F238E27FC236}">
                <a16:creationId xmlns:a16="http://schemas.microsoft.com/office/drawing/2014/main" id="{374884AA-9D18-4000-9688-E3F2CA74C978}"/>
              </a:ext>
            </a:extLst>
          </p:cNvPr>
          <p:cNvGraphicFramePr>
            <a:graphicFrameLocks noGrp="1"/>
          </p:cNvGraphicFramePr>
          <p:nvPr>
            <p:ph idx="1"/>
            <p:extLst>
              <p:ext uri="{D42A27DB-BD31-4B8C-83A1-F6EECF244321}">
                <p14:modId xmlns:p14="http://schemas.microsoft.com/office/powerpoint/2010/main" val="1441902562"/>
              </p:ext>
            </p:extLst>
          </p:nvPr>
        </p:nvGraphicFramePr>
        <p:xfrm>
          <a:off x="993912" y="1152907"/>
          <a:ext cx="10880035" cy="55261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a:extLst>
              <a:ext uri="{FF2B5EF4-FFF2-40B4-BE49-F238E27FC236}">
                <a16:creationId xmlns:a16="http://schemas.microsoft.com/office/drawing/2014/main" id="{3DA37253-6A2D-437B-A708-BA7BC53C0965}"/>
              </a:ext>
            </a:extLst>
          </p:cNvPr>
          <p:cNvSpPr>
            <a:spLocks noGrp="1"/>
          </p:cNvSpPr>
          <p:nvPr>
            <p:ph type="sldNum" sz="quarter" idx="12"/>
          </p:nvPr>
        </p:nvSpPr>
        <p:spPr/>
        <p:txBody>
          <a:bodyPr/>
          <a:lstStyle/>
          <a:p>
            <a:fld id="{D44185AD-E683-4AF8-AD1F-F4A49E15F629}" type="slidenum">
              <a:rPr lang="fr-FR" smtClean="0"/>
              <a:t>34</a:t>
            </a:fld>
            <a:endParaRPr lang="fr-FR"/>
          </a:p>
        </p:txBody>
      </p:sp>
    </p:spTree>
    <p:extLst>
      <p:ext uri="{BB962C8B-B14F-4D97-AF65-F5344CB8AC3E}">
        <p14:creationId xmlns:p14="http://schemas.microsoft.com/office/powerpoint/2010/main" val="3848756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16018CC5-4141-4C84-92F6-9C9504105EDC}"/>
              </a:ext>
            </a:extLst>
          </p:cNvPr>
          <p:cNvSpPr>
            <a:spLocks noGrp="1"/>
          </p:cNvSpPr>
          <p:nvPr>
            <p:ph type="ctrTitle"/>
          </p:nvPr>
        </p:nvSpPr>
        <p:spPr>
          <a:xfrm>
            <a:off x="2059126" y="2633870"/>
            <a:ext cx="8915399" cy="1348381"/>
          </a:xfrm>
        </p:spPr>
        <p:txBody>
          <a:bodyPr>
            <a:normAutofit/>
          </a:bodyPr>
          <a:lstStyle/>
          <a:p>
            <a:pPr algn="ctr"/>
            <a:r>
              <a:rPr lang="fr-FR" sz="4000" dirty="0"/>
              <a:t>Comment déterminer les ressources?</a:t>
            </a:r>
          </a:p>
        </p:txBody>
      </p:sp>
      <p:sp>
        <p:nvSpPr>
          <p:cNvPr id="4" name="Espace réservé du numéro de diapositive 3">
            <a:extLst>
              <a:ext uri="{FF2B5EF4-FFF2-40B4-BE49-F238E27FC236}">
                <a16:creationId xmlns:a16="http://schemas.microsoft.com/office/drawing/2014/main" id="{32A124E5-50A8-40D4-B9E6-B73C719EE67D}"/>
              </a:ext>
            </a:extLst>
          </p:cNvPr>
          <p:cNvSpPr>
            <a:spLocks noGrp="1"/>
          </p:cNvSpPr>
          <p:nvPr>
            <p:ph type="sldNum" sz="quarter" idx="12"/>
          </p:nvPr>
        </p:nvSpPr>
        <p:spPr/>
        <p:txBody>
          <a:bodyPr/>
          <a:lstStyle/>
          <a:p>
            <a:fld id="{D44185AD-E683-4AF8-AD1F-F4A49E15F629}" type="slidenum">
              <a:rPr lang="fr-FR" smtClean="0"/>
              <a:t>35</a:t>
            </a:fld>
            <a:endParaRPr lang="fr-FR"/>
          </a:p>
        </p:txBody>
      </p:sp>
    </p:spTree>
    <p:extLst>
      <p:ext uri="{BB962C8B-B14F-4D97-AF65-F5344CB8AC3E}">
        <p14:creationId xmlns:p14="http://schemas.microsoft.com/office/powerpoint/2010/main" val="3837161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9F0051-37FE-4686-9A25-0EF44CC32F33}"/>
              </a:ext>
            </a:extLst>
          </p:cNvPr>
          <p:cNvSpPr>
            <a:spLocks noGrp="1"/>
          </p:cNvSpPr>
          <p:nvPr>
            <p:ph type="title"/>
          </p:nvPr>
        </p:nvSpPr>
        <p:spPr/>
        <p:txBody>
          <a:bodyPr/>
          <a:lstStyle/>
          <a:p>
            <a:r>
              <a:rPr lang="fr-FR" dirty="0"/>
              <a:t>Les ressources humaines</a:t>
            </a:r>
          </a:p>
        </p:txBody>
      </p:sp>
      <p:sp>
        <p:nvSpPr>
          <p:cNvPr id="4" name="Espace réservé du numéro de diapositive 3">
            <a:extLst>
              <a:ext uri="{FF2B5EF4-FFF2-40B4-BE49-F238E27FC236}">
                <a16:creationId xmlns:a16="http://schemas.microsoft.com/office/drawing/2014/main" id="{784BF932-57A1-4121-9B01-B75A91D9EF8F}"/>
              </a:ext>
            </a:extLst>
          </p:cNvPr>
          <p:cNvSpPr>
            <a:spLocks noGrp="1"/>
          </p:cNvSpPr>
          <p:nvPr>
            <p:ph type="sldNum" sz="quarter" idx="12"/>
          </p:nvPr>
        </p:nvSpPr>
        <p:spPr/>
        <p:txBody>
          <a:bodyPr/>
          <a:lstStyle/>
          <a:p>
            <a:fld id="{D44185AD-E683-4AF8-AD1F-F4A49E15F629}" type="slidenum">
              <a:rPr lang="fr-FR" smtClean="0"/>
              <a:t>36</a:t>
            </a:fld>
            <a:endParaRPr lang="fr-FR"/>
          </a:p>
        </p:txBody>
      </p:sp>
      <p:graphicFrame>
        <p:nvGraphicFramePr>
          <p:cNvPr id="5" name="Diagramme 4">
            <a:extLst>
              <a:ext uri="{FF2B5EF4-FFF2-40B4-BE49-F238E27FC236}">
                <a16:creationId xmlns:a16="http://schemas.microsoft.com/office/drawing/2014/main" id="{B3F994B3-A9B0-4D87-8BF5-5F2D4748BAF2}"/>
              </a:ext>
            </a:extLst>
          </p:cNvPr>
          <p:cNvGraphicFramePr/>
          <p:nvPr>
            <p:extLst>
              <p:ext uri="{D42A27DB-BD31-4B8C-83A1-F6EECF244321}">
                <p14:modId xmlns:p14="http://schemas.microsoft.com/office/powerpoint/2010/main" val="2301343902"/>
              </p:ext>
            </p:extLst>
          </p:nvPr>
        </p:nvGraphicFramePr>
        <p:xfrm>
          <a:off x="3087756" y="1802296"/>
          <a:ext cx="7394713" cy="35913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8946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CD77A1-3292-4034-9159-4A98E98D4AFE}"/>
              </a:ext>
            </a:extLst>
          </p:cNvPr>
          <p:cNvSpPr>
            <a:spLocks noGrp="1"/>
          </p:cNvSpPr>
          <p:nvPr>
            <p:ph type="title"/>
          </p:nvPr>
        </p:nvSpPr>
        <p:spPr/>
        <p:txBody>
          <a:bodyPr/>
          <a:lstStyle/>
          <a:p>
            <a:r>
              <a:rPr lang="fr-FR" dirty="0"/>
              <a:t>Les ressources matérielles</a:t>
            </a:r>
          </a:p>
        </p:txBody>
      </p:sp>
      <p:graphicFrame>
        <p:nvGraphicFramePr>
          <p:cNvPr id="5" name="Espace réservé du contenu 4">
            <a:extLst>
              <a:ext uri="{FF2B5EF4-FFF2-40B4-BE49-F238E27FC236}">
                <a16:creationId xmlns:a16="http://schemas.microsoft.com/office/drawing/2014/main" id="{0A8947ED-F5BC-4F65-9411-C827BF084409}"/>
              </a:ext>
            </a:extLst>
          </p:cNvPr>
          <p:cNvGraphicFramePr>
            <a:graphicFrameLocks noGrp="1"/>
          </p:cNvGraphicFramePr>
          <p:nvPr>
            <p:ph idx="1"/>
            <p:extLst>
              <p:ext uri="{D42A27DB-BD31-4B8C-83A1-F6EECF244321}">
                <p14:modId xmlns:p14="http://schemas.microsoft.com/office/powerpoint/2010/main" val="1602787576"/>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a:extLst>
              <a:ext uri="{FF2B5EF4-FFF2-40B4-BE49-F238E27FC236}">
                <a16:creationId xmlns:a16="http://schemas.microsoft.com/office/drawing/2014/main" id="{4924CB92-2A63-4267-86AC-0C89572C49D1}"/>
              </a:ext>
            </a:extLst>
          </p:cNvPr>
          <p:cNvSpPr>
            <a:spLocks noGrp="1"/>
          </p:cNvSpPr>
          <p:nvPr>
            <p:ph type="sldNum" sz="quarter" idx="12"/>
          </p:nvPr>
        </p:nvSpPr>
        <p:spPr/>
        <p:txBody>
          <a:bodyPr/>
          <a:lstStyle/>
          <a:p>
            <a:fld id="{D44185AD-E683-4AF8-AD1F-F4A49E15F629}" type="slidenum">
              <a:rPr lang="fr-FR" smtClean="0"/>
              <a:t>37</a:t>
            </a:fld>
            <a:endParaRPr lang="fr-FR"/>
          </a:p>
        </p:txBody>
      </p:sp>
    </p:spTree>
    <p:extLst>
      <p:ext uri="{BB962C8B-B14F-4D97-AF65-F5344CB8AC3E}">
        <p14:creationId xmlns:p14="http://schemas.microsoft.com/office/powerpoint/2010/main" val="2185197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5902B6-D3A0-4507-A256-D0419844A292}"/>
              </a:ext>
            </a:extLst>
          </p:cNvPr>
          <p:cNvSpPr>
            <a:spLocks noGrp="1"/>
          </p:cNvSpPr>
          <p:nvPr>
            <p:ph type="title"/>
          </p:nvPr>
        </p:nvSpPr>
        <p:spPr/>
        <p:txBody>
          <a:bodyPr/>
          <a:lstStyle/>
          <a:p>
            <a:r>
              <a:rPr lang="fr-FR" dirty="0"/>
              <a:t>Les ressources financières</a:t>
            </a:r>
          </a:p>
        </p:txBody>
      </p:sp>
      <p:sp>
        <p:nvSpPr>
          <p:cNvPr id="3" name="Espace réservé du contenu 2">
            <a:extLst>
              <a:ext uri="{FF2B5EF4-FFF2-40B4-BE49-F238E27FC236}">
                <a16:creationId xmlns:a16="http://schemas.microsoft.com/office/drawing/2014/main" id="{BAC5E5AD-7F18-4A05-BE4E-6E1F1F041543}"/>
              </a:ext>
            </a:extLst>
          </p:cNvPr>
          <p:cNvSpPr>
            <a:spLocks noGrp="1"/>
          </p:cNvSpPr>
          <p:nvPr>
            <p:ph idx="1"/>
          </p:nvPr>
        </p:nvSpPr>
        <p:spPr>
          <a:xfrm>
            <a:off x="1444487" y="2213113"/>
            <a:ext cx="10060125" cy="3339548"/>
          </a:xfrm>
        </p:spPr>
        <p:txBody>
          <a:bodyPr>
            <a:normAutofit/>
          </a:bodyPr>
          <a:lstStyle/>
          <a:p>
            <a:r>
              <a:rPr lang="fr-FR" sz="2400" dirty="0"/>
              <a:t>Ces ressources sont déterminées par le client et validées par l’entreprise avant même le démarrage du projet, via le cahier des charges. Elles permettent de financer les ressources humaines et matérielles pour réaliser le projet.</a:t>
            </a:r>
          </a:p>
        </p:txBody>
      </p:sp>
      <p:sp>
        <p:nvSpPr>
          <p:cNvPr id="4" name="Espace réservé du numéro de diapositive 3">
            <a:extLst>
              <a:ext uri="{FF2B5EF4-FFF2-40B4-BE49-F238E27FC236}">
                <a16:creationId xmlns:a16="http://schemas.microsoft.com/office/drawing/2014/main" id="{61C7BC30-FF11-481A-910B-19B9D77D74C2}"/>
              </a:ext>
            </a:extLst>
          </p:cNvPr>
          <p:cNvSpPr>
            <a:spLocks noGrp="1"/>
          </p:cNvSpPr>
          <p:nvPr>
            <p:ph type="sldNum" sz="quarter" idx="12"/>
          </p:nvPr>
        </p:nvSpPr>
        <p:spPr/>
        <p:txBody>
          <a:bodyPr/>
          <a:lstStyle/>
          <a:p>
            <a:fld id="{D44185AD-E683-4AF8-AD1F-F4A49E15F629}" type="slidenum">
              <a:rPr lang="fr-FR" smtClean="0"/>
              <a:t>38</a:t>
            </a:fld>
            <a:endParaRPr lang="fr-FR"/>
          </a:p>
        </p:txBody>
      </p:sp>
    </p:spTree>
    <p:extLst>
      <p:ext uri="{BB962C8B-B14F-4D97-AF65-F5344CB8AC3E}">
        <p14:creationId xmlns:p14="http://schemas.microsoft.com/office/powerpoint/2010/main" val="931916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2</a:t>
            </a:r>
          </a:p>
        </p:txBody>
      </p:sp>
      <p:sp>
        <p:nvSpPr>
          <p:cNvPr id="3" name="Espace réservé du contenu 2"/>
          <p:cNvSpPr>
            <a:spLocks noGrp="1"/>
          </p:cNvSpPr>
          <p:nvPr>
            <p:ph idx="1"/>
          </p:nvPr>
        </p:nvSpPr>
        <p:spPr>
          <a:xfrm>
            <a:off x="2589212" y="1287887"/>
            <a:ext cx="8915400" cy="4623335"/>
          </a:xfrm>
        </p:spPr>
        <p:txBody>
          <a:bodyPr/>
          <a:lstStyle/>
          <a:p>
            <a:r>
              <a:rPr lang="fr-FR" sz="2000" dirty="0"/>
              <a:t>Déterminez les ressources nécessaires à chacun de vos projets</a:t>
            </a:r>
            <a:endParaRPr lang="fr-FR" dirty="0"/>
          </a:p>
          <a:p>
            <a:endParaRPr lang="fr-FR"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39</a:t>
            </a:fld>
            <a:endParaRPr lang="fr-FR"/>
          </a:p>
        </p:txBody>
      </p:sp>
      <p:graphicFrame>
        <p:nvGraphicFramePr>
          <p:cNvPr id="6" name="Tableau 5"/>
          <p:cNvGraphicFramePr>
            <a:graphicFrameLocks noGrp="1"/>
          </p:cNvGraphicFramePr>
          <p:nvPr>
            <p:extLst>
              <p:ext uri="{D42A27DB-BD31-4B8C-83A1-F6EECF244321}">
                <p14:modId xmlns:p14="http://schemas.microsoft.com/office/powerpoint/2010/main" val="1928586012"/>
              </p:ext>
            </p:extLst>
          </p:nvPr>
        </p:nvGraphicFramePr>
        <p:xfrm>
          <a:off x="1815923" y="2524259"/>
          <a:ext cx="9401575" cy="3555208"/>
        </p:xfrm>
        <a:graphic>
          <a:graphicData uri="http://schemas.openxmlformats.org/drawingml/2006/table">
            <a:tbl>
              <a:tblPr firstRow="1" bandRow="1">
                <a:tableStyleId>{7DF18680-E054-41AD-8BC1-D1AEF772440D}</a:tableStyleId>
              </a:tblPr>
              <a:tblGrid>
                <a:gridCol w="1880315">
                  <a:extLst>
                    <a:ext uri="{9D8B030D-6E8A-4147-A177-3AD203B41FA5}">
                      <a16:colId xmlns:a16="http://schemas.microsoft.com/office/drawing/2014/main" val="20000"/>
                    </a:ext>
                  </a:extLst>
                </a:gridCol>
                <a:gridCol w="1880315">
                  <a:extLst>
                    <a:ext uri="{9D8B030D-6E8A-4147-A177-3AD203B41FA5}">
                      <a16:colId xmlns:a16="http://schemas.microsoft.com/office/drawing/2014/main" val="20001"/>
                    </a:ext>
                  </a:extLst>
                </a:gridCol>
                <a:gridCol w="1880315">
                  <a:extLst>
                    <a:ext uri="{9D8B030D-6E8A-4147-A177-3AD203B41FA5}">
                      <a16:colId xmlns:a16="http://schemas.microsoft.com/office/drawing/2014/main" val="20002"/>
                    </a:ext>
                  </a:extLst>
                </a:gridCol>
                <a:gridCol w="1880315">
                  <a:extLst>
                    <a:ext uri="{9D8B030D-6E8A-4147-A177-3AD203B41FA5}">
                      <a16:colId xmlns:a16="http://schemas.microsoft.com/office/drawing/2014/main" val="20003"/>
                    </a:ext>
                  </a:extLst>
                </a:gridCol>
                <a:gridCol w="1880315">
                  <a:extLst>
                    <a:ext uri="{9D8B030D-6E8A-4147-A177-3AD203B41FA5}">
                      <a16:colId xmlns:a16="http://schemas.microsoft.com/office/drawing/2014/main" val="20004"/>
                    </a:ext>
                  </a:extLst>
                </a:gridCol>
              </a:tblGrid>
              <a:tr h="980548">
                <a:tc>
                  <a:txBody>
                    <a:bodyPr/>
                    <a:lstStyle/>
                    <a:p>
                      <a:endParaRPr lang="fr-FR" sz="2000" dirty="0"/>
                    </a:p>
                  </a:txBody>
                  <a:tcPr/>
                </a:tc>
                <a:tc>
                  <a:txBody>
                    <a:bodyPr/>
                    <a:lstStyle/>
                    <a:p>
                      <a:r>
                        <a:rPr lang="fr-FR" sz="2000" dirty="0"/>
                        <a:t>Ressources financières</a:t>
                      </a:r>
                    </a:p>
                  </a:txBody>
                  <a:tcPr/>
                </a:tc>
                <a:tc>
                  <a:txBody>
                    <a:bodyPr/>
                    <a:lstStyle/>
                    <a:p>
                      <a:r>
                        <a:rPr lang="fr-FR" sz="2000" dirty="0"/>
                        <a:t>Ressources matérielles</a:t>
                      </a:r>
                    </a:p>
                  </a:txBody>
                  <a:tcPr/>
                </a:tc>
                <a:tc>
                  <a:txBody>
                    <a:bodyPr/>
                    <a:lstStyle/>
                    <a:p>
                      <a:r>
                        <a:rPr lang="fr-FR" sz="2000" dirty="0"/>
                        <a:t>Ressources humaines</a:t>
                      </a:r>
                    </a:p>
                  </a:txBody>
                  <a:tcPr/>
                </a:tc>
                <a:tc>
                  <a:txBody>
                    <a:bodyPr/>
                    <a:lstStyle/>
                    <a:p>
                      <a:r>
                        <a:rPr lang="fr-FR" sz="2000" dirty="0"/>
                        <a:t>Ressources immatérielles</a:t>
                      </a:r>
                    </a:p>
                  </a:txBody>
                  <a:tcPr/>
                </a:tc>
                <a:extLst>
                  <a:ext uri="{0D108BD9-81ED-4DB2-BD59-A6C34878D82A}">
                    <a16:rowId xmlns:a16="http://schemas.microsoft.com/office/drawing/2014/main" val="10000"/>
                  </a:ext>
                </a:extLst>
              </a:tr>
              <a:tr h="858220">
                <a:tc>
                  <a:txBody>
                    <a:bodyPr/>
                    <a:lstStyle/>
                    <a:p>
                      <a:r>
                        <a:rPr lang="fr-FR" sz="2000" b="1" dirty="0"/>
                        <a:t>Projet 1</a:t>
                      </a:r>
                    </a:p>
                  </a:txBody>
                  <a:tcPr/>
                </a:tc>
                <a:tc>
                  <a:txBody>
                    <a:bodyPr/>
                    <a:lstStyle/>
                    <a:p>
                      <a:endParaRPr lang="fr-FR" sz="2000" dirty="0"/>
                    </a:p>
                  </a:txBody>
                  <a:tcPr/>
                </a:tc>
                <a:tc>
                  <a:txBody>
                    <a:bodyPr/>
                    <a:lstStyle/>
                    <a:p>
                      <a:endParaRPr lang="fr-FR" sz="2000" dirty="0"/>
                    </a:p>
                  </a:txBody>
                  <a:tcPr/>
                </a:tc>
                <a:tc>
                  <a:txBody>
                    <a:bodyPr/>
                    <a:lstStyle/>
                    <a:p>
                      <a:endParaRPr lang="fr-FR" sz="2000" dirty="0"/>
                    </a:p>
                  </a:txBody>
                  <a:tcPr/>
                </a:tc>
                <a:tc>
                  <a:txBody>
                    <a:bodyPr/>
                    <a:lstStyle/>
                    <a:p>
                      <a:endParaRPr lang="fr-FR" sz="2000" dirty="0"/>
                    </a:p>
                  </a:txBody>
                  <a:tcPr/>
                </a:tc>
                <a:extLst>
                  <a:ext uri="{0D108BD9-81ED-4DB2-BD59-A6C34878D82A}">
                    <a16:rowId xmlns:a16="http://schemas.microsoft.com/office/drawing/2014/main" val="10001"/>
                  </a:ext>
                </a:extLst>
              </a:tr>
              <a:tr h="858220">
                <a:tc>
                  <a:txBody>
                    <a:bodyPr/>
                    <a:lstStyle/>
                    <a:p>
                      <a:r>
                        <a:rPr lang="fr-FR" sz="2000" b="1" dirty="0"/>
                        <a:t>Projet 2</a:t>
                      </a:r>
                    </a:p>
                  </a:txBody>
                  <a:tcPr/>
                </a:tc>
                <a:tc>
                  <a:txBody>
                    <a:bodyPr/>
                    <a:lstStyle/>
                    <a:p>
                      <a:endParaRPr lang="fr-FR" sz="2000"/>
                    </a:p>
                  </a:txBody>
                  <a:tcPr/>
                </a:tc>
                <a:tc>
                  <a:txBody>
                    <a:bodyPr/>
                    <a:lstStyle/>
                    <a:p>
                      <a:endParaRPr lang="fr-FR" sz="2000"/>
                    </a:p>
                  </a:txBody>
                  <a:tcPr/>
                </a:tc>
                <a:tc>
                  <a:txBody>
                    <a:bodyPr/>
                    <a:lstStyle/>
                    <a:p>
                      <a:endParaRPr lang="fr-FR" sz="2000" dirty="0"/>
                    </a:p>
                  </a:txBody>
                  <a:tcPr/>
                </a:tc>
                <a:tc>
                  <a:txBody>
                    <a:bodyPr/>
                    <a:lstStyle/>
                    <a:p>
                      <a:endParaRPr lang="fr-FR" sz="2000"/>
                    </a:p>
                  </a:txBody>
                  <a:tcPr/>
                </a:tc>
                <a:extLst>
                  <a:ext uri="{0D108BD9-81ED-4DB2-BD59-A6C34878D82A}">
                    <a16:rowId xmlns:a16="http://schemas.microsoft.com/office/drawing/2014/main" val="10002"/>
                  </a:ext>
                </a:extLst>
              </a:tr>
              <a:tr h="858220">
                <a:tc>
                  <a:txBody>
                    <a:bodyPr/>
                    <a:lstStyle/>
                    <a:p>
                      <a:r>
                        <a:rPr lang="fr-FR" sz="2000" b="1" dirty="0"/>
                        <a:t>Projet 3</a:t>
                      </a:r>
                    </a:p>
                  </a:txBody>
                  <a:tcPr/>
                </a:tc>
                <a:tc>
                  <a:txBody>
                    <a:bodyPr/>
                    <a:lstStyle/>
                    <a:p>
                      <a:endParaRPr lang="fr-FR" sz="2000"/>
                    </a:p>
                  </a:txBody>
                  <a:tcPr/>
                </a:tc>
                <a:tc>
                  <a:txBody>
                    <a:bodyPr/>
                    <a:lstStyle/>
                    <a:p>
                      <a:endParaRPr lang="fr-FR" sz="2000"/>
                    </a:p>
                  </a:txBody>
                  <a:tcPr/>
                </a:tc>
                <a:tc>
                  <a:txBody>
                    <a:bodyPr/>
                    <a:lstStyle/>
                    <a:p>
                      <a:endParaRPr lang="fr-FR" sz="2000"/>
                    </a:p>
                  </a:txBody>
                  <a:tcPr/>
                </a:tc>
                <a:tc>
                  <a:txBody>
                    <a:bodyPr/>
                    <a:lstStyle/>
                    <a:p>
                      <a:endParaRPr lang="fr-FR" sz="20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9462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156295-9067-459A-91BD-BB70F11DCC7F}"/>
              </a:ext>
            </a:extLst>
          </p:cNvPr>
          <p:cNvSpPr>
            <a:spLocks noGrp="1"/>
          </p:cNvSpPr>
          <p:nvPr>
            <p:ph type="title"/>
          </p:nvPr>
        </p:nvSpPr>
        <p:spPr/>
        <p:txBody>
          <a:bodyPr/>
          <a:lstStyle/>
          <a:p>
            <a:r>
              <a:rPr lang="fr-FR" dirty="0"/>
              <a:t>Exercice 3</a:t>
            </a:r>
          </a:p>
        </p:txBody>
      </p:sp>
      <p:sp>
        <p:nvSpPr>
          <p:cNvPr id="3" name="Espace réservé du contenu 2">
            <a:extLst>
              <a:ext uri="{FF2B5EF4-FFF2-40B4-BE49-F238E27FC236}">
                <a16:creationId xmlns:a16="http://schemas.microsoft.com/office/drawing/2014/main" id="{294902C2-ABF1-498A-89DD-2243206A1DA9}"/>
              </a:ext>
            </a:extLst>
          </p:cNvPr>
          <p:cNvSpPr>
            <a:spLocks noGrp="1"/>
          </p:cNvSpPr>
          <p:nvPr>
            <p:ph idx="1"/>
          </p:nvPr>
        </p:nvSpPr>
        <p:spPr>
          <a:xfrm>
            <a:off x="2589212" y="1510748"/>
            <a:ext cx="8915400" cy="4400474"/>
          </a:xfrm>
        </p:spPr>
        <p:txBody>
          <a:bodyPr/>
          <a:lstStyle/>
          <a:p>
            <a:r>
              <a:rPr lang="fr-FR" dirty="0"/>
              <a:t>Déterminez les ressources nécessaires à votre projet personnel</a:t>
            </a:r>
          </a:p>
          <a:p>
            <a:endParaRPr lang="fr-FR" dirty="0"/>
          </a:p>
          <a:p>
            <a:pPr marL="0" algn="l" rtl="0" eaLnBrk="1" fontAlgn="t" latinLnBrk="0" hangingPunct="1">
              <a:spcBef>
                <a:spcPts val="0"/>
              </a:spcBef>
              <a:spcAft>
                <a:spcPts val="0"/>
              </a:spcAft>
            </a:pPr>
            <a:endParaRPr lang="fr-FR" sz="1800" b="0" i="0" u="none" strike="noStrike" dirty="0">
              <a:effectLst/>
              <a:latin typeface="Arial" panose="020B0604020202020204" pitchFamily="34" charset="0"/>
            </a:endParaRPr>
          </a:p>
          <a:p>
            <a:endParaRPr lang="fr-FR" dirty="0"/>
          </a:p>
          <a:p>
            <a:endParaRPr lang="fr-FR" dirty="0"/>
          </a:p>
          <a:p>
            <a:endParaRPr lang="fr-FR" dirty="0"/>
          </a:p>
          <a:p>
            <a:endParaRPr lang="fr-FR" dirty="0"/>
          </a:p>
        </p:txBody>
      </p:sp>
      <p:sp>
        <p:nvSpPr>
          <p:cNvPr id="4" name="Espace réservé du numéro de diapositive 3">
            <a:extLst>
              <a:ext uri="{FF2B5EF4-FFF2-40B4-BE49-F238E27FC236}">
                <a16:creationId xmlns:a16="http://schemas.microsoft.com/office/drawing/2014/main" id="{C521D098-E1F3-4B83-B7BE-5E708B082701}"/>
              </a:ext>
            </a:extLst>
          </p:cNvPr>
          <p:cNvSpPr>
            <a:spLocks noGrp="1"/>
          </p:cNvSpPr>
          <p:nvPr>
            <p:ph type="sldNum" sz="quarter" idx="12"/>
          </p:nvPr>
        </p:nvSpPr>
        <p:spPr/>
        <p:txBody>
          <a:bodyPr/>
          <a:lstStyle/>
          <a:p>
            <a:fld id="{D44185AD-E683-4AF8-AD1F-F4A49E15F629}" type="slidenum">
              <a:rPr lang="fr-FR" smtClean="0"/>
              <a:t>40</a:t>
            </a:fld>
            <a:endParaRPr lang="fr-FR"/>
          </a:p>
        </p:txBody>
      </p:sp>
      <p:graphicFrame>
        <p:nvGraphicFramePr>
          <p:cNvPr id="5" name="Tableau 5">
            <a:extLst>
              <a:ext uri="{FF2B5EF4-FFF2-40B4-BE49-F238E27FC236}">
                <a16:creationId xmlns:a16="http://schemas.microsoft.com/office/drawing/2014/main" id="{6C054393-DD35-4840-8604-2FDE560D6B6D}"/>
              </a:ext>
            </a:extLst>
          </p:cNvPr>
          <p:cNvGraphicFramePr>
            <a:graphicFrameLocks noGrp="1"/>
          </p:cNvGraphicFramePr>
          <p:nvPr>
            <p:extLst>
              <p:ext uri="{D42A27DB-BD31-4B8C-83A1-F6EECF244321}">
                <p14:modId xmlns:p14="http://schemas.microsoft.com/office/powerpoint/2010/main" val="2451484194"/>
              </p:ext>
            </p:extLst>
          </p:nvPr>
        </p:nvGraphicFramePr>
        <p:xfrm>
          <a:off x="2456688" y="2531983"/>
          <a:ext cx="9178720" cy="1983696"/>
        </p:xfrm>
        <a:graphic>
          <a:graphicData uri="http://schemas.openxmlformats.org/drawingml/2006/table">
            <a:tbl>
              <a:tblPr firstRow="1" bandRow="1">
                <a:tableStyleId>{5C22544A-7EE6-4342-B048-85BDC9FD1C3A}</a:tableStyleId>
              </a:tblPr>
              <a:tblGrid>
                <a:gridCol w="1835744">
                  <a:extLst>
                    <a:ext uri="{9D8B030D-6E8A-4147-A177-3AD203B41FA5}">
                      <a16:colId xmlns:a16="http://schemas.microsoft.com/office/drawing/2014/main" val="4163304189"/>
                    </a:ext>
                  </a:extLst>
                </a:gridCol>
                <a:gridCol w="1835744">
                  <a:extLst>
                    <a:ext uri="{9D8B030D-6E8A-4147-A177-3AD203B41FA5}">
                      <a16:colId xmlns:a16="http://schemas.microsoft.com/office/drawing/2014/main" val="3974470996"/>
                    </a:ext>
                  </a:extLst>
                </a:gridCol>
                <a:gridCol w="1835744">
                  <a:extLst>
                    <a:ext uri="{9D8B030D-6E8A-4147-A177-3AD203B41FA5}">
                      <a16:colId xmlns:a16="http://schemas.microsoft.com/office/drawing/2014/main" val="3626296955"/>
                    </a:ext>
                  </a:extLst>
                </a:gridCol>
                <a:gridCol w="1835744">
                  <a:extLst>
                    <a:ext uri="{9D8B030D-6E8A-4147-A177-3AD203B41FA5}">
                      <a16:colId xmlns:a16="http://schemas.microsoft.com/office/drawing/2014/main" val="3358269668"/>
                    </a:ext>
                  </a:extLst>
                </a:gridCol>
                <a:gridCol w="1835744">
                  <a:extLst>
                    <a:ext uri="{9D8B030D-6E8A-4147-A177-3AD203B41FA5}">
                      <a16:colId xmlns:a16="http://schemas.microsoft.com/office/drawing/2014/main" val="821888659"/>
                    </a:ext>
                  </a:extLst>
                </a:gridCol>
              </a:tblGrid>
              <a:tr h="1036932">
                <a:tc>
                  <a:txBody>
                    <a:bodyPr/>
                    <a:lstStyle/>
                    <a:p>
                      <a:endParaRPr lang="fr-FR"/>
                    </a:p>
                  </a:txBody>
                  <a:tcPr/>
                </a:tc>
                <a:tc>
                  <a:txBody>
                    <a:bodyPr/>
                    <a:lstStyle/>
                    <a:p>
                      <a:r>
                        <a:rPr lang="fr-FR" sz="2000" dirty="0"/>
                        <a:t>Ressources financières</a:t>
                      </a:r>
                    </a:p>
                  </a:txBody>
                  <a:tcPr/>
                </a:tc>
                <a:tc>
                  <a:txBody>
                    <a:bodyPr/>
                    <a:lstStyle/>
                    <a:p>
                      <a:r>
                        <a:rPr lang="fr-FR" sz="2000" dirty="0"/>
                        <a:t>Ressources matérielles</a:t>
                      </a:r>
                    </a:p>
                  </a:txBody>
                  <a:tcPr/>
                </a:tc>
                <a:tc>
                  <a:txBody>
                    <a:bodyPr/>
                    <a:lstStyle/>
                    <a:p>
                      <a:r>
                        <a:rPr lang="fr-FR" sz="2000" dirty="0"/>
                        <a:t>Ressources humaines</a:t>
                      </a:r>
                    </a:p>
                  </a:txBody>
                  <a:tcPr/>
                </a:tc>
                <a:tc>
                  <a:txBody>
                    <a:bodyPr/>
                    <a:lstStyle/>
                    <a:p>
                      <a:r>
                        <a:rPr lang="fr-FR" sz="2000" dirty="0"/>
                        <a:t>Ressources immatérielles</a:t>
                      </a:r>
                    </a:p>
                  </a:txBody>
                  <a:tcPr/>
                </a:tc>
                <a:extLst>
                  <a:ext uri="{0D108BD9-81ED-4DB2-BD59-A6C34878D82A}">
                    <a16:rowId xmlns:a16="http://schemas.microsoft.com/office/drawing/2014/main" val="2355143842"/>
                  </a:ext>
                </a:extLst>
              </a:tr>
              <a:tr h="946764">
                <a:tc>
                  <a:txBody>
                    <a:bodyPr/>
                    <a:lstStyle/>
                    <a:p>
                      <a:pPr algn="ctr"/>
                      <a:r>
                        <a:rPr lang="fr-FR" b="1" dirty="0"/>
                        <a:t>Projet personnel</a:t>
                      </a:r>
                    </a:p>
                  </a:txBody>
                  <a:tcPr/>
                </a:tc>
                <a:tc>
                  <a:txBody>
                    <a:bodyPr/>
                    <a:lstStyle/>
                    <a:p>
                      <a:endParaRPr lang="fr-FR"/>
                    </a:p>
                  </a:txBody>
                  <a:tcPr/>
                </a:tc>
                <a:tc>
                  <a:txBody>
                    <a:bodyPr/>
                    <a:lstStyle/>
                    <a:p>
                      <a:endParaRPr lang="fr-FR" dirty="0"/>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3612117097"/>
                  </a:ext>
                </a:extLst>
              </a:tr>
            </a:tbl>
          </a:graphicData>
        </a:graphic>
      </p:graphicFrame>
    </p:spTree>
    <p:extLst>
      <p:ext uri="{BB962C8B-B14F-4D97-AF65-F5344CB8AC3E}">
        <p14:creationId xmlns:p14="http://schemas.microsoft.com/office/powerpoint/2010/main" val="1819815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Projet VS Processus</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499364496"/>
              </p:ext>
            </p:extLst>
          </p:nvPr>
        </p:nvGraphicFramePr>
        <p:xfrm>
          <a:off x="2589213" y="1596979"/>
          <a:ext cx="8915400" cy="4069725"/>
        </p:xfrm>
        <a:graphic>
          <a:graphicData uri="http://schemas.openxmlformats.org/drawingml/2006/table">
            <a:tbl>
              <a:tblPr firstRow="1" bandRow="1">
                <a:tableStyleId>{93296810-A885-4BE3-A3E7-6D5BEEA58F35}</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781816">
                <a:tc>
                  <a:txBody>
                    <a:bodyPr/>
                    <a:lstStyle/>
                    <a:p>
                      <a:pPr algn="ctr"/>
                      <a:r>
                        <a:rPr lang="fr-FR" sz="2400" dirty="0"/>
                        <a:t>Projet</a:t>
                      </a:r>
                    </a:p>
                  </a:txBody>
                  <a:tcPr/>
                </a:tc>
                <a:tc>
                  <a:txBody>
                    <a:bodyPr/>
                    <a:lstStyle/>
                    <a:p>
                      <a:pPr algn="ctr"/>
                      <a:r>
                        <a:rPr lang="fr-FR" sz="2400" dirty="0"/>
                        <a:t>Processus</a:t>
                      </a:r>
                    </a:p>
                  </a:txBody>
                  <a:tcPr/>
                </a:tc>
                <a:extLst>
                  <a:ext uri="{0D108BD9-81ED-4DB2-BD59-A6C34878D82A}">
                    <a16:rowId xmlns:a16="http://schemas.microsoft.com/office/drawing/2014/main" val="10000"/>
                  </a:ext>
                </a:extLst>
              </a:tr>
              <a:tr h="781816">
                <a:tc>
                  <a:txBody>
                    <a:bodyPr/>
                    <a:lstStyle/>
                    <a:p>
                      <a:r>
                        <a:rPr lang="fr-FR" sz="2000" dirty="0"/>
                        <a:t>Unique</a:t>
                      </a:r>
                    </a:p>
                  </a:txBody>
                  <a:tcPr/>
                </a:tc>
                <a:tc>
                  <a:txBody>
                    <a:bodyPr/>
                    <a:lstStyle/>
                    <a:p>
                      <a:r>
                        <a:rPr lang="fr-FR" sz="2000" dirty="0"/>
                        <a:t>Répétitif</a:t>
                      </a:r>
                    </a:p>
                  </a:txBody>
                  <a:tcPr/>
                </a:tc>
                <a:extLst>
                  <a:ext uri="{0D108BD9-81ED-4DB2-BD59-A6C34878D82A}">
                    <a16:rowId xmlns:a16="http://schemas.microsoft.com/office/drawing/2014/main" val="10001"/>
                  </a:ext>
                </a:extLst>
              </a:tr>
              <a:tr h="250609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sz="2000" dirty="0"/>
                        <a:t>Activité ponctuelle débouchant sur un résultat donné.</a:t>
                      </a:r>
                    </a:p>
                    <a:p>
                      <a:endParaRPr lang="fr-FR" sz="2000" dirty="0"/>
                    </a:p>
                  </a:txBody>
                  <a:tcPr/>
                </a:tc>
                <a:tc>
                  <a:txBody>
                    <a:bodyPr/>
                    <a:lstStyle/>
                    <a:p>
                      <a:r>
                        <a:rPr lang="fr-FR" sz="2000" dirty="0"/>
                        <a:t>Série d’étapes courantes servant à l’exécution d’une fonction donnée Exemple</a:t>
                      </a:r>
                      <a:r>
                        <a:rPr lang="fr-FR" sz="2000" baseline="0" dirty="0"/>
                        <a:t> : </a:t>
                      </a:r>
                      <a:r>
                        <a:rPr lang="fr-FR" sz="2000" dirty="0"/>
                        <a:t>processus d’approvisionnement</a:t>
                      </a:r>
                    </a:p>
                  </a:txBody>
                  <a:tcPr/>
                </a:tc>
                <a:extLst>
                  <a:ext uri="{0D108BD9-81ED-4DB2-BD59-A6C34878D82A}">
                    <a16:rowId xmlns:a16="http://schemas.microsoft.com/office/drawing/2014/main" val="10002"/>
                  </a:ext>
                </a:extLst>
              </a:tr>
            </a:tbl>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41</a:t>
            </a:fld>
            <a:endParaRPr lang="fr-FR"/>
          </a:p>
        </p:txBody>
      </p:sp>
    </p:spTree>
    <p:extLst>
      <p:ext uri="{BB962C8B-B14F-4D97-AF65-F5344CB8AC3E}">
        <p14:creationId xmlns:p14="http://schemas.microsoft.com/office/powerpoint/2010/main" val="3335843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704563" y="1506828"/>
            <a:ext cx="8487178" cy="2949082"/>
          </a:xfrm>
        </p:spPr>
        <p:txBody>
          <a:bodyPr>
            <a:normAutofit/>
          </a:bodyPr>
          <a:lstStyle/>
          <a:p>
            <a:pPr marL="174625" indent="-65088">
              <a:lnSpc>
                <a:spcPct val="90000"/>
              </a:lnSpc>
            </a:pPr>
            <a:r>
              <a:rPr lang="fr-CH" sz="3200" dirty="0"/>
              <a:t>Des points communs aux Projets…</a:t>
            </a:r>
          </a:p>
          <a:p>
            <a:pPr marL="174625" indent="-65088">
              <a:lnSpc>
                <a:spcPct val="90000"/>
              </a:lnSpc>
              <a:spcBef>
                <a:spcPct val="40000"/>
              </a:spcBef>
              <a:buFont typeface="Wingdings" pitchFamily="2" charset="2"/>
              <a:buChar char="ü"/>
            </a:pPr>
            <a:r>
              <a:rPr lang="fr-CH" sz="2000" dirty="0"/>
              <a:t> S’inscrivent dans un temps </a:t>
            </a:r>
            <a:r>
              <a:rPr lang="fr-CH" sz="2000" dirty="0">
                <a:solidFill>
                  <a:srgbClr val="0066FF"/>
                </a:solidFill>
              </a:rPr>
              <a:t>futur</a:t>
            </a:r>
          </a:p>
          <a:p>
            <a:pPr marL="174625" indent="-65088">
              <a:lnSpc>
                <a:spcPct val="90000"/>
              </a:lnSpc>
              <a:spcBef>
                <a:spcPct val="40000"/>
              </a:spcBef>
              <a:buFont typeface="Wingdings" pitchFamily="2" charset="2"/>
              <a:buChar char="ü"/>
            </a:pPr>
            <a:r>
              <a:rPr lang="fr-CH" sz="2000" dirty="0"/>
              <a:t> Il s’agit d’</a:t>
            </a:r>
            <a:r>
              <a:rPr lang="fr-CH" sz="2000" dirty="0">
                <a:solidFill>
                  <a:srgbClr val="0066FF"/>
                </a:solidFill>
              </a:rPr>
              <a:t>œuvres uniques</a:t>
            </a:r>
          </a:p>
          <a:p>
            <a:pPr marL="174625" indent="-65088">
              <a:lnSpc>
                <a:spcPct val="90000"/>
              </a:lnSpc>
              <a:spcBef>
                <a:spcPct val="40000"/>
              </a:spcBef>
              <a:buFont typeface="Wingdings" pitchFamily="2" charset="2"/>
              <a:buChar char="ü"/>
            </a:pPr>
            <a:r>
              <a:rPr lang="fr-CH" sz="2000" dirty="0"/>
              <a:t> On y consacre des </a:t>
            </a:r>
            <a:r>
              <a:rPr lang="fr-CH" sz="2000" dirty="0">
                <a:solidFill>
                  <a:srgbClr val="0066FF"/>
                </a:solidFill>
              </a:rPr>
              <a:t>ressources exceptionnelles</a:t>
            </a:r>
          </a:p>
          <a:p>
            <a:pPr marL="174625" indent="-65088">
              <a:lnSpc>
                <a:spcPct val="90000"/>
              </a:lnSpc>
              <a:spcBef>
                <a:spcPct val="40000"/>
              </a:spcBef>
              <a:buFont typeface="Wingdings" pitchFamily="2" charset="2"/>
              <a:buChar char="ü"/>
            </a:pPr>
            <a:r>
              <a:rPr lang="fr-CH" sz="2000" dirty="0"/>
              <a:t> Mettent en relations des </a:t>
            </a:r>
            <a:r>
              <a:rPr lang="fr-CH" sz="2000" dirty="0">
                <a:solidFill>
                  <a:srgbClr val="0066FF"/>
                </a:solidFill>
              </a:rPr>
              <a:t>parties prenantes</a:t>
            </a:r>
            <a:r>
              <a:rPr lang="fr-CH" sz="2000" dirty="0"/>
              <a:t> </a:t>
            </a:r>
          </a:p>
          <a:p>
            <a:pPr marL="174625" indent="-65088">
              <a:lnSpc>
                <a:spcPct val="90000"/>
              </a:lnSpc>
              <a:spcBef>
                <a:spcPct val="40000"/>
              </a:spcBef>
              <a:buFont typeface="Wingdings" pitchFamily="2" charset="2"/>
              <a:buChar char="ü"/>
            </a:pPr>
            <a:r>
              <a:rPr lang="fr-CH" sz="2000" dirty="0"/>
              <a:t> Nécessitent une </a:t>
            </a:r>
            <a:r>
              <a:rPr lang="fr-CH" sz="2000" dirty="0">
                <a:solidFill>
                  <a:srgbClr val="0066FF"/>
                </a:solidFill>
              </a:rPr>
              <a:t>organisation temporaire</a:t>
            </a:r>
            <a:endParaRPr lang="fr-FR" sz="2000"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42</a:t>
            </a:fld>
            <a:endParaRPr lang="fr-FR"/>
          </a:p>
        </p:txBody>
      </p:sp>
    </p:spTree>
    <p:extLst>
      <p:ext uri="{BB962C8B-B14F-4D97-AF65-F5344CB8AC3E}">
        <p14:creationId xmlns:p14="http://schemas.microsoft.com/office/powerpoint/2010/main" val="61736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Notions à connaitre</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471223953"/>
              </p:ext>
            </p:extLst>
          </p:nvPr>
        </p:nvGraphicFramePr>
        <p:xfrm>
          <a:off x="2589213" y="1596980"/>
          <a:ext cx="8915400" cy="43148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43</a:t>
            </a:fld>
            <a:endParaRPr lang="fr-FR"/>
          </a:p>
        </p:txBody>
      </p:sp>
    </p:spTree>
    <p:extLst>
      <p:ext uri="{BB962C8B-B14F-4D97-AF65-F5344CB8AC3E}">
        <p14:creationId xmlns:p14="http://schemas.microsoft.com/office/powerpoint/2010/main" val="31265275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12621" y="147337"/>
            <a:ext cx="8911687" cy="754184"/>
          </a:xfrm>
        </p:spPr>
        <p:txBody>
          <a:bodyPr/>
          <a:lstStyle/>
          <a:p>
            <a:r>
              <a:rPr lang="fr-FR" dirty="0"/>
              <a:t>Tâche</a:t>
            </a:r>
          </a:p>
        </p:txBody>
      </p:sp>
      <p:sp>
        <p:nvSpPr>
          <p:cNvPr id="3" name="Espace réservé du contenu 2"/>
          <p:cNvSpPr>
            <a:spLocks noGrp="1"/>
          </p:cNvSpPr>
          <p:nvPr>
            <p:ph idx="1"/>
          </p:nvPr>
        </p:nvSpPr>
        <p:spPr>
          <a:xfrm>
            <a:off x="1751527" y="901521"/>
            <a:ext cx="9994005" cy="5009701"/>
          </a:xfrm>
        </p:spPr>
        <p:txBody>
          <a:bodyPr>
            <a:noAutofit/>
          </a:bodyPr>
          <a:lstStyle/>
          <a:p>
            <a:pPr marL="0" indent="0">
              <a:buNone/>
            </a:pPr>
            <a:r>
              <a:rPr lang="fr-FR" sz="2000" dirty="0"/>
              <a:t>Une tâche est une action à mener pour aboutir à un résultat.</a:t>
            </a:r>
          </a:p>
          <a:p>
            <a:endParaRPr lang="fr-FR" sz="2000" dirty="0"/>
          </a:p>
          <a:p>
            <a:pPr marL="0" indent="0">
              <a:buNone/>
            </a:pPr>
            <a:r>
              <a:rPr lang="fr-FR" sz="2000" dirty="0"/>
              <a:t>A chaque tâche définie, il faut associer</a:t>
            </a:r>
          </a:p>
          <a:p>
            <a:endParaRPr lang="fr-FR" sz="2000" dirty="0"/>
          </a:p>
          <a:p>
            <a:r>
              <a:rPr lang="fr-FR" sz="2000" dirty="0"/>
              <a:t>        Un objectif précis et mesurable</a:t>
            </a:r>
          </a:p>
          <a:p>
            <a:r>
              <a:rPr lang="fr-FR" sz="2000" dirty="0"/>
              <a:t>        Des ressources humaines, matérielles et financières adaptées</a:t>
            </a:r>
          </a:p>
          <a:p>
            <a:r>
              <a:rPr lang="fr-FR" sz="2000" dirty="0"/>
              <a:t>        Une charge de travail exprimée en nombre de journées-homme</a:t>
            </a:r>
          </a:p>
          <a:p>
            <a:r>
              <a:rPr lang="fr-FR" sz="2000" dirty="0"/>
              <a:t>        Une durée ainsi qu’une date de début et une date de fin</a:t>
            </a:r>
          </a:p>
          <a:p>
            <a:endParaRPr lang="fr-FR" sz="2000" dirty="0"/>
          </a:p>
          <a:p>
            <a:r>
              <a:rPr lang="fr-FR" sz="2000" dirty="0"/>
              <a:t>Une tâche doit être assez courte (&lt; ou = à 15 jours)</a:t>
            </a:r>
          </a:p>
          <a:p>
            <a:endParaRPr lang="fr-FR" sz="2000" dirty="0"/>
          </a:p>
          <a:p>
            <a:r>
              <a:rPr lang="fr-FR" sz="2000" dirty="0"/>
              <a:t>Dans le cadre du planning, les tâches sont reliées entre elles par des relations de dépendance</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44</a:t>
            </a:fld>
            <a:endParaRPr lang="fr-FR"/>
          </a:p>
        </p:txBody>
      </p:sp>
    </p:spTree>
    <p:extLst>
      <p:ext uri="{BB962C8B-B14F-4D97-AF65-F5344CB8AC3E}">
        <p14:creationId xmlns:p14="http://schemas.microsoft.com/office/powerpoint/2010/main" val="3225672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89212" y="295922"/>
            <a:ext cx="8911687" cy="1280890"/>
          </a:xfrm>
        </p:spPr>
        <p:txBody>
          <a:bodyPr/>
          <a:lstStyle/>
          <a:p>
            <a:r>
              <a:rPr lang="fr-FR" dirty="0"/>
              <a:t>Jalon</a:t>
            </a:r>
          </a:p>
        </p:txBody>
      </p:sp>
      <p:sp>
        <p:nvSpPr>
          <p:cNvPr id="3" name="Espace réservé du contenu 2"/>
          <p:cNvSpPr>
            <a:spLocks noGrp="1"/>
          </p:cNvSpPr>
          <p:nvPr>
            <p:ph idx="1"/>
          </p:nvPr>
        </p:nvSpPr>
        <p:spPr>
          <a:xfrm>
            <a:off x="1741072" y="1192029"/>
            <a:ext cx="8915400" cy="4275605"/>
          </a:xfrm>
        </p:spPr>
        <p:txBody>
          <a:bodyPr>
            <a:normAutofit/>
          </a:bodyPr>
          <a:lstStyle/>
          <a:p>
            <a:pPr marL="0" indent="0">
              <a:buNone/>
            </a:pPr>
            <a:r>
              <a:rPr lang="fr-FR" sz="2200" dirty="0"/>
              <a:t>Les jalons d’un projet se définissent comme</a:t>
            </a:r>
          </a:p>
          <a:p>
            <a:endParaRPr lang="fr-FR" sz="2200" dirty="0"/>
          </a:p>
          <a:p>
            <a:r>
              <a:rPr lang="fr-FR" sz="2200" dirty="0"/>
              <a:t>        Des événements clés, montrant une certaine progression du projet</a:t>
            </a:r>
          </a:p>
          <a:p>
            <a:r>
              <a:rPr lang="fr-FR" sz="2200" dirty="0"/>
              <a:t>        Des dates importantes de réalisation d’un projet</a:t>
            </a:r>
          </a:p>
          <a:p>
            <a:r>
              <a:rPr lang="fr-FR" sz="2200" dirty="0"/>
              <a:t>        Une réalisation concrète (production de livrables)</a:t>
            </a:r>
          </a:p>
          <a:p>
            <a:endParaRPr lang="fr-FR" sz="2200" dirty="0"/>
          </a:p>
          <a:p>
            <a:pPr marL="0" indent="0">
              <a:buNone/>
            </a:pPr>
            <a:endParaRPr lang="fr-FR" sz="2200"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45</a:t>
            </a:fld>
            <a:endParaRPr lang="fr-FR"/>
          </a:p>
        </p:txBody>
      </p:sp>
      <p:pic>
        <p:nvPicPr>
          <p:cNvPr id="6" name="Image 5">
            <a:extLst>
              <a:ext uri="{FF2B5EF4-FFF2-40B4-BE49-F238E27FC236}">
                <a16:creationId xmlns:a16="http://schemas.microsoft.com/office/drawing/2014/main" id="{B1718EF5-7D25-462C-9FB4-15D9C9BC3B22}"/>
              </a:ext>
            </a:extLst>
          </p:cNvPr>
          <p:cNvPicPr>
            <a:picLocks noChangeAspect="1"/>
          </p:cNvPicPr>
          <p:nvPr/>
        </p:nvPicPr>
        <p:blipFill>
          <a:blip r:embed="rId2"/>
          <a:stretch>
            <a:fillRect/>
          </a:stretch>
        </p:blipFill>
        <p:spPr>
          <a:xfrm>
            <a:off x="3803375" y="4128562"/>
            <a:ext cx="5247860" cy="2433516"/>
          </a:xfrm>
          <a:prstGeom prst="rect">
            <a:avLst/>
          </a:prstGeom>
        </p:spPr>
      </p:pic>
    </p:spTree>
    <p:extLst>
      <p:ext uri="{BB962C8B-B14F-4D97-AF65-F5344CB8AC3E}">
        <p14:creationId xmlns:p14="http://schemas.microsoft.com/office/powerpoint/2010/main" val="21697908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DDB7D6B-CB6E-4C23-8916-3F56C709FAE2}"/>
              </a:ext>
            </a:extLst>
          </p:cNvPr>
          <p:cNvSpPr>
            <a:spLocks noGrp="1"/>
          </p:cNvSpPr>
          <p:nvPr>
            <p:ph idx="1"/>
          </p:nvPr>
        </p:nvSpPr>
        <p:spPr>
          <a:xfrm>
            <a:off x="1311579" y="787782"/>
            <a:ext cx="10193033" cy="5123440"/>
          </a:xfrm>
        </p:spPr>
        <p:txBody>
          <a:bodyPr/>
          <a:lstStyle/>
          <a:p>
            <a:r>
              <a:rPr lang="fr-FR" sz="2400" b="1" dirty="0"/>
              <a:t>L'objectif d'un jalon est de s'assurer à un moment donné :</a:t>
            </a:r>
          </a:p>
          <a:p>
            <a:endParaRPr lang="fr-FR" sz="2400" b="1" dirty="0"/>
          </a:p>
          <a:p>
            <a:pPr>
              <a:buFont typeface="Arial" panose="020B0604020202020204" pitchFamily="34" charset="0"/>
              <a:buChar char="•"/>
            </a:pPr>
            <a:r>
              <a:rPr lang="fr-FR" sz="2400" b="1" dirty="0"/>
              <a:t>du bon déroulement de la phase précédente </a:t>
            </a:r>
            <a:r>
              <a:rPr lang="fr-FR" sz="2400" dirty="0"/>
              <a:t>- notamment pour capitaliser sur ce qui a fonctionné ou pas et revoir potentiellement les pratiques pour la suite.</a:t>
            </a:r>
          </a:p>
          <a:p>
            <a:pPr>
              <a:buFont typeface="Arial" panose="020B0604020202020204" pitchFamily="34" charset="0"/>
              <a:buChar char="•"/>
            </a:pPr>
            <a:r>
              <a:rPr lang="fr-FR" sz="2400" b="1" dirty="0"/>
              <a:t>de la validation des livrables attendus : </a:t>
            </a:r>
            <a:r>
              <a:rPr lang="fr-FR" sz="2400" dirty="0"/>
              <a:t>obtention et conformité. </a:t>
            </a:r>
            <a:r>
              <a:rPr lang="fr-FR" sz="2400" dirty="0">
                <a:solidFill>
                  <a:schemeClr val="tx1"/>
                </a:solidFill>
                <a:hlinkClick r:id="rId2">
                  <a:extLst>
                    <a:ext uri="{A12FA001-AC4F-418D-AE19-62706E023703}">
                      <ahyp:hlinkClr xmlns:ahyp="http://schemas.microsoft.com/office/drawing/2018/hyperlinkcolor" val="tx"/>
                    </a:ext>
                  </a:extLst>
                </a:hlinkClick>
              </a:rPr>
              <a:t>Un livrable peut être le point de départ d'une nouvelle étape </a:t>
            </a:r>
            <a:r>
              <a:rPr lang="fr-FR" sz="2400" dirty="0">
                <a:solidFill>
                  <a:schemeClr val="tx1"/>
                </a:solidFill>
              </a:rPr>
              <a:t>: par exemple, la réception d'une livraison d'un fournisseur déclenche une étape de conception.</a:t>
            </a:r>
          </a:p>
          <a:p>
            <a:pPr>
              <a:buFont typeface="Arial" panose="020B0604020202020204" pitchFamily="34" charset="0"/>
              <a:buChar char="•"/>
            </a:pPr>
            <a:endParaRPr lang="fr-FR" sz="2400" dirty="0">
              <a:solidFill>
                <a:schemeClr val="tx1"/>
              </a:solidFill>
            </a:endParaRPr>
          </a:p>
          <a:p>
            <a:pPr>
              <a:buFont typeface="Arial" panose="020B0604020202020204" pitchFamily="34" charset="0"/>
              <a:buChar char="•"/>
            </a:pPr>
            <a:r>
              <a:rPr lang="fr-FR" sz="2400" b="1" dirty="0"/>
              <a:t>de la décision du lancement de l'étape suivante - </a:t>
            </a:r>
            <a:r>
              <a:rPr lang="fr-FR" sz="2400" dirty="0"/>
              <a:t>pouvant donner lieu à une </a:t>
            </a:r>
            <a:r>
              <a:rPr lang="fr-FR" sz="2400" dirty="0" err="1"/>
              <a:t>re-planification</a:t>
            </a:r>
            <a:r>
              <a:rPr lang="fr-FR" sz="2400" dirty="0"/>
              <a:t>.</a:t>
            </a:r>
          </a:p>
          <a:p>
            <a:endParaRPr lang="fr-FR" dirty="0"/>
          </a:p>
        </p:txBody>
      </p:sp>
      <p:sp>
        <p:nvSpPr>
          <p:cNvPr id="4" name="Espace réservé du numéro de diapositive 3">
            <a:extLst>
              <a:ext uri="{FF2B5EF4-FFF2-40B4-BE49-F238E27FC236}">
                <a16:creationId xmlns:a16="http://schemas.microsoft.com/office/drawing/2014/main" id="{5B9AFBB7-3D8F-4B17-9089-35E7E61EC7DC}"/>
              </a:ext>
            </a:extLst>
          </p:cNvPr>
          <p:cNvSpPr>
            <a:spLocks noGrp="1"/>
          </p:cNvSpPr>
          <p:nvPr>
            <p:ph type="sldNum" sz="quarter" idx="12"/>
          </p:nvPr>
        </p:nvSpPr>
        <p:spPr/>
        <p:txBody>
          <a:bodyPr/>
          <a:lstStyle/>
          <a:p>
            <a:fld id="{D44185AD-E683-4AF8-AD1F-F4A49E15F629}" type="slidenum">
              <a:rPr lang="fr-FR" smtClean="0"/>
              <a:t>46</a:t>
            </a:fld>
            <a:endParaRPr lang="fr-FR"/>
          </a:p>
        </p:txBody>
      </p:sp>
    </p:spTree>
    <p:extLst>
      <p:ext uri="{BB962C8B-B14F-4D97-AF65-F5344CB8AC3E}">
        <p14:creationId xmlns:p14="http://schemas.microsoft.com/office/powerpoint/2010/main" val="6036874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Livrable</a:t>
            </a:r>
          </a:p>
        </p:txBody>
      </p:sp>
      <p:sp>
        <p:nvSpPr>
          <p:cNvPr id="3" name="Espace réservé du contenu 2"/>
          <p:cNvSpPr>
            <a:spLocks noGrp="1"/>
          </p:cNvSpPr>
          <p:nvPr>
            <p:ph idx="1"/>
          </p:nvPr>
        </p:nvSpPr>
        <p:spPr>
          <a:xfrm>
            <a:off x="2589212" y="1532586"/>
            <a:ext cx="8915400" cy="4378636"/>
          </a:xfrm>
        </p:spPr>
        <p:txBody>
          <a:bodyPr>
            <a:normAutofit/>
          </a:bodyPr>
          <a:lstStyle/>
          <a:p>
            <a:r>
              <a:rPr lang="fr-FR" sz="2200" dirty="0"/>
              <a:t>Un livrable est tout résultat, document, mesurable, tangible ou vérifiable, qui résulte de l ’achèvement d’une partie de projet ou du projet.</a:t>
            </a:r>
          </a:p>
          <a:p>
            <a:endParaRPr lang="fr-FR" sz="2200" dirty="0"/>
          </a:p>
          <a:p>
            <a:r>
              <a:rPr lang="fr-FR" sz="2200" dirty="0"/>
              <a:t>Exemple : Un cahier des charges et une étude de faisabilité sont des livrables.</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47</a:t>
            </a:fld>
            <a:endParaRPr lang="fr-FR"/>
          </a:p>
        </p:txBody>
      </p:sp>
    </p:spTree>
    <p:extLst>
      <p:ext uri="{BB962C8B-B14F-4D97-AF65-F5344CB8AC3E}">
        <p14:creationId xmlns:p14="http://schemas.microsoft.com/office/powerpoint/2010/main" val="38114229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93949" y="231820"/>
            <a:ext cx="10010663" cy="1673180"/>
          </a:xfrm>
        </p:spPr>
        <p:txBody>
          <a:bodyPr/>
          <a:lstStyle/>
          <a:p>
            <a:pPr algn="ctr"/>
            <a:r>
              <a:rPr lang="fr-FR" dirty="0"/>
              <a:t>Loi de Murphy : </a:t>
            </a:r>
            <a:r>
              <a:rPr lang="en-US" dirty="0"/>
              <a:t> Anything that can go wrong will go wrong.</a:t>
            </a:r>
            <a:endParaRPr lang="fr-FR" dirty="0"/>
          </a:p>
        </p:txBody>
      </p:sp>
      <p:pic>
        <p:nvPicPr>
          <p:cNvPr id="5" name="Espace réservé du contenu 4"/>
          <p:cNvPicPr>
            <a:picLocks noGrp="1" noChangeAspect="1"/>
          </p:cNvPicPr>
          <p:nvPr>
            <p:ph idx="1"/>
          </p:nvPr>
        </p:nvPicPr>
        <p:blipFill>
          <a:blip r:embed="rId2"/>
          <a:stretch>
            <a:fillRect/>
          </a:stretch>
        </p:blipFill>
        <p:spPr>
          <a:xfrm>
            <a:off x="1970468" y="1587886"/>
            <a:ext cx="9534144" cy="5044734"/>
          </a:xfrm>
          <a:prstGeom prst="rect">
            <a:avLst/>
          </a:prstGeom>
        </p:spPr>
      </p:pic>
      <p:sp>
        <p:nvSpPr>
          <p:cNvPr id="4" name="Espace réservé du numéro de diapositive 3"/>
          <p:cNvSpPr>
            <a:spLocks noGrp="1"/>
          </p:cNvSpPr>
          <p:nvPr>
            <p:ph type="sldNum" sz="quarter" idx="12"/>
          </p:nvPr>
        </p:nvSpPr>
        <p:spPr/>
        <p:txBody>
          <a:bodyPr/>
          <a:lstStyle/>
          <a:p>
            <a:fld id="{D44185AD-E683-4AF8-AD1F-F4A49E15F629}" type="slidenum">
              <a:rPr lang="fr-FR" smtClean="0"/>
              <a:t>48</a:t>
            </a:fld>
            <a:endParaRPr lang="fr-FR"/>
          </a:p>
        </p:txBody>
      </p:sp>
    </p:spTree>
    <p:extLst>
      <p:ext uri="{BB962C8B-B14F-4D97-AF65-F5344CB8AC3E}">
        <p14:creationId xmlns:p14="http://schemas.microsoft.com/office/powerpoint/2010/main" val="1325504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584102" y="1365160"/>
            <a:ext cx="9968248" cy="4597759"/>
          </a:xfrm>
        </p:spPr>
        <p:txBody>
          <a:bodyPr>
            <a:normAutofit/>
          </a:bodyPr>
          <a:lstStyle/>
          <a:p>
            <a:r>
              <a:rPr lang="fr-FR" sz="2200" dirty="0"/>
              <a:t>Rien n’est aussi simple qu’il y paraît. </a:t>
            </a:r>
          </a:p>
          <a:p>
            <a:r>
              <a:rPr lang="fr-FR" sz="2200" dirty="0"/>
              <a:t> Tout prend plus de temps que ce que vous pensez. </a:t>
            </a:r>
          </a:p>
          <a:p>
            <a:r>
              <a:rPr lang="fr-FR" sz="2200" dirty="0"/>
              <a:t> Tout ce qui est susceptible de mal tourner, tournera nécessairement mal. </a:t>
            </a:r>
          </a:p>
          <a:p>
            <a:r>
              <a:rPr lang="fr-FR" sz="2200" dirty="0"/>
              <a:t> S’il existe plusieurs façons pour les choses de mal se passer, c’est celle qui fera le plus de dégâts qui se produira. </a:t>
            </a:r>
          </a:p>
          <a:p>
            <a:r>
              <a:rPr lang="fr-FR" sz="2200" dirty="0"/>
              <a:t>Si quelque chose “ne peut tout simplement pas mal tourner”, ça tournera mal quand même. </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49</a:t>
            </a:fld>
            <a:endParaRPr lang="fr-FR"/>
          </a:p>
        </p:txBody>
      </p:sp>
    </p:spTree>
    <p:extLst>
      <p:ext uri="{BB962C8B-B14F-4D97-AF65-F5344CB8AC3E}">
        <p14:creationId xmlns:p14="http://schemas.microsoft.com/office/powerpoint/2010/main" val="26432655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50772" y="914399"/>
            <a:ext cx="9353840" cy="5318975"/>
          </a:xfrm>
        </p:spPr>
        <p:txBody>
          <a:bodyPr>
            <a:noAutofit/>
          </a:bodyPr>
          <a:lstStyle/>
          <a:p>
            <a:r>
              <a:rPr lang="fr-FR" sz="2200" dirty="0"/>
              <a:t>Si vous avez trouvé plusieurs façons pour les choses de mal se passer, mais que vous les avez circonvenues, une autre façon apparaîtra spontanément.  Laissées à elles-mêmes, les choses ont tendance à aller de mal en pis. </a:t>
            </a:r>
          </a:p>
          <a:p>
            <a:r>
              <a:rPr lang="fr-FR" sz="2200" dirty="0"/>
              <a:t>Si tout semble manifestement bien se passer, c’est que quelque chose vous a échappé. </a:t>
            </a:r>
          </a:p>
          <a:p>
            <a:r>
              <a:rPr lang="fr-FR" sz="2200" dirty="0"/>
              <a:t>Il est impossible de faire quoi que ce soit à l’épreuve des imbéciles : les imbéciles se montrent toujours si ingénieux ! </a:t>
            </a:r>
          </a:p>
          <a:p>
            <a:r>
              <a:rPr lang="fr-FR" sz="2200" dirty="0"/>
              <a:t>Si vous décidez de faire quelque chose, il y aura toujours autre chose à faire avant.</a:t>
            </a:r>
          </a:p>
          <a:p>
            <a:r>
              <a:rPr lang="fr-FR" sz="2200" dirty="0"/>
              <a:t> Chaque solution apporte de nouveaux problèmes.</a:t>
            </a:r>
          </a:p>
          <a:p>
            <a:endParaRPr lang="fr-FR" sz="2200"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50</a:t>
            </a:fld>
            <a:endParaRPr lang="fr-FR"/>
          </a:p>
        </p:txBody>
      </p:sp>
    </p:spTree>
    <p:extLst>
      <p:ext uri="{BB962C8B-B14F-4D97-AF65-F5344CB8AC3E}">
        <p14:creationId xmlns:p14="http://schemas.microsoft.com/office/powerpoint/2010/main" val="19456724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89212" y="1700011"/>
            <a:ext cx="8915400" cy="4211211"/>
          </a:xfrm>
        </p:spPr>
        <p:txBody>
          <a:bodyPr>
            <a:normAutofit/>
          </a:bodyPr>
          <a:lstStyle/>
          <a:p>
            <a:r>
              <a:rPr lang="fr-FR" sz="2400" dirty="0"/>
              <a:t>on ne considère pas la loi de Murphy comme vraie, mais on conçoit tout système comme si la loi était vraie. </a:t>
            </a:r>
          </a:p>
          <a:p>
            <a:endParaRPr lang="fr-FR" sz="2400" dirty="0"/>
          </a:p>
          <a:p>
            <a:r>
              <a:rPr lang="fr-FR" sz="2400" dirty="0"/>
              <a:t>En particulier, un équipement doit être à l'épreuve non seulement des accidents les plus improbables, mais aussi des manœuvres les plus stupides de la part de l'utilisateur.</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51</a:t>
            </a:fld>
            <a:endParaRPr lang="fr-FR"/>
          </a:p>
        </p:txBody>
      </p:sp>
    </p:spTree>
    <p:extLst>
      <p:ext uri="{BB962C8B-B14F-4D97-AF65-F5344CB8AC3E}">
        <p14:creationId xmlns:p14="http://schemas.microsoft.com/office/powerpoint/2010/main" val="42551610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acteurs du projet</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765614613"/>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52</a:t>
            </a:fld>
            <a:endParaRPr lang="fr-FR"/>
          </a:p>
        </p:txBody>
      </p:sp>
    </p:spTree>
    <p:extLst>
      <p:ext uri="{BB962C8B-B14F-4D97-AF65-F5344CB8AC3E}">
        <p14:creationId xmlns:p14="http://schemas.microsoft.com/office/powerpoint/2010/main" val="39995584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 gestionnaire de projet</a:t>
            </a:r>
          </a:p>
        </p:txBody>
      </p:sp>
      <p:sp>
        <p:nvSpPr>
          <p:cNvPr id="3" name="Espace réservé du contenu 2"/>
          <p:cNvSpPr>
            <a:spLocks noGrp="1"/>
          </p:cNvSpPr>
          <p:nvPr>
            <p:ph idx="1"/>
          </p:nvPr>
        </p:nvSpPr>
        <p:spPr>
          <a:xfrm>
            <a:off x="2589212" y="1712890"/>
            <a:ext cx="8915400" cy="4198332"/>
          </a:xfrm>
        </p:spPr>
        <p:txBody>
          <a:bodyPr>
            <a:normAutofit/>
          </a:bodyPr>
          <a:lstStyle/>
          <a:p>
            <a:pPr marL="0" indent="0">
              <a:buNone/>
            </a:pPr>
            <a:r>
              <a:rPr lang="fr-FR" sz="2400" dirty="0"/>
              <a:t>Directeur, chef, chargé, manager de projet(s)…</a:t>
            </a:r>
          </a:p>
          <a:p>
            <a:r>
              <a:rPr lang="fr-FR" sz="2400" b="1" dirty="0"/>
              <a:t>savoir : </a:t>
            </a:r>
            <a:r>
              <a:rPr lang="fr-FR" sz="2400" dirty="0"/>
              <a:t>connaissance générale</a:t>
            </a:r>
          </a:p>
          <a:p>
            <a:r>
              <a:rPr lang="fr-FR" sz="2400" b="1" dirty="0"/>
              <a:t>savoir faire : </a:t>
            </a:r>
            <a:r>
              <a:rPr lang="fr-FR" sz="2400" dirty="0"/>
              <a:t>expérience concrète ou simulée</a:t>
            </a:r>
          </a:p>
          <a:p>
            <a:r>
              <a:rPr lang="fr-FR" sz="2400" b="1" dirty="0"/>
              <a:t>savoir faire-faire </a:t>
            </a:r>
            <a:r>
              <a:rPr lang="fr-FR" sz="2400" dirty="0"/>
              <a:t>: capacité d’intégrer des compétences diverses et très spécialisées</a:t>
            </a:r>
          </a:p>
          <a:p>
            <a:r>
              <a:rPr lang="fr-FR" sz="2400" b="1" dirty="0"/>
              <a:t>savoir être : </a:t>
            </a:r>
            <a:r>
              <a:rPr lang="fr-FR" sz="2400" dirty="0"/>
              <a:t>capacité à contextualiser la situation</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53</a:t>
            </a:fld>
            <a:endParaRPr lang="fr-FR"/>
          </a:p>
        </p:txBody>
      </p:sp>
    </p:spTree>
    <p:extLst>
      <p:ext uri="{BB962C8B-B14F-4D97-AF65-F5344CB8AC3E}">
        <p14:creationId xmlns:p14="http://schemas.microsoft.com/office/powerpoint/2010/main" val="36489113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687132" y="787782"/>
            <a:ext cx="9817480" cy="5123440"/>
          </a:xfrm>
        </p:spPr>
        <p:txBody>
          <a:bodyPr>
            <a:normAutofit/>
          </a:bodyPr>
          <a:lstStyle/>
          <a:p>
            <a:pPr algn="just"/>
            <a:r>
              <a:rPr lang="fr-FR" sz="2000" dirty="0"/>
              <a:t>Voici quelques exemples de ce qu’un gestionnaire de projet doit accomplir :</a:t>
            </a:r>
          </a:p>
          <a:p>
            <a:pPr algn="just"/>
            <a:endParaRPr lang="fr-FR" sz="2000" dirty="0"/>
          </a:p>
          <a:p>
            <a:pPr algn="just">
              <a:buFont typeface="Arial" panose="020B0604020202020204" pitchFamily="34" charset="0"/>
              <a:buChar char="•"/>
            </a:pPr>
            <a:r>
              <a:rPr lang="fr-FR" sz="2000" dirty="0"/>
              <a:t>Il doit </a:t>
            </a:r>
            <a:r>
              <a:rPr lang="fr-FR" sz="2000" b="1" dirty="0"/>
              <a:t>définir le projet</a:t>
            </a:r>
            <a:r>
              <a:rPr lang="fr-FR" sz="2000" dirty="0"/>
              <a:t>, le réduire à un ensemble </a:t>
            </a:r>
            <a:r>
              <a:rPr lang="fr-FR" sz="2000" b="1" dirty="0"/>
              <a:t>de tâches </a:t>
            </a:r>
            <a:r>
              <a:rPr lang="fr-FR" sz="2000" dirty="0"/>
              <a:t>à gérer, obtenir des </a:t>
            </a:r>
            <a:r>
              <a:rPr lang="fr-FR" sz="2000" b="1" dirty="0"/>
              <a:t>ressources</a:t>
            </a:r>
            <a:r>
              <a:rPr lang="fr-FR" sz="2000" dirty="0"/>
              <a:t> appropriées et construire </a:t>
            </a:r>
            <a:r>
              <a:rPr lang="fr-FR" sz="2000" b="1" dirty="0"/>
              <a:t>une équipe.</a:t>
            </a:r>
          </a:p>
          <a:p>
            <a:pPr algn="just">
              <a:buFont typeface="Arial" panose="020B0604020202020204" pitchFamily="34" charset="0"/>
              <a:buChar char="•"/>
            </a:pPr>
            <a:r>
              <a:rPr lang="fr-FR" sz="2000" dirty="0"/>
              <a:t>Il doit aussi définir l’objectif final du projet et motiver l’équipe afin qu’elle termine le travail à temps.</a:t>
            </a:r>
          </a:p>
          <a:p>
            <a:pPr algn="just">
              <a:buFont typeface="Arial" panose="020B0604020202020204" pitchFamily="34" charset="0"/>
              <a:buChar char="•"/>
            </a:pPr>
            <a:r>
              <a:rPr lang="fr-FR" sz="2000" dirty="0"/>
              <a:t>Il doit </a:t>
            </a:r>
            <a:r>
              <a:rPr lang="fr-FR" sz="2000" b="1" dirty="0"/>
              <a:t>informer</a:t>
            </a:r>
            <a:r>
              <a:rPr lang="fr-FR" sz="2000" dirty="0"/>
              <a:t> régulièrement toutes les parties prenantes des progrès du projet.</a:t>
            </a:r>
          </a:p>
          <a:p>
            <a:pPr algn="just">
              <a:buFont typeface="Arial" panose="020B0604020202020204" pitchFamily="34" charset="0"/>
              <a:buChar char="•"/>
            </a:pPr>
            <a:r>
              <a:rPr lang="fr-FR" sz="2000" dirty="0"/>
              <a:t>Il doit sans cesse </a:t>
            </a:r>
            <a:r>
              <a:rPr lang="fr-FR" sz="2000" b="1" dirty="0"/>
              <a:t>évaluer les risques </a:t>
            </a:r>
            <a:r>
              <a:rPr lang="fr-FR" sz="2000" dirty="0"/>
              <a:t>car aucun projet ne se déroule jamais tout à fait comme prévu.</a:t>
            </a:r>
          </a:p>
          <a:p>
            <a:pPr algn="just">
              <a:buFont typeface="Arial" panose="020B0604020202020204" pitchFamily="34" charset="0"/>
              <a:buChar char="•"/>
            </a:pPr>
            <a:endParaRPr lang="fr-FR" sz="2000"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54</a:t>
            </a:fld>
            <a:endParaRPr lang="fr-FR"/>
          </a:p>
        </p:txBody>
      </p:sp>
    </p:spTree>
    <p:extLst>
      <p:ext uri="{BB962C8B-B14F-4D97-AF65-F5344CB8AC3E}">
        <p14:creationId xmlns:p14="http://schemas.microsoft.com/office/powerpoint/2010/main" val="30069520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11578" y="624110"/>
            <a:ext cx="11026383" cy="1280890"/>
          </a:xfrm>
        </p:spPr>
        <p:txBody>
          <a:bodyPr/>
          <a:lstStyle/>
          <a:p>
            <a:r>
              <a:rPr lang="fr-FR" dirty="0"/>
              <a:t>Avez-vous l’étoffe d’un chef de projet efficace ?</a:t>
            </a:r>
          </a:p>
        </p:txBody>
      </p:sp>
      <p:sp>
        <p:nvSpPr>
          <p:cNvPr id="3" name="Espace réservé du contenu 2"/>
          <p:cNvSpPr>
            <a:spLocks noGrp="1"/>
          </p:cNvSpPr>
          <p:nvPr>
            <p:ph idx="1"/>
          </p:nvPr>
        </p:nvSpPr>
        <p:spPr>
          <a:xfrm>
            <a:off x="1159099" y="1316579"/>
            <a:ext cx="10663707" cy="5251645"/>
          </a:xfrm>
        </p:spPr>
        <p:txBody>
          <a:bodyPr>
            <a:normAutofit/>
          </a:bodyPr>
          <a:lstStyle/>
          <a:p>
            <a:endParaRPr lang="fr-FR" sz="3200" dirty="0">
              <a:solidFill>
                <a:srgbClr val="000000"/>
              </a:solidFill>
              <a:latin typeface="Cheltenham ITC Pro Book"/>
            </a:endParaRPr>
          </a:p>
          <a:p>
            <a:pPr>
              <a:buFont typeface="+mj-lt"/>
              <a:buAutoNum type="arabicPeriod"/>
            </a:pPr>
            <a:r>
              <a:rPr lang="fr-FR" dirty="0">
                <a:solidFill>
                  <a:srgbClr val="000000"/>
                </a:solidFill>
                <a:latin typeface="Cheltenham ITC Pro Book"/>
              </a:rPr>
              <a:t>Êtes-vous plus soucieux d’avoir de bonnes relations avec tout le monde ou de faire en sorte que le travail soit fait ?</a:t>
            </a:r>
          </a:p>
          <a:p>
            <a:pPr>
              <a:buFont typeface="+mj-lt"/>
              <a:buAutoNum type="arabicPeriod"/>
            </a:pPr>
            <a:r>
              <a:rPr lang="fr-FR" dirty="0">
                <a:solidFill>
                  <a:srgbClr val="000000"/>
                </a:solidFill>
                <a:latin typeface="Cheltenham ITC Pro Book"/>
              </a:rPr>
              <a:t>Préférez-vous exécuter des tâches techniques ou encadrer les personnes chargées du travail technique ?</a:t>
            </a:r>
          </a:p>
          <a:p>
            <a:pPr>
              <a:buFont typeface="+mj-lt"/>
              <a:buAutoNum type="arabicPeriod"/>
            </a:pPr>
            <a:r>
              <a:rPr lang="fr-FR" dirty="0">
                <a:solidFill>
                  <a:srgbClr val="000000"/>
                </a:solidFill>
                <a:latin typeface="Cheltenham ITC Pro Book"/>
              </a:rPr>
              <a:t>Pensez-vous que le meilleur moyen de venir à bout d’une tâche difficile soit de le faire vous-même ?</a:t>
            </a:r>
          </a:p>
          <a:p>
            <a:pPr>
              <a:buFont typeface="+mj-lt"/>
              <a:buAutoNum type="arabicPeriod"/>
            </a:pPr>
            <a:r>
              <a:rPr lang="fr-FR" dirty="0">
                <a:solidFill>
                  <a:srgbClr val="000000"/>
                </a:solidFill>
                <a:latin typeface="Cheltenham ITC Pro Book"/>
              </a:rPr>
              <a:t>Préférez-vous des tâches récurrentes et répétitives ou l’imprévu et le changement ?</a:t>
            </a:r>
          </a:p>
          <a:p>
            <a:pPr>
              <a:buFont typeface="+mj-lt"/>
              <a:buAutoNum type="arabicPeriod"/>
            </a:pPr>
            <a:r>
              <a:rPr lang="fr-FR" dirty="0">
                <a:solidFill>
                  <a:srgbClr val="000000"/>
                </a:solidFill>
                <a:latin typeface="Cheltenham ITC Pro Book"/>
              </a:rPr>
              <a:t>Préférez-vous passer votre temps à développer des idées au lieu d’expliquer ces idées aux autres ?</a:t>
            </a:r>
          </a:p>
          <a:p>
            <a:pPr>
              <a:buFont typeface="+mj-lt"/>
              <a:buAutoNum type="arabicPeriod"/>
            </a:pPr>
            <a:r>
              <a:rPr lang="fr-FR" dirty="0">
                <a:solidFill>
                  <a:srgbClr val="000000"/>
                </a:solidFill>
                <a:latin typeface="Cheltenham ITC Pro Book"/>
              </a:rPr>
              <a:t>Gérez-vous bien les crises ?</a:t>
            </a:r>
          </a:p>
          <a:p>
            <a:pPr>
              <a:buFont typeface="+mj-lt"/>
              <a:buAutoNum type="arabicPeriod"/>
            </a:pPr>
            <a:r>
              <a:rPr lang="fr-FR" dirty="0">
                <a:solidFill>
                  <a:srgbClr val="000000"/>
                </a:solidFill>
                <a:latin typeface="Cheltenham ITC Pro Book"/>
              </a:rPr>
              <a:t>Préférez-vous travailler seul ou en équipe ?</a:t>
            </a:r>
          </a:p>
          <a:p>
            <a:pPr>
              <a:buFont typeface="+mj-lt"/>
              <a:buAutoNum type="arabicPeriod"/>
            </a:pPr>
            <a:r>
              <a:rPr lang="fr-FR" dirty="0">
                <a:solidFill>
                  <a:srgbClr val="000000"/>
                </a:solidFill>
                <a:latin typeface="Cheltenham ITC Pro Book"/>
              </a:rPr>
              <a:t>Jugez-vous inutile et inconcevable de surveiller les personnes vous ayant promis d’exécuter une tâche ?</a:t>
            </a:r>
          </a:p>
          <a:p>
            <a:pPr>
              <a:buFont typeface="+mj-lt"/>
              <a:buAutoNum type="arabicPeriod"/>
            </a:pPr>
            <a:r>
              <a:rPr lang="fr-FR" dirty="0">
                <a:solidFill>
                  <a:srgbClr val="000000"/>
                </a:solidFill>
                <a:latin typeface="Cheltenham ITC Pro Book"/>
              </a:rPr>
              <a:t>Pensez-vous que les gens doivent trouver la motivation en eux pour faire leur travail ?</a:t>
            </a:r>
          </a:p>
          <a:p>
            <a:pPr>
              <a:buFont typeface="+mj-lt"/>
              <a:buAutoNum type="arabicPeriod"/>
            </a:pPr>
            <a:r>
              <a:rPr lang="fr-FR" dirty="0">
                <a:solidFill>
                  <a:srgbClr val="000000"/>
                </a:solidFill>
                <a:latin typeface="Cheltenham ITC Pro Book"/>
              </a:rPr>
              <a:t>Vous sentez-vous à l’aise pour traiter avec des personnes de tout niveau hiérarchique ?</a:t>
            </a:r>
          </a:p>
          <a:p>
            <a:endParaRPr lang="fr-FR"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55</a:t>
            </a:fld>
            <a:endParaRPr lang="fr-FR"/>
          </a:p>
        </p:txBody>
      </p:sp>
    </p:spTree>
    <p:extLst>
      <p:ext uri="{BB962C8B-B14F-4D97-AF65-F5344CB8AC3E}">
        <p14:creationId xmlns:p14="http://schemas.microsoft.com/office/powerpoint/2010/main" val="7873819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L’équipe de projet</a:t>
            </a:r>
          </a:p>
        </p:txBody>
      </p:sp>
      <p:sp>
        <p:nvSpPr>
          <p:cNvPr id="3" name="Espace réservé du contenu 2"/>
          <p:cNvSpPr>
            <a:spLocks noGrp="1"/>
          </p:cNvSpPr>
          <p:nvPr>
            <p:ph idx="1"/>
          </p:nvPr>
        </p:nvSpPr>
        <p:spPr/>
        <p:txBody>
          <a:bodyPr>
            <a:normAutofit/>
          </a:bodyPr>
          <a:lstStyle/>
          <a:p>
            <a:r>
              <a:rPr lang="fr-FR" sz="2400" dirty="0"/>
              <a:t>Pluridisciplinaire et souvent multiculturelle (corps de métiers différents)</a:t>
            </a:r>
          </a:p>
          <a:p>
            <a:r>
              <a:rPr lang="fr-FR" sz="2400" dirty="0"/>
              <a:t>Transversale et nécessite une organisation horizontale</a:t>
            </a:r>
          </a:p>
          <a:p>
            <a:r>
              <a:rPr lang="fr-FR" sz="2400" dirty="0"/>
              <a:t>Temporaire, se fait et se défait au rythme des projets</a:t>
            </a:r>
          </a:p>
          <a:p>
            <a:endParaRPr lang="fr-FR" sz="2400" dirty="0"/>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56</a:t>
            </a:fld>
            <a:endParaRPr lang="fr-FR"/>
          </a:p>
        </p:txBody>
      </p:sp>
    </p:spTree>
    <p:extLst>
      <p:ext uri="{BB962C8B-B14F-4D97-AF65-F5344CB8AC3E}">
        <p14:creationId xmlns:p14="http://schemas.microsoft.com/office/powerpoint/2010/main" val="1932583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a:t>
            </a:r>
            <a:r>
              <a:rPr lang="fr-FR" dirty="0" err="1"/>
              <a:t>stakeholders</a:t>
            </a:r>
            <a:endParaRPr lang="fr-FR" dirty="0"/>
          </a:p>
        </p:txBody>
      </p:sp>
      <p:sp>
        <p:nvSpPr>
          <p:cNvPr id="3" name="Espace réservé du contenu 2"/>
          <p:cNvSpPr>
            <a:spLocks noGrp="1"/>
          </p:cNvSpPr>
          <p:nvPr>
            <p:ph idx="1"/>
          </p:nvPr>
        </p:nvSpPr>
        <p:spPr>
          <a:xfrm>
            <a:off x="2589212" y="1751527"/>
            <a:ext cx="8915400" cy="4159695"/>
          </a:xfrm>
        </p:spPr>
        <p:txBody>
          <a:bodyPr>
            <a:normAutofit/>
          </a:bodyPr>
          <a:lstStyle/>
          <a:p>
            <a:r>
              <a:rPr lang="fr-FR" sz="2200" dirty="0"/>
              <a:t>Maître d’Ouvrage ou le promoteur, le propriétaire (Client)</a:t>
            </a:r>
          </a:p>
          <a:p>
            <a:r>
              <a:rPr lang="fr-FR" sz="2200" dirty="0"/>
              <a:t>Maître d’Œuvre ou le mandataire, le réalisateur</a:t>
            </a:r>
          </a:p>
          <a:p>
            <a:r>
              <a:rPr lang="fr-FR" sz="2200" dirty="0"/>
              <a:t>Actionnaires</a:t>
            </a:r>
          </a:p>
          <a:p>
            <a:r>
              <a:rPr lang="fr-FR" sz="2200" dirty="0"/>
              <a:t>Consultant, ingénieur-conseil (l’expert)</a:t>
            </a:r>
          </a:p>
          <a:p>
            <a:r>
              <a:rPr lang="fr-FR" sz="2200" dirty="0"/>
              <a:t>Opposants au projets, groupes de pression</a:t>
            </a:r>
          </a:p>
        </p:txBody>
      </p:sp>
      <p:sp>
        <p:nvSpPr>
          <p:cNvPr id="4" name="Espace réservé du numéro de diapositive 3"/>
          <p:cNvSpPr>
            <a:spLocks noGrp="1"/>
          </p:cNvSpPr>
          <p:nvPr>
            <p:ph type="sldNum" sz="quarter" idx="12"/>
          </p:nvPr>
        </p:nvSpPr>
        <p:spPr/>
        <p:txBody>
          <a:bodyPr/>
          <a:lstStyle/>
          <a:p>
            <a:fld id="{D44185AD-E683-4AF8-AD1F-F4A49E15F629}" type="slidenum">
              <a:rPr lang="fr-FR" smtClean="0"/>
              <a:t>57</a:t>
            </a:fld>
            <a:endParaRPr lang="fr-FR"/>
          </a:p>
        </p:txBody>
      </p:sp>
    </p:spTree>
    <p:extLst>
      <p:ext uri="{BB962C8B-B14F-4D97-AF65-F5344CB8AC3E}">
        <p14:creationId xmlns:p14="http://schemas.microsoft.com/office/powerpoint/2010/main" val="10769625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46BBEFE1-2351-44E2-A433-7F7354E91EAA}"/>
              </a:ext>
            </a:extLst>
          </p:cNvPr>
          <p:cNvPicPr>
            <a:picLocks noGrp="1" noChangeAspect="1"/>
          </p:cNvPicPr>
          <p:nvPr>
            <p:ph idx="1"/>
          </p:nvPr>
        </p:nvPicPr>
        <p:blipFill>
          <a:blip r:embed="rId2"/>
          <a:stretch>
            <a:fillRect/>
          </a:stretch>
        </p:blipFill>
        <p:spPr>
          <a:xfrm>
            <a:off x="2493803" y="1152908"/>
            <a:ext cx="8399484" cy="4492518"/>
          </a:xfrm>
        </p:spPr>
      </p:pic>
      <p:sp>
        <p:nvSpPr>
          <p:cNvPr id="4" name="Espace réservé du numéro de diapositive 3">
            <a:extLst>
              <a:ext uri="{FF2B5EF4-FFF2-40B4-BE49-F238E27FC236}">
                <a16:creationId xmlns:a16="http://schemas.microsoft.com/office/drawing/2014/main" id="{A0F26B24-067F-4AD5-B542-42E230489102}"/>
              </a:ext>
            </a:extLst>
          </p:cNvPr>
          <p:cNvSpPr>
            <a:spLocks noGrp="1"/>
          </p:cNvSpPr>
          <p:nvPr>
            <p:ph type="sldNum" sz="quarter" idx="12"/>
          </p:nvPr>
        </p:nvSpPr>
        <p:spPr/>
        <p:txBody>
          <a:bodyPr/>
          <a:lstStyle/>
          <a:p>
            <a:fld id="{D44185AD-E683-4AF8-AD1F-F4A49E15F629}" type="slidenum">
              <a:rPr lang="fr-FR" smtClean="0"/>
              <a:t>58</a:t>
            </a:fld>
            <a:endParaRPr lang="fr-FR"/>
          </a:p>
        </p:txBody>
      </p:sp>
    </p:spTree>
    <p:extLst>
      <p:ext uri="{BB962C8B-B14F-4D97-AF65-F5344CB8AC3E}">
        <p14:creationId xmlns:p14="http://schemas.microsoft.com/office/powerpoint/2010/main" val="40608063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D0AFE0FF-BD8C-4710-8063-48C307E9D505}"/>
              </a:ext>
            </a:extLst>
          </p:cNvPr>
          <p:cNvPicPr>
            <a:picLocks noGrp="1" noChangeAspect="1"/>
          </p:cNvPicPr>
          <p:nvPr>
            <p:ph idx="1"/>
          </p:nvPr>
        </p:nvPicPr>
        <p:blipFill>
          <a:blip r:embed="rId2"/>
          <a:stretch>
            <a:fillRect/>
          </a:stretch>
        </p:blipFill>
        <p:spPr>
          <a:xfrm>
            <a:off x="2014329" y="787782"/>
            <a:ext cx="8719931" cy="5096183"/>
          </a:xfrm>
        </p:spPr>
      </p:pic>
      <p:sp>
        <p:nvSpPr>
          <p:cNvPr id="4" name="Espace réservé du numéro de diapositive 3">
            <a:extLst>
              <a:ext uri="{FF2B5EF4-FFF2-40B4-BE49-F238E27FC236}">
                <a16:creationId xmlns:a16="http://schemas.microsoft.com/office/drawing/2014/main" id="{7C8730AF-6211-4089-A323-AFF9323112E7}"/>
              </a:ext>
            </a:extLst>
          </p:cNvPr>
          <p:cNvSpPr>
            <a:spLocks noGrp="1"/>
          </p:cNvSpPr>
          <p:nvPr>
            <p:ph type="sldNum" sz="quarter" idx="12"/>
          </p:nvPr>
        </p:nvSpPr>
        <p:spPr/>
        <p:txBody>
          <a:bodyPr/>
          <a:lstStyle/>
          <a:p>
            <a:fld id="{D44185AD-E683-4AF8-AD1F-F4A49E15F629}" type="slidenum">
              <a:rPr lang="fr-FR" smtClean="0"/>
              <a:t>59</a:t>
            </a:fld>
            <a:endParaRPr lang="fr-FR"/>
          </a:p>
        </p:txBody>
      </p:sp>
    </p:spTree>
    <p:extLst>
      <p:ext uri="{BB962C8B-B14F-4D97-AF65-F5344CB8AC3E}">
        <p14:creationId xmlns:p14="http://schemas.microsoft.com/office/powerpoint/2010/main" val="32807415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250A62-648E-4254-BD11-D801CD7073DE}"/>
              </a:ext>
            </a:extLst>
          </p:cNvPr>
          <p:cNvSpPr>
            <a:spLocks noGrp="1"/>
          </p:cNvSpPr>
          <p:nvPr>
            <p:ph type="title"/>
          </p:nvPr>
        </p:nvSpPr>
        <p:spPr/>
        <p:txBody>
          <a:bodyPr/>
          <a:lstStyle/>
          <a:p>
            <a:r>
              <a:rPr lang="fr-FR" dirty="0"/>
              <a:t>Des préoccupations différentes</a:t>
            </a:r>
          </a:p>
        </p:txBody>
      </p:sp>
      <p:pic>
        <p:nvPicPr>
          <p:cNvPr id="6" name="Espace réservé du contenu 5">
            <a:extLst>
              <a:ext uri="{FF2B5EF4-FFF2-40B4-BE49-F238E27FC236}">
                <a16:creationId xmlns:a16="http://schemas.microsoft.com/office/drawing/2014/main" id="{EC37EB6B-0D75-4984-85F4-5B51BFC818F0}"/>
              </a:ext>
            </a:extLst>
          </p:cNvPr>
          <p:cNvPicPr>
            <a:picLocks noGrp="1" noChangeAspect="1"/>
          </p:cNvPicPr>
          <p:nvPr>
            <p:ph idx="1"/>
          </p:nvPr>
        </p:nvPicPr>
        <p:blipFill>
          <a:blip r:embed="rId2"/>
          <a:stretch>
            <a:fillRect/>
          </a:stretch>
        </p:blipFill>
        <p:spPr>
          <a:xfrm>
            <a:off x="2862470" y="1849180"/>
            <a:ext cx="8282608" cy="4061290"/>
          </a:xfrm>
        </p:spPr>
      </p:pic>
      <p:sp>
        <p:nvSpPr>
          <p:cNvPr id="4" name="Espace réservé du numéro de diapositive 3">
            <a:extLst>
              <a:ext uri="{FF2B5EF4-FFF2-40B4-BE49-F238E27FC236}">
                <a16:creationId xmlns:a16="http://schemas.microsoft.com/office/drawing/2014/main" id="{75F30FDB-F754-417B-87F9-E506C6DE02DF}"/>
              </a:ext>
            </a:extLst>
          </p:cNvPr>
          <p:cNvSpPr>
            <a:spLocks noGrp="1"/>
          </p:cNvSpPr>
          <p:nvPr>
            <p:ph type="sldNum" sz="quarter" idx="12"/>
          </p:nvPr>
        </p:nvSpPr>
        <p:spPr/>
        <p:txBody>
          <a:bodyPr/>
          <a:lstStyle/>
          <a:p>
            <a:fld id="{D44185AD-E683-4AF8-AD1F-F4A49E15F629}" type="slidenum">
              <a:rPr lang="fr-FR" smtClean="0"/>
              <a:t>60</a:t>
            </a:fld>
            <a:endParaRPr lang="fr-FR"/>
          </a:p>
        </p:txBody>
      </p:sp>
    </p:spTree>
    <p:extLst>
      <p:ext uri="{BB962C8B-B14F-4D97-AF65-F5344CB8AC3E}">
        <p14:creationId xmlns:p14="http://schemas.microsoft.com/office/powerpoint/2010/main" val="7096980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C93D3AAD-B48C-452D-A724-A9779C121D1A}"/>
              </a:ext>
            </a:extLst>
          </p:cNvPr>
          <p:cNvSpPr>
            <a:spLocks noGrp="1"/>
          </p:cNvSpPr>
          <p:nvPr>
            <p:ph type="sldNum" sz="quarter" idx="12"/>
          </p:nvPr>
        </p:nvSpPr>
        <p:spPr/>
        <p:txBody>
          <a:bodyPr/>
          <a:lstStyle/>
          <a:p>
            <a:fld id="{D44185AD-E683-4AF8-AD1F-F4A49E15F629}" type="slidenum">
              <a:rPr lang="fr-FR" smtClean="0"/>
              <a:t>61</a:t>
            </a:fld>
            <a:endParaRPr lang="fr-FR"/>
          </a:p>
        </p:txBody>
      </p:sp>
      <p:pic>
        <p:nvPicPr>
          <p:cNvPr id="6" name="Image 5">
            <a:extLst>
              <a:ext uri="{FF2B5EF4-FFF2-40B4-BE49-F238E27FC236}">
                <a16:creationId xmlns:a16="http://schemas.microsoft.com/office/drawing/2014/main" id="{5DA80076-FAB2-4C10-A473-01CF6F8A80DA}"/>
              </a:ext>
            </a:extLst>
          </p:cNvPr>
          <p:cNvPicPr>
            <a:picLocks noChangeAspect="1"/>
          </p:cNvPicPr>
          <p:nvPr/>
        </p:nvPicPr>
        <p:blipFill>
          <a:blip r:embed="rId2"/>
          <a:stretch>
            <a:fillRect/>
          </a:stretch>
        </p:blipFill>
        <p:spPr>
          <a:xfrm>
            <a:off x="1934817" y="317287"/>
            <a:ext cx="9621079" cy="6308800"/>
          </a:xfrm>
          <a:prstGeom prst="rect">
            <a:avLst/>
          </a:prstGeom>
        </p:spPr>
      </p:pic>
    </p:spTree>
    <p:extLst>
      <p:ext uri="{BB962C8B-B14F-4D97-AF65-F5344CB8AC3E}">
        <p14:creationId xmlns:p14="http://schemas.microsoft.com/office/powerpoint/2010/main" val="42925026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9305C835-94C9-42E5-9E3F-4DD6DCCE1D1C}"/>
              </a:ext>
            </a:extLst>
          </p:cNvPr>
          <p:cNvSpPr>
            <a:spLocks noGrp="1"/>
          </p:cNvSpPr>
          <p:nvPr>
            <p:ph idx="1"/>
          </p:nvPr>
        </p:nvSpPr>
        <p:spPr>
          <a:xfrm>
            <a:off x="1987826" y="2133600"/>
            <a:ext cx="9872870" cy="3777622"/>
          </a:xfrm>
        </p:spPr>
        <p:txBody>
          <a:bodyPr>
            <a:normAutofit/>
          </a:bodyPr>
          <a:lstStyle/>
          <a:p>
            <a:r>
              <a:rPr lang="fr-FR" sz="2400" dirty="0"/>
              <a:t>Multiplicité des acteurs mobilisés = source de difficulté</a:t>
            </a:r>
          </a:p>
          <a:p>
            <a:endParaRPr lang="fr-FR" sz="2400" dirty="0"/>
          </a:p>
          <a:p>
            <a:r>
              <a:rPr lang="fr-FR" sz="2400" dirty="0"/>
              <a:t>    l'expression du besoin et la satisfaction de ce besoin sont portés par des acteurs généralement distincts.</a:t>
            </a:r>
          </a:p>
          <a:p>
            <a:r>
              <a:rPr lang="fr-FR" sz="2400" dirty="0"/>
              <a:t>    il est nécessaire de s'assurer tout au long du projet, que le produit en cours de réalisation correspond clairement aux attentes du « client » ou du « commanditaire »</a:t>
            </a:r>
          </a:p>
        </p:txBody>
      </p:sp>
      <p:sp>
        <p:nvSpPr>
          <p:cNvPr id="2" name="Espace réservé du numéro de diapositive 1">
            <a:extLst>
              <a:ext uri="{FF2B5EF4-FFF2-40B4-BE49-F238E27FC236}">
                <a16:creationId xmlns:a16="http://schemas.microsoft.com/office/drawing/2014/main" id="{5462E353-0761-4E7F-91F9-AC46A58F6E0E}"/>
              </a:ext>
            </a:extLst>
          </p:cNvPr>
          <p:cNvSpPr>
            <a:spLocks noGrp="1"/>
          </p:cNvSpPr>
          <p:nvPr>
            <p:ph type="sldNum" sz="quarter" idx="12"/>
          </p:nvPr>
        </p:nvSpPr>
        <p:spPr/>
        <p:txBody>
          <a:bodyPr/>
          <a:lstStyle/>
          <a:p>
            <a:fld id="{D44185AD-E683-4AF8-AD1F-F4A49E15F629}" type="slidenum">
              <a:rPr lang="fr-FR" smtClean="0"/>
              <a:t>62</a:t>
            </a:fld>
            <a:endParaRPr lang="fr-FR"/>
          </a:p>
        </p:txBody>
      </p:sp>
    </p:spTree>
    <p:extLst>
      <p:ext uri="{BB962C8B-B14F-4D97-AF65-F5344CB8AC3E}">
        <p14:creationId xmlns:p14="http://schemas.microsoft.com/office/powerpoint/2010/main" val="12565649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96711" y="59610"/>
            <a:ext cx="8911687" cy="728172"/>
          </a:xfrm>
        </p:spPr>
        <p:txBody>
          <a:bodyPr/>
          <a:lstStyle/>
          <a:p>
            <a:r>
              <a:rPr lang="fr-FR" dirty="0"/>
              <a:t>Facteurs clés de succès</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631047883"/>
              </p:ext>
            </p:extLst>
          </p:nvPr>
        </p:nvGraphicFramePr>
        <p:xfrm>
          <a:off x="1481070" y="1152907"/>
          <a:ext cx="10023543" cy="53766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D44185AD-E683-4AF8-AD1F-F4A49E15F629}" type="slidenum">
              <a:rPr lang="fr-FR" smtClean="0"/>
              <a:t>63</a:t>
            </a:fld>
            <a:endParaRPr lang="fr-FR"/>
          </a:p>
        </p:txBody>
      </p:sp>
    </p:spTree>
    <p:extLst>
      <p:ext uri="{BB962C8B-B14F-4D97-AF65-F5344CB8AC3E}">
        <p14:creationId xmlns:p14="http://schemas.microsoft.com/office/powerpoint/2010/main" val="976012943"/>
      </p:ext>
    </p:extLst>
  </p:cSld>
  <p:clrMapOvr>
    <a:masterClrMapping/>
  </p:clrMapOvr>
</p:sld>
</file>

<file path=ppt/theme/theme1.xml><?xml version="1.0" encoding="utf-8"?>
<a:theme xmlns:a="http://schemas.openxmlformats.org/drawingml/2006/main" name="Brin">
  <a:themeElements>
    <a:clrScheme name="Vert">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12881</TotalTime>
  <Words>2454</Words>
  <Application>Microsoft Office PowerPoint</Application>
  <PresentationFormat>Grand écran</PresentationFormat>
  <Paragraphs>403</Paragraphs>
  <Slides>63</Slides>
  <Notes>0</Notes>
  <HiddenSlides>0</HiddenSlides>
  <MMClips>0</MMClips>
  <ScaleCrop>false</ScaleCrop>
  <HeadingPairs>
    <vt:vector size="4" baseType="variant">
      <vt:variant>
        <vt:lpstr>Thème</vt:lpstr>
      </vt:variant>
      <vt:variant>
        <vt:i4>1</vt:i4>
      </vt:variant>
      <vt:variant>
        <vt:lpstr>Titres des diapositives</vt:lpstr>
      </vt:variant>
      <vt:variant>
        <vt:i4>63</vt:i4>
      </vt:variant>
    </vt:vector>
  </HeadingPairs>
  <TitlesOfParts>
    <vt:vector size="64" baseType="lpstr">
      <vt:lpstr>Brin</vt:lpstr>
      <vt:lpstr>Présentation PowerPoint</vt:lpstr>
      <vt:lpstr>Programme</vt:lpstr>
      <vt:lpstr>Qu’est ce qu’un projet?</vt:lpstr>
      <vt:lpstr>Et vous?</vt:lpstr>
      <vt:lpstr>Présentation PowerPoint</vt:lpstr>
      <vt:lpstr>Chapitre 1</vt:lpstr>
      <vt:lpstr>Définition du projet</vt:lpstr>
      <vt:lpstr>Composantes du projet</vt:lpstr>
      <vt:lpstr>Présentation PowerPoint</vt:lpstr>
      <vt:lpstr>Composantes du projet</vt:lpstr>
      <vt:lpstr>Trois questions fondamentales que doit se poser tout porteur de projet avant tout passage à l'acte : </vt:lpstr>
      <vt:lpstr>Présentation PowerPoint</vt:lpstr>
      <vt:lpstr>Exercice </vt:lpstr>
      <vt:lpstr>Définition du projet</vt:lpstr>
      <vt:lpstr>Définition du management de projet</vt:lpstr>
      <vt:lpstr>Définition management de projet (2)</vt:lpstr>
      <vt:lpstr>Importance du management de projet</vt:lpstr>
      <vt:lpstr>Présentation PowerPoint</vt:lpstr>
      <vt:lpstr>Différence entre gestion de projet et management de projet</vt:lpstr>
      <vt:lpstr>Types ET tailles de projet</vt:lpstr>
      <vt:lpstr>Présentation PowerPoint</vt:lpstr>
      <vt:lpstr>Présentation PowerPoint</vt:lpstr>
      <vt:lpstr>Présentation PowerPoint</vt:lpstr>
      <vt:lpstr>Présentation PowerPoint</vt:lpstr>
      <vt:lpstr>Présentation PowerPoint</vt:lpstr>
      <vt:lpstr>Exercice</vt:lpstr>
      <vt:lpstr>Exercice</vt:lpstr>
      <vt:lpstr>Les types de ressources</vt:lpstr>
      <vt:lpstr>Les ressources humaines </vt:lpstr>
      <vt:lpstr>Les ressources physiques et/ou matérielles </vt:lpstr>
      <vt:lpstr>Les ressources financières</vt:lpstr>
      <vt:lpstr>Les ressources immatérielles</vt:lpstr>
      <vt:lpstr>Exercice 1</vt:lpstr>
      <vt:lpstr>Les ressources</vt:lpstr>
      <vt:lpstr>Comment déterminer les ressources?</vt:lpstr>
      <vt:lpstr>Les ressources humaines</vt:lpstr>
      <vt:lpstr>Les ressources matérielles</vt:lpstr>
      <vt:lpstr>Les ressources financières</vt:lpstr>
      <vt:lpstr>Exercice 2</vt:lpstr>
      <vt:lpstr>Exercice 3</vt:lpstr>
      <vt:lpstr>Projet VS Processus</vt:lpstr>
      <vt:lpstr>Présentation PowerPoint</vt:lpstr>
      <vt:lpstr>Notions à connaitre</vt:lpstr>
      <vt:lpstr>Tâche</vt:lpstr>
      <vt:lpstr>Jalon</vt:lpstr>
      <vt:lpstr>Présentation PowerPoint</vt:lpstr>
      <vt:lpstr>Livrable</vt:lpstr>
      <vt:lpstr>Loi de Murphy :  Anything that can go wrong will go wrong.</vt:lpstr>
      <vt:lpstr>Présentation PowerPoint</vt:lpstr>
      <vt:lpstr>Présentation PowerPoint</vt:lpstr>
      <vt:lpstr>Présentation PowerPoint</vt:lpstr>
      <vt:lpstr>Les acteurs du projet</vt:lpstr>
      <vt:lpstr>Le gestionnaire de projet</vt:lpstr>
      <vt:lpstr>Présentation PowerPoint</vt:lpstr>
      <vt:lpstr>Avez-vous l’étoffe d’un chef de projet efficace ?</vt:lpstr>
      <vt:lpstr>L’équipe de projet</vt:lpstr>
      <vt:lpstr>Les stakeholders</vt:lpstr>
      <vt:lpstr>Présentation PowerPoint</vt:lpstr>
      <vt:lpstr>Présentation PowerPoint</vt:lpstr>
      <vt:lpstr>Des préoccupations différentes</vt:lpstr>
      <vt:lpstr>Présentation PowerPoint</vt:lpstr>
      <vt:lpstr>Présentation PowerPoint</vt:lpstr>
      <vt:lpstr>Facteurs clés de succès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sarah A</dc:creator>
  <cp:lastModifiedBy>ibtissem Brahiti</cp:lastModifiedBy>
  <cp:revision>82</cp:revision>
  <dcterms:created xsi:type="dcterms:W3CDTF">2019-09-15T17:42:59Z</dcterms:created>
  <dcterms:modified xsi:type="dcterms:W3CDTF">2026-02-19T07:43:40Z</dcterms:modified>
</cp:coreProperties>
</file>