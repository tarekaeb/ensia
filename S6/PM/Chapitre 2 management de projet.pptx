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68"/>
  </p:notesMasterIdLst>
  <p:sldIdLst>
    <p:sldId id="256" r:id="rId2"/>
    <p:sldId id="262" r:id="rId3"/>
    <p:sldId id="263" r:id="rId4"/>
    <p:sldId id="264" r:id="rId5"/>
    <p:sldId id="266" r:id="rId6"/>
    <p:sldId id="267" r:id="rId7"/>
    <p:sldId id="257" r:id="rId8"/>
    <p:sldId id="258" r:id="rId9"/>
    <p:sldId id="259" r:id="rId10"/>
    <p:sldId id="260" r:id="rId11"/>
    <p:sldId id="268" r:id="rId12"/>
    <p:sldId id="269" r:id="rId13"/>
    <p:sldId id="291" r:id="rId14"/>
    <p:sldId id="289" r:id="rId15"/>
    <p:sldId id="270" r:id="rId16"/>
    <p:sldId id="271" r:id="rId17"/>
    <p:sldId id="272" r:id="rId18"/>
    <p:sldId id="287" r:id="rId19"/>
    <p:sldId id="273" r:id="rId20"/>
    <p:sldId id="274" r:id="rId21"/>
    <p:sldId id="308" r:id="rId22"/>
    <p:sldId id="309" r:id="rId23"/>
    <p:sldId id="314" r:id="rId24"/>
    <p:sldId id="310" r:id="rId25"/>
    <p:sldId id="315" r:id="rId26"/>
    <p:sldId id="311" r:id="rId27"/>
    <p:sldId id="312" r:id="rId28"/>
    <p:sldId id="277" r:id="rId29"/>
    <p:sldId id="278" r:id="rId30"/>
    <p:sldId id="279" r:id="rId31"/>
    <p:sldId id="280" r:id="rId32"/>
    <p:sldId id="281" r:id="rId33"/>
    <p:sldId id="316" r:id="rId34"/>
    <p:sldId id="286" r:id="rId35"/>
    <p:sldId id="318" r:id="rId36"/>
    <p:sldId id="288" r:id="rId37"/>
    <p:sldId id="300" r:id="rId38"/>
    <p:sldId id="282" r:id="rId39"/>
    <p:sldId id="283" r:id="rId40"/>
    <p:sldId id="321" r:id="rId41"/>
    <p:sldId id="322" r:id="rId42"/>
    <p:sldId id="284" r:id="rId43"/>
    <p:sldId id="303" r:id="rId44"/>
    <p:sldId id="304" r:id="rId45"/>
    <p:sldId id="319" r:id="rId46"/>
    <p:sldId id="305" r:id="rId47"/>
    <p:sldId id="320" r:id="rId48"/>
    <p:sldId id="317" r:id="rId49"/>
    <p:sldId id="285" r:id="rId50"/>
    <p:sldId id="276" r:id="rId51"/>
    <p:sldId id="293" r:id="rId52"/>
    <p:sldId id="294" r:id="rId53"/>
    <p:sldId id="295" r:id="rId54"/>
    <p:sldId id="298" r:id="rId55"/>
    <p:sldId id="323" r:id="rId56"/>
    <p:sldId id="296" r:id="rId57"/>
    <p:sldId id="301" r:id="rId58"/>
    <p:sldId id="297" r:id="rId59"/>
    <p:sldId id="302" r:id="rId60"/>
    <p:sldId id="306" r:id="rId61"/>
    <p:sldId id="307" r:id="rId62"/>
    <p:sldId id="324" r:id="rId63"/>
    <p:sldId id="325" r:id="rId64"/>
    <p:sldId id="326" r:id="rId65"/>
    <p:sldId id="327" r:id="rId66"/>
    <p:sldId id="328" r:id="rId6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63" Type="http://schemas.openxmlformats.org/officeDocument/2006/relationships/slide" Target="slides/slide62.xml" /><Relationship Id="rId68" Type="http://schemas.openxmlformats.org/officeDocument/2006/relationships/notesMaster" Target="notesMasters/notesMaster1.xml" /><Relationship Id="rId7" Type="http://schemas.openxmlformats.org/officeDocument/2006/relationships/slide" Target="slides/slide6.xml" /><Relationship Id="rId71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slide" Target="slides/slide57.xml" /><Relationship Id="rId66" Type="http://schemas.openxmlformats.org/officeDocument/2006/relationships/slide" Target="slides/slide65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Relationship Id="rId61" Type="http://schemas.openxmlformats.org/officeDocument/2006/relationships/slide" Target="slides/slide60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slide" Target="slides/slide59.xml" /><Relationship Id="rId65" Type="http://schemas.openxmlformats.org/officeDocument/2006/relationships/slide" Target="slides/slide64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slide" Target="slides/slide55.xml" /><Relationship Id="rId64" Type="http://schemas.openxmlformats.org/officeDocument/2006/relationships/slide" Target="slides/slide63.xml" /><Relationship Id="rId69" Type="http://schemas.openxmlformats.org/officeDocument/2006/relationships/presProps" Target="presProps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72" Type="http://schemas.openxmlformats.org/officeDocument/2006/relationships/tableStyles" Target="tableStyles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slide" Target="slides/slide58.xml" /><Relationship Id="rId67" Type="http://schemas.openxmlformats.org/officeDocument/2006/relationships/slide" Target="slides/slide66.xml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slide" Target="slides/slide61.xml" /><Relationship Id="rId70" Type="http://schemas.openxmlformats.org/officeDocument/2006/relationships/viewProps" Target="viewProps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0AC980-7A45-4902-95EC-214A6C480D7D}" type="doc">
      <dgm:prSet loTypeId="urn:microsoft.com/office/officeart/2005/8/layout/process5" loCatId="process" qsTypeId="urn:microsoft.com/office/officeart/2005/8/quickstyle/simple1" qsCatId="simple" csTypeId="urn:microsoft.com/office/officeart/2005/8/colors/accent2_1" csCatId="accent2" phldr="1"/>
      <dgm:spPr/>
    </dgm:pt>
    <dgm:pt modelId="{C356B028-99DC-48E5-B0B0-5E06F70622D9}">
      <dgm:prSet phldrT="[Texte]" custT="1"/>
      <dgm:spPr/>
      <dgm:t>
        <a:bodyPr/>
        <a:lstStyle/>
        <a:p>
          <a:r>
            <a:rPr lang="fr-FR" sz="2000" dirty="0"/>
            <a:t>Identification </a:t>
          </a:r>
        </a:p>
      </dgm:t>
    </dgm:pt>
    <dgm:pt modelId="{506B7D0F-B219-44BA-A7D1-725308BC0684}" type="parTrans" cxnId="{9BD0D035-24B7-4AFD-B169-BAC5D03256AA}">
      <dgm:prSet/>
      <dgm:spPr/>
      <dgm:t>
        <a:bodyPr/>
        <a:lstStyle/>
        <a:p>
          <a:endParaRPr lang="fr-FR" sz="2800"/>
        </a:p>
      </dgm:t>
    </dgm:pt>
    <dgm:pt modelId="{70050F7E-9FAC-43AA-8548-AB8EAF849B3E}" type="sibTrans" cxnId="{9BD0D035-24B7-4AFD-B169-BAC5D03256AA}">
      <dgm:prSet custT="1"/>
      <dgm:spPr/>
      <dgm:t>
        <a:bodyPr/>
        <a:lstStyle/>
        <a:p>
          <a:endParaRPr lang="fr-FR" sz="1600"/>
        </a:p>
      </dgm:t>
    </dgm:pt>
    <dgm:pt modelId="{6E0461D1-45A7-4236-8678-8FAF2CC38682}">
      <dgm:prSet custT="1"/>
      <dgm:spPr/>
      <dgm:t>
        <a:bodyPr/>
        <a:lstStyle/>
        <a:p>
          <a:r>
            <a:rPr lang="fr-FR" sz="2000" dirty="0"/>
            <a:t>Formulation </a:t>
          </a:r>
        </a:p>
      </dgm:t>
    </dgm:pt>
    <dgm:pt modelId="{75FF76E4-84E3-49F6-81D3-4CAF1299C0D4}" type="parTrans" cxnId="{CFDA2722-E7A9-4F5D-B609-1B4CA44C8512}">
      <dgm:prSet/>
      <dgm:spPr/>
      <dgm:t>
        <a:bodyPr/>
        <a:lstStyle/>
        <a:p>
          <a:endParaRPr lang="fr-FR" sz="2800"/>
        </a:p>
      </dgm:t>
    </dgm:pt>
    <dgm:pt modelId="{3EFD9ECD-F38A-424E-BC06-7D36E5D3964E}" type="sibTrans" cxnId="{CFDA2722-E7A9-4F5D-B609-1B4CA44C8512}">
      <dgm:prSet custT="1"/>
      <dgm:spPr/>
      <dgm:t>
        <a:bodyPr/>
        <a:lstStyle/>
        <a:p>
          <a:endParaRPr lang="fr-FR" sz="1600"/>
        </a:p>
      </dgm:t>
    </dgm:pt>
    <dgm:pt modelId="{2D1B333D-088F-44F4-91C0-45053970B334}">
      <dgm:prSet custT="1"/>
      <dgm:spPr/>
      <dgm:t>
        <a:bodyPr/>
        <a:lstStyle/>
        <a:p>
          <a:r>
            <a:rPr lang="fr-FR" sz="2000" dirty="0"/>
            <a:t>Analyse &amp; évaluation</a:t>
          </a:r>
        </a:p>
      </dgm:t>
    </dgm:pt>
    <dgm:pt modelId="{096711AB-2DC0-4B3D-835C-F90A3355723F}" type="parTrans" cxnId="{F19A0815-4586-4163-9B60-59B1FF492770}">
      <dgm:prSet/>
      <dgm:spPr/>
      <dgm:t>
        <a:bodyPr/>
        <a:lstStyle/>
        <a:p>
          <a:endParaRPr lang="fr-FR" sz="2800"/>
        </a:p>
      </dgm:t>
    </dgm:pt>
    <dgm:pt modelId="{B86E2048-3C45-4BF9-A28A-47BE90D45F2A}" type="sibTrans" cxnId="{F19A0815-4586-4163-9B60-59B1FF492770}">
      <dgm:prSet custT="1"/>
      <dgm:spPr/>
      <dgm:t>
        <a:bodyPr/>
        <a:lstStyle/>
        <a:p>
          <a:endParaRPr lang="fr-FR" sz="1600"/>
        </a:p>
      </dgm:t>
    </dgm:pt>
    <dgm:pt modelId="{C57DB3A0-B01A-485C-9BC2-633BFB6DB56D}">
      <dgm:prSet custT="1"/>
      <dgm:spPr/>
      <dgm:t>
        <a:bodyPr/>
        <a:lstStyle/>
        <a:p>
          <a:r>
            <a:rPr lang="fr-FR" sz="2000" dirty="0"/>
            <a:t>Décision</a:t>
          </a:r>
        </a:p>
      </dgm:t>
    </dgm:pt>
    <dgm:pt modelId="{BBDFBA19-A45E-4350-BA90-FDFC31FE8F5A}" type="parTrans" cxnId="{5F692379-D14D-43BA-BD64-B4CD1ED5A6EA}">
      <dgm:prSet/>
      <dgm:spPr/>
      <dgm:t>
        <a:bodyPr/>
        <a:lstStyle/>
        <a:p>
          <a:endParaRPr lang="fr-FR" sz="2800"/>
        </a:p>
      </dgm:t>
    </dgm:pt>
    <dgm:pt modelId="{84EDC427-E517-4C50-98D2-76D46AB6AAA2}" type="sibTrans" cxnId="{5F692379-D14D-43BA-BD64-B4CD1ED5A6EA}">
      <dgm:prSet custT="1"/>
      <dgm:spPr/>
      <dgm:t>
        <a:bodyPr/>
        <a:lstStyle/>
        <a:p>
          <a:endParaRPr lang="fr-FR" sz="1600"/>
        </a:p>
      </dgm:t>
    </dgm:pt>
    <dgm:pt modelId="{4A897DE9-34BF-431B-938A-5CAE1A436F38}">
      <dgm:prSet custT="1"/>
      <dgm:spPr/>
      <dgm:t>
        <a:bodyPr/>
        <a:lstStyle/>
        <a:p>
          <a:r>
            <a:rPr lang="fr-FR" sz="2000" dirty="0"/>
            <a:t>Planification</a:t>
          </a:r>
        </a:p>
      </dgm:t>
    </dgm:pt>
    <dgm:pt modelId="{AEE182B2-1059-493A-890C-C90A2965AD6F}" type="parTrans" cxnId="{0582FD47-E047-4BC2-B0A4-252DBA5A8E24}">
      <dgm:prSet/>
      <dgm:spPr/>
      <dgm:t>
        <a:bodyPr/>
        <a:lstStyle/>
        <a:p>
          <a:endParaRPr lang="fr-FR" sz="2800"/>
        </a:p>
      </dgm:t>
    </dgm:pt>
    <dgm:pt modelId="{509A9D22-7B6A-463B-9CFC-41FBD88DDB67}" type="sibTrans" cxnId="{0582FD47-E047-4BC2-B0A4-252DBA5A8E24}">
      <dgm:prSet custT="1"/>
      <dgm:spPr/>
      <dgm:t>
        <a:bodyPr/>
        <a:lstStyle/>
        <a:p>
          <a:endParaRPr lang="fr-FR" sz="1600"/>
        </a:p>
      </dgm:t>
    </dgm:pt>
    <dgm:pt modelId="{40743FFA-DD79-45DA-8DB7-163F6F976ED3}">
      <dgm:prSet custT="1"/>
      <dgm:spPr/>
      <dgm:t>
        <a:bodyPr/>
        <a:lstStyle/>
        <a:p>
          <a:r>
            <a:rPr lang="fr-FR" sz="2000" dirty="0"/>
            <a:t>Exécution, Suivi &amp; Contrôle</a:t>
          </a:r>
        </a:p>
      </dgm:t>
    </dgm:pt>
    <dgm:pt modelId="{E16F452F-B229-45F8-8099-52194E611B43}" type="parTrans" cxnId="{8B0F0333-688F-4DEE-A48B-A8B75A26F531}">
      <dgm:prSet/>
      <dgm:spPr/>
      <dgm:t>
        <a:bodyPr/>
        <a:lstStyle/>
        <a:p>
          <a:endParaRPr lang="fr-FR" sz="2800"/>
        </a:p>
      </dgm:t>
    </dgm:pt>
    <dgm:pt modelId="{2E778CE4-8709-4E75-A36A-CFCE9AAA83FB}" type="sibTrans" cxnId="{8B0F0333-688F-4DEE-A48B-A8B75A26F531}">
      <dgm:prSet custT="1"/>
      <dgm:spPr/>
      <dgm:t>
        <a:bodyPr/>
        <a:lstStyle/>
        <a:p>
          <a:endParaRPr lang="fr-FR" sz="1600"/>
        </a:p>
      </dgm:t>
    </dgm:pt>
    <dgm:pt modelId="{0DA557A3-B995-4AC8-B1A8-26338D0D0B58}">
      <dgm:prSet custT="1"/>
      <dgm:spPr/>
      <dgm:t>
        <a:bodyPr/>
        <a:lstStyle/>
        <a:p>
          <a:r>
            <a:rPr lang="fr-FR" sz="2000" dirty="0"/>
            <a:t>Opérationnalisation </a:t>
          </a:r>
        </a:p>
      </dgm:t>
    </dgm:pt>
    <dgm:pt modelId="{1406AF3A-19C7-4967-98E1-F51CF44B58BA}" type="parTrans" cxnId="{CE0BC701-8A85-464A-9972-8229D8AF8EB1}">
      <dgm:prSet/>
      <dgm:spPr/>
      <dgm:t>
        <a:bodyPr/>
        <a:lstStyle/>
        <a:p>
          <a:endParaRPr lang="fr-FR" sz="2800"/>
        </a:p>
      </dgm:t>
    </dgm:pt>
    <dgm:pt modelId="{A0F2A1AE-9FF7-4ED2-A378-70EA41338C41}" type="sibTrans" cxnId="{CE0BC701-8A85-464A-9972-8229D8AF8EB1}">
      <dgm:prSet custT="1"/>
      <dgm:spPr/>
      <dgm:t>
        <a:bodyPr/>
        <a:lstStyle/>
        <a:p>
          <a:endParaRPr lang="fr-FR" sz="1600"/>
        </a:p>
      </dgm:t>
    </dgm:pt>
    <dgm:pt modelId="{F0138D88-813E-4980-81AB-8026D8610AB8}">
      <dgm:prSet custT="1"/>
      <dgm:spPr/>
      <dgm:t>
        <a:bodyPr/>
        <a:lstStyle/>
        <a:p>
          <a:r>
            <a:rPr lang="fr-FR" sz="2000" dirty="0"/>
            <a:t>Post-évaluation</a:t>
          </a:r>
        </a:p>
      </dgm:t>
    </dgm:pt>
    <dgm:pt modelId="{8B8122C6-D249-4F66-B272-F1CCB0C7DA9E}" type="parTrans" cxnId="{79BAB019-7A9E-4BEB-AB7E-24D6E17CDF90}">
      <dgm:prSet/>
      <dgm:spPr/>
      <dgm:t>
        <a:bodyPr/>
        <a:lstStyle/>
        <a:p>
          <a:endParaRPr lang="fr-FR" sz="2800"/>
        </a:p>
      </dgm:t>
    </dgm:pt>
    <dgm:pt modelId="{2C53033C-F939-4961-83D5-5B9B150A7A47}" type="sibTrans" cxnId="{79BAB019-7A9E-4BEB-AB7E-24D6E17CDF90}">
      <dgm:prSet/>
      <dgm:spPr/>
      <dgm:t>
        <a:bodyPr/>
        <a:lstStyle/>
        <a:p>
          <a:endParaRPr lang="fr-FR" sz="2800"/>
        </a:p>
      </dgm:t>
    </dgm:pt>
    <dgm:pt modelId="{3374842E-6778-4826-87B0-69D0FDFFA41E}" type="pres">
      <dgm:prSet presAssocID="{1E0AC980-7A45-4902-95EC-214A6C480D7D}" presName="diagram" presStyleCnt="0">
        <dgm:presLayoutVars>
          <dgm:dir/>
          <dgm:resizeHandles val="exact"/>
        </dgm:presLayoutVars>
      </dgm:prSet>
      <dgm:spPr/>
    </dgm:pt>
    <dgm:pt modelId="{EBDDC775-63E8-4395-BF68-587AD8BED221}" type="pres">
      <dgm:prSet presAssocID="{C356B028-99DC-48E5-B0B0-5E06F70622D9}" presName="node" presStyleLbl="node1" presStyleIdx="0" presStyleCnt="8">
        <dgm:presLayoutVars>
          <dgm:bulletEnabled val="1"/>
        </dgm:presLayoutVars>
      </dgm:prSet>
      <dgm:spPr/>
    </dgm:pt>
    <dgm:pt modelId="{E8439967-794B-4526-851B-1ACADBC8FD8D}" type="pres">
      <dgm:prSet presAssocID="{70050F7E-9FAC-43AA-8548-AB8EAF849B3E}" presName="sibTrans" presStyleLbl="sibTrans2D1" presStyleIdx="0" presStyleCnt="7"/>
      <dgm:spPr/>
    </dgm:pt>
    <dgm:pt modelId="{8D146D1D-E700-433A-964A-F3ED3E554FB5}" type="pres">
      <dgm:prSet presAssocID="{70050F7E-9FAC-43AA-8548-AB8EAF849B3E}" presName="connectorText" presStyleLbl="sibTrans2D1" presStyleIdx="0" presStyleCnt="7"/>
      <dgm:spPr/>
    </dgm:pt>
    <dgm:pt modelId="{BD172ADC-4714-4B21-819A-545F87259A4B}" type="pres">
      <dgm:prSet presAssocID="{6E0461D1-45A7-4236-8678-8FAF2CC38682}" presName="node" presStyleLbl="node1" presStyleIdx="1" presStyleCnt="8">
        <dgm:presLayoutVars>
          <dgm:bulletEnabled val="1"/>
        </dgm:presLayoutVars>
      </dgm:prSet>
      <dgm:spPr/>
    </dgm:pt>
    <dgm:pt modelId="{2F82CA1D-0A8D-4515-9692-B346F544E1F9}" type="pres">
      <dgm:prSet presAssocID="{3EFD9ECD-F38A-424E-BC06-7D36E5D3964E}" presName="sibTrans" presStyleLbl="sibTrans2D1" presStyleIdx="1" presStyleCnt="7"/>
      <dgm:spPr/>
    </dgm:pt>
    <dgm:pt modelId="{8A44374B-20AF-4FD7-BC46-C8E91E626EFC}" type="pres">
      <dgm:prSet presAssocID="{3EFD9ECD-F38A-424E-BC06-7D36E5D3964E}" presName="connectorText" presStyleLbl="sibTrans2D1" presStyleIdx="1" presStyleCnt="7"/>
      <dgm:spPr/>
    </dgm:pt>
    <dgm:pt modelId="{35938E07-C209-4E4F-A258-9396B4B41FA3}" type="pres">
      <dgm:prSet presAssocID="{2D1B333D-088F-44F4-91C0-45053970B334}" presName="node" presStyleLbl="node1" presStyleIdx="2" presStyleCnt="8">
        <dgm:presLayoutVars>
          <dgm:bulletEnabled val="1"/>
        </dgm:presLayoutVars>
      </dgm:prSet>
      <dgm:spPr/>
    </dgm:pt>
    <dgm:pt modelId="{9B4B268A-C9E9-4260-AF09-F6DE67D8A1FC}" type="pres">
      <dgm:prSet presAssocID="{B86E2048-3C45-4BF9-A28A-47BE90D45F2A}" presName="sibTrans" presStyleLbl="sibTrans2D1" presStyleIdx="2" presStyleCnt="7"/>
      <dgm:spPr/>
    </dgm:pt>
    <dgm:pt modelId="{DBFBEF08-EFC7-4054-BD36-C3FA396534F8}" type="pres">
      <dgm:prSet presAssocID="{B86E2048-3C45-4BF9-A28A-47BE90D45F2A}" presName="connectorText" presStyleLbl="sibTrans2D1" presStyleIdx="2" presStyleCnt="7"/>
      <dgm:spPr/>
    </dgm:pt>
    <dgm:pt modelId="{8A67B814-7991-4419-87B7-0898DAD526A0}" type="pres">
      <dgm:prSet presAssocID="{C57DB3A0-B01A-485C-9BC2-633BFB6DB56D}" presName="node" presStyleLbl="node1" presStyleIdx="3" presStyleCnt="8">
        <dgm:presLayoutVars>
          <dgm:bulletEnabled val="1"/>
        </dgm:presLayoutVars>
      </dgm:prSet>
      <dgm:spPr/>
    </dgm:pt>
    <dgm:pt modelId="{231139D8-9B53-485D-B8E4-2A45ED227CAF}" type="pres">
      <dgm:prSet presAssocID="{84EDC427-E517-4C50-98D2-76D46AB6AAA2}" presName="sibTrans" presStyleLbl="sibTrans2D1" presStyleIdx="3" presStyleCnt="7"/>
      <dgm:spPr/>
    </dgm:pt>
    <dgm:pt modelId="{745F8BAC-143A-447A-B8D2-E18D18A667F7}" type="pres">
      <dgm:prSet presAssocID="{84EDC427-E517-4C50-98D2-76D46AB6AAA2}" presName="connectorText" presStyleLbl="sibTrans2D1" presStyleIdx="3" presStyleCnt="7"/>
      <dgm:spPr/>
    </dgm:pt>
    <dgm:pt modelId="{ABE4D707-696B-49CA-905A-BF466C77B862}" type="pres">
      <dgm:prSet presAssocID="{4A897DE9-34BF-431B-938A-5CAE1A436F38}" presName="node" presStyleLbl="node1" presStyleIdx="4" presStyleCnt="8">
        <dgm:presLayoutVars>
          <dgm:bulletEnabled val="1"/>
        </dgm:presLayoutVars>
      </dgm:prSet>
      <dgm:spPr/>
    </dgm:pt>
    <dgm:pt modelId="{42B6BD58-2EE3-47C8-89A5-40E367F62FB9}" type="pres">
      <dgm:prSet presAssocID="{509A9D22-7B6A-463B-9CFC-41FBD88DDB67}" presName="sibTrans" presStyleLbl="sibTrans2D1" presStyleIdx="4" presStyleCnt="7"/>
      <dgm:spPr/>
    </dgm:pt>
    <dgm:pt modelId="{D6D9471F-5358-4B8A-8DC3-FD8630C8228D}" type="pres">
      <dgm:prSet presAssocID="{509A9D22-7B6A-463B-9CFC-41FBD88DDB67}" presName="connectorText" presStyleLbl="sibTrans2D1" presStyleIdx="4" presStyleCnt="7"/>
      <dgm:spPr/>
    </dgm:pt>
    <dgm:pt modelId="{4A55A49A-E914-4354-BC53-4AC61E7233CD}" type="pres">
      <dgm:prSet presAssocID="{40743FFA-DD79-45DA-8DB7-163F6F976ED3}" presName="node" presStyleLbl="node1" presStyleIdx="5" presStyleCnt="8">
        <dgm:presLayoutVars>
          <dgm:bulletEnabled val="1"/>
        </dgm:presLayoutVars>
      </dgm:prSet>
      <dgm:spPr/>
    </dgm:pt>
    <dgm:pt modelId="{223CC472-419F-411D-B734-FA567D99B063}" type="pres">
      <dgm:prSet presAssocID="{2E778CE4-8709-4E75-A36A-CFCE9AAA83FB}" presName="sibTrans" presStyleLbl="sibTrans2D1" presStyleIdx="5" presStyleCnt="7"/>
      <dgm:spPr/>
    </dgm:pt>
    <dgm:pt modelId="{3F63C8BE-511F-4D13-920A-DF23F215A603}" type="pres">
      <dgm:prSet presAssocID="{2E778CE4-8709-4E75-A36A-CFCE9AAA83FB}" presName="connectorText" presStyleLbl="sibTrans2D1" presStyleIdx="5" presStyleCnt="7"/>
      <dgm:spPr/>
    </dgm:pt>
    <dgm:pt modelId="{4A0DECE1-8626-445F-9D4B-D578FB295F3B}" type="pres">
      <dgm:prSet presAssocID="{0DA557A3-B995-4AC8-B1A8-26338D0D0B58}" presName="node" presStyleLbl="node1" presStyleIdx="6" presStyleCnt="8">
        <dgm:presLayoutVars>
          <dgm:bulletEnabled val="1"/>
        </dgm:presLayoutVars>
      </dgm:prSet>
      <dgm:spPr/>
    </dgm:pt>
    <dgm:pt modelId="{2A606846-4945-4564-ADFC-34A0AD3D11FD}" type="pres">
      <dgm:prSet presAssocID="{A0F2A1AE-9FF7-4ED2-A378-70EA41338C41}" presName="sibTrans" presStyleLbl="sibTrans2D1" presStyleIdx="6" presStyleCnt="7"/>
      <dgm:spPr/>
    </dgm:pt>
    <dgm:pt modelId="{2AB94E5F-FE42-497F-B0FE-246B3BB667FB}" type="pres">
      <dgm:prSet presAssocID="{A0F2A1AE-9FF7-4ED2-A378-70EA41338C41}" presName="connectorText" presStyleLbl="sibTrans2D1" presStyleIdx="6" presStyleCnt="7"/>
      <dgm:spPr/>
    </dgm:pt>
    <dgm:pt modelId="{101DC9DC-00C3-41F2-8140-CF350950AF01}" type="pres">
      <dgm:prSet presAssocID="{F0138D88-813E-4980-81AB-8026D8610AB8}" presName="node" presStyleLbl="node1" presStyleIdx="7" presStyleCnt="8">
        <dgm:presLayoutVars>
          <dgm:bulletEnabled val="1"/>
        </dgm:presLayoutVars>
      </dgm:prSet>
      <dgm:spPr/>
    </dgm:pt>
  </dgm:ptLst>
  <dgm:cxnLst>
    <dgm:cxn modelId="{CE0BC701-8A85-464A-9972-8229D8AF8EB1}" srcId="{1E0AC980-7A45-4902-95EC-214A6C480D7D}" destId="{0DA557A3-B995-4AC8-B1A8-26338D0D0B58}" srcOrd="6" destOrd="0" parTransId="{1406AF3A-19C7-4967-98E1-F51CF44B58BA}" sibTransId="{A0F2A1AE-9FF7-4ED2-A378-70EA41338C41}"/>
    <dgm:cxn modelId="{F19A0815-4586-4163-9B60-59B1FF492770}" srcId="{1E0AC980-7A45-4902-95EC-214A6C480D7D}" destId="{2D1B333D-088F-44F4-91C0-45053970B334}" srcOrd="2" destOrd="0" parTransId="{096711AB-2DC0-4B3D-835C-F90A3355723F}" sibTransId="{B86E2048-3C45-4BF9-A28A-47BE90D45F2A}"/>
    <dgm:cxn modelId="{FAE82119-C302-49FE-8F7F-65CB53DA7A58}" type="presOf" srcId="{B86E2048-3C45-4BF9-A28A-47BE90D45F2A}" destId="{9B4B268A-C9E9-4260-AF09-F6DE67D8A1FC}" srcOrd="0" destOrd="0" presId="urn:microsoft.com/office/officeart/2005/8/layout/process5"/>
    <dgm:cxn modelId="{79BAB019-7A9E-4BEB-AB7E-24D6E17CDF90}" srcId="{1E0AC980-7A45-4902-95EC-214A6C480D7D}" destId="{F0138D88-813E-4980-81AB-8026D8610AB8}" srcOrd="7" destOrd="0" parTransId="{8B8122C6-D249-4F66-B272-F1CCB0C7DA9E}" sibTransId="{2C53033C-F939-4961-83D5-5B9B150A7A47}"/>
    <dgm:cxn modelId="{CFDA2722-E7A9-4F5D-B609-1B4CA44C8512}" srcId="{1E0AC980-7A45-4902-95EC-214A6C480D7D}" destId="{6E0461D1-45A7-4236-8678-8FAF2CC38682}" srcOrd="1" destOrd="0" parTransId="{75FF76E4-84E3-49F6-81D3-4CAF1299C0D4}" sibTransId="{3EFD9ECD-F38A-424E-BC06-7D36E5D3964E}"/>
    <dgm:cxn modelId="{001C6232-FE78-4D12-872D-800AFCDF85B8}" type="presOf" srcId="{F0138D88-813E-4980-81AB-8026D8610AB8}" destId="{101DC9DC-00C3-41F2-8140-CF350950AF01}" srcOrd="0" destOrd="0" presId="urn:microsoft.com/office/officeart/2005/8/layout/process5"/>
    <dgm:cxn modelId="{8B0F0333-688F-4DEE-A48B-A8B75A26F531}" srcId="{1E0AC980-7A45-4902-95EC-214A6C480D7D}" destId="{40743FFA-DD79-45DA-8DB7-163F6F976ED3}" srcOrd="5" destOrd="0" parTransId="{E16F452F-B229-45F8-8099-52194E611B43}" sibTransId="{2E778CE4-8709-4E75-A36A-CFCE9AAA83FB}"/>
    <dgm:cxn modelId="{9BD0D035-24B7-4AFD-B169-BAC5D03256AA}" srcId="{1E0AC980-7A45-4902-95EC-214A6C480D7D}" destId="{C356B028-99DC-48E5-B0B0-5E06F70622D9}" srcOrd="0" destOrd="0" parTransId="{506B7D0F-B219-44BA-A7D1-725308BC0684}" sibTransId="{70050F7E-9FAC-43AA-8548-AB8EAF849B3E}"/>
    <dgm:cxn modelId="{53AA093D-8DC5-4368-8872-D4C85CF9A3FD}" type="presOf" srcId="{70050F7E-9FAC-43AA-8548-AB8EAF849B3E}" destId="{8D146D1D-E700-433A-964A-F3ED3E554FB5}" srcOrd="1" destOrd="0" presId="urn:microsoft.com/office/officeart/2005/8/layout/process5"/>
    <dgm:cxn modelId="{6CA6A85B-8B9F-444E-B64F-73662ADDAB57}" type="presOf" srcId="{84EDC427-E517-4C50-98D2-76D46AB6AAA2}" destId="{745F8BAC-143A-447A-B8D2-E18D18A667F7}" srcOrd="1" destOrd="0" presId="urn:microsoft.com/office/officeart/2005/8/layout/process5"/>
    <dgm:cxn modelId="{0582FD47-E047-4BC2-B0A4-252DBA5A8E24}" srcId="{1E0AC980-7A45-4902-95EC-214A6C480D7D}" destId="{4A897DE9-34BF-431B-938A-5CAE1A436F38}" srcOrd="4" destOrd="0" parTransId="{AEE182B2-1059-493A-890C-C90A2965AD6F}" sibTransId="{509A9D22-7B6A-463B-9CFC-41FBD88DDB67}"/>
    <dgm:cxn modelId="{C1016649-744D-418D-B043-9B841D102E22}" type="presOf" srcId="{C57DB3A0-B01A-485C-9BC2-633BFB6DB56D}" destId="{8A67B814-7991-4419-87B7-0898DAD526A0}" srcOrd="0" destOrd="0" presId="urn:microsoft.com/office/officeart/2005/8/layout/process5"/>
    <dgm:cxn modelId="{DAD02B4E-6067-4C41-9D1F-FF5288ACED65}" type="presOf" srcId="{B86E2048-3C45-4BF9-A28A-47BE90D45F2A}" destId="{DBFBEF08-EFC7-4054-BD36-C3FA396534F8}" srcOrd="1" destOrd="0" presId="urn:microsoft.com/office/officeart/2005/8/layout/process5"/>
    <dgm:cxn modelId="{CB5DEA54-C897-4F7D-B5D6-4B09A6C528F7}" type="presOf" srcId="{84EDC427-E517-4C50-98D2-76D46AB6AAA2}" destId="{231139D8-9B53-485D-B8E4-2A45ED227CAF}" srcOrd="0" destOrd="0" presId="urn:microsoft.com/office/officeart/2005/8/layout/process5"/>
    <dgm:cxn modelId="{B03DF156-7D6E-483F-A605-50A726D72045}" type="presOf" srcId="{1E0AC980-7A45-4902-95EC-214A6C480D7D}" destId="{3374842E-6778-4826-87B0-69D0FDFFA41E}" srcOrd="0" destOrd="0" presId="urn:microsoft.com/office/officeart/2005/8/layout/process5"/>
    <dgm:cxn modelId="{5F692379-D14D-43BA-BD64-B4CD1ED5A6EA}" srcId="{1E0AC980-7A45-4902-95EC-214A6C480D7D}" destId="{C57DB3A0-B01A-485C-9BC2-633BFB6DB56D}" srcOrd="3" destOrd="0" parTransId="{BBDFBA19-A45E-4350-BA90-FDFC31FE8F5A}" sibTransId="{84EDC427-E517-4C50-98D2-76D46AB6AAA2}"/>
    <dgm:cxn modelId="{8D559A7E-2FA8-4160-A9E2-2BD2E9CE4D1A}" type="presOf" srcId="{0DA557A3-B995-4AC8-B1A8-26338D0D0B58}" destId="{4A0DECE1-8626-445F-9D4B-D578FB295F3B}" srcOrd="0" destOrd="0" presId="urn:microsoft.com/office/officeart/2005/8/layout/process5"/>
    <dgm:cxn modelId="{F142A195-6CC8-4B70-9C03-01D5709AAFE8}" type="presOf" srcId="{A0F2A1AE-9FF7-4ED2-A378-70EA41338C41}" destId="{2A606846-4945-4564-ADFC-34A0AD3D11FD}" srcOrd="0" destOrd="0" presId="urn:microsoft.com/office/officeart/2005/8/layout/process5"/>
    <dgm:cxn modelId="{F93E8496-485B-407F-9401-4423C2EEE3EA}" type="presOf" srcId="{6E0461D1-45A7-4236-8678-8FAF2CC38682}" destId="{BD172ADC-4714-4B21-819A-545F87259A4B}" srcOrd="0" destOrd="0" presId="urn:microsoft.com/office/officeart/2005/8/layout/process5"/>
    <dgm:cxn modelId="{806A6FA5-8CFA-48E9-BB96-F418B6C8CD1D}" type="presOf" srcId="{3EFD9ECD-F38A-424E-BC06-7D36E5D3964E}" destId="{2F82CA1D-0A8D-4515-9692-B346F544E1F9}" srcOrd="0" destOrd="0" presId="urn:microsoft.com/office/officeart/2005/8/layout/process5"/>
    <dgm:cxn modelId="{4D2142A6-D481-4548-B718-A913D09C21F4}" type="presOf" srcId="{C356B028-99DC-48E5-B0B0-5E06F70622D9}" destId="{EBDDC775-63E8-4395-BF68-587AD8BED221}" srcOrd="0" destOrd="0" presId="urn:microsoft.com/office/officeart/2005/8/layout/process5"/>
    <dgm:cxn modelId="{77BA77A8-9BB1-4D6C-A3A6-C31EC1BC7C90}" type="presOf" srcId="{509A9D22-7B6A-463B-9CFC-41FBD88DDB67}" destId="{42B6BD58-2EE3-47C8-89A5-40E367F62FB9}" srcOrd="0" destOrd="0" presId="urn:microsoft.com/office/officeart/2005/8/layout/process5"/>
    <dgm:cxn modelId="{4F8C51AF-70BF-42B3-83D3-1D8CF071B5E6}" type="presOf" srcId="{2E778CE4-8709-4E75-A36A-CFCE9AAA83FB}" destId="{3F63C8BE-511F-4D13-920A-DF23F215A603}" srcOrd="1" destOrd="0" presId="urn:microsoft.com/office/officeart/2005/8/layout/process5"/>
    <dgm:cxn modelId="{0E456FB0-F06C-4268-906B-D2D9B5C2F2F6}" type="presOf" srcId="{40743FFA-DD79-45DA-8DB7-163F6F976ED3}" destId="{4A55A49A-E914-4354-BC53-4AC61E7233CD}" srcOrd="0" destOrd="0" presId="urn:microsoft.com/office/officeart/2005/8/layout/process5"/>
    <dgm:cxn modelId="{8276BEB1-F707-4A9E-8723-008157C84F73}" type="presOf" srcId="{4A897DE9-34BF-431B-938A-5CAE1A436F38}" destId="{ABE4D707-696B-49CA-905A-BF466C77B862}" srcOrd="0" destOrd="0" presId="urn:microsoft.com/office/officeart/2005/8/layout/process5"/>
    <dgm:cxn modelId="{717A26B6-0DE6-4367-ADB1-2EA2BE2C3D55}" type="presOf" srcId="{A0F2A1AE-9FF7-4ED2-A378-70EA41338C41}" destId="{2AB94E5F-FE42-497F-B0FE-246B3BB667FB}" srcOrd="1" destOrd="0" presId="urn:microsoft.com/office/officeart/2005/8/layout/process5"/>
    <dgm:cxn modelId="{2ABD6CC9-0F52-4010-9322-1277FC3F48C1}" type="presOf" srcId="{2D1B333D-088F-44F4-91C0-45053970B334}" destId="{35938E07-C209-4E4F-A258-9396B4B41FA3}" srcOrd="0" destOrd="0" presId="urn:microsoft.com/office/officeart/2005/8/layout/process5"/>
    <dgm:cxn modelId="{1428C4E4-5B8C-471C-9E59-629152769BE0}" type="presOf" srcId="{3EFD9ECD-F38A-424E-BC06-7D36E5D3964E}" destId="{8A44374B-20AF-4FD7-BC46-C8E91E626EFC}" srcOrd="1" destOrd="0" presId="urn:microsoft.com/office/officeart/2005/8/layout/process5"/>
    <dgm:cxn modelId="{DF179BF4-7095-48F3-A222-5BB1BDB90E9E}" type="presOf" srcId="{70050F7E-9FAC-43AA-8548-AB8EAF849B3E}" destId="{E8439967-794B-4526-851B-1ACADBC8FD8D}" srcOrd="0" destOrd="0" presId="urn:microsoft.com/office/officeart/2005/8/layout/process5"/>
    <dgm:cxn modelId="{853CA7FE-57D2-4318-81F5-DF381C5406C9}" type="presOf" srcId="{509A9D22-7B6A-463B-9CFC-41FBD88DDB67}" destId="{D6D9471F-5358-4B8A-8DC3-FD8630C8228D}" srcOrd="1" destOrd="0" presId="urn:microsoft.com/office/officeart/2005/8/layout/process5"/>
    <dgm:cxn modelId="{5364EAFE-D909-4830-B78B-086CBA69D79A}" type="presOf" srcId="{2E778CE4-8709-4E75-A36A-CFCE9AAA83FB}" destId="{223CC472-419F-411D-B734-FA567D99B063}" srcOrd="0" destOrd="0" presId="urn:microsoft.com/office/officeart/2005/8/layout/process5"/>
    <dgm:cxn modelId="{DED16DE8-1EAB-46E4-8BBC-C35B95879112}" type="presParOf" srcId="{3374842E-6778-4826-87B0-69D0FDFFA41E}" destId="{EBDDC775-63E8-4395-BF68-587AD8BED221}" srcOrd="0" destOrd="0" presId="urn:microsoft.com/office/officeart/2005/8/layout/process5"/>
    <dgm:cxn modelId="{92A3744E-A2C4-407F-B250-2A14A7254C64}" type="presParOf" srcId="{3374842E-6778-4826-87B0-69D0FDFFA41E}" destId="{E8439967-794B-4526-851B-1ACADBC8FD8D}" srcOrd="1" destOrd="0" presId="urn:microsoft.com/office/officeart/2005/8/layout/process5"/>
    <dgm:cxn modelId="{79D367D2-DE1B-4B0B-803D-DB90FE33D331}" type="presParOf" srcId="{E8439967-794B-4526-851B-1ACADBC8FD8D}" destId="{8D146D1D-E700-433A-964A-F3ED3E554FB5}" srcOrd="0" destOrd="0" presId="urn:microsoft.com/office/officeart/2005/8/layout/process5"/>
    <dgm:cxn modelId="{0A9DF308-1A89-4D2E-928F-7C9A9097DE56}" type="presParOf" srcId="{3374842E-6778-4826-87B0-69D0FDFFA41E}" destId="{BD172ADC-4714-4B21-819A-545F87259A4B}" srcOrd="2" destOrd="0" presId="urn:microsoft.com/office/officeart/2005/8/layout/process5"/>
    <dgm:cxn modelId="{A791FB14-9B04-4B62-B694-D654772893B0}" type="presParOf" srcId="{3374842E-6778-4826-87B0-69D0FDFFA41E}" destId="{2F82CA1D-0A8D-4515-9692-B346F544E1F9}" srcOrd="3" destOrd="0" presId="urn:microsoft.com/office/officeart/2005/8/layout/process5"/>
    <dgm:cxn modelId="{020FB8C1-6380-4F49-A5EC-BB887B972431}" type="presParOf" srcId="{2F82CA1D-0A8D-4515-9692-B346F544E1F9}" destId="{8A44374B-20AF-4FD7-BC46-C8E91E626EFC}" srcOrd="0" destOrd="0" presId="urn:microsoft.com/office/officeart/2005/8/layout/process5"/>
    <dgm:cxn modelId="{F9C5EA5B-509B-4191-B346-9AFE7FE4DA50}" type="presParOf" srcId="{3374842E-6778-4826-87B0-69D0FDFFA41E}" destId="{35938E07-C209-4E4F-A258-9396B4B41FA3}" srcOrd="4" destOrd="0" presId="urn:microsoft.com/office/officeart/2005/8/layout/process5"/>
    <dgm:cxn modelId="{3A5A4021-A7EC-4473-ABD8-15BFCF1A9A58}" type="presParOf" srcId="{3374842E-6778-4826-87B0-69D0FDFFA41E}" destId="{9B4B268A-C9E9-4260-AF09-F6DE67D8A1FC}" srcOrd="5" destOrd="0" presId="urn:microsoft.com/office/officeart/2005/8/layout/process5"/>
    <dgm:cxn modelId="{0FEDA1FA-AF5F-4F11-98C1-AE0C17FCFE1E}" type="presParOf" srcId="{9B4B268A-C9E9-4260-AF09-F6DE67D8A1FC}" destId="{DBFBEF08-EFC7-4054-BD36-C3FA396534F8}" srcOrd="0" destOrd="0" presId="urn:microsoft.com/office/officeart/2005/8/layout/process5"/>
    <dgm:cxn modelId="{3B8E3ECF-1D44-4BC3-AAA1-08E4B5A333BA}" type="presParOf" srcId="{3374842E-6778-4826-87B0-69D0FDFFA41E}" destId="{8A67B814-7991-4419-87B7-0898DAD526A0}" srcOrd="6" destOrd="0" presId="urn:microsoft.com/office/officeart/2005/8/layout/process5"/>
    <dgm:cxn modelId="{C46F3E0C-949A-41C5-A110-EF1D05957FA2}" type="presParOf" srcId="{3374842E-6778-4826-87B0-69D0FDFFA41E}" destId="{231139D8-9B53-485D-B8E4-2A45ED227CAF}" srcOrd="7" destOrd="0" presId="urn:microsoft.com/office/officeart/2005/8/layout/process5"/>
    <dgm:cxn modelId="{FDE2477D-FE82-463C-9F4E-9B82DA5744D6}" type="presParOf" srcId="{231139D8-9B53-485D-B8E4-2A45ED227CAF}" destId="{745F8BAC-143A-447A-B8D2-E18D18A667F7}" srcOrd="0" destOrd="0" presId="urn:microsoft.com/office/officeart/2005/8/layout/process5"/>
    <dgm:cxn modelId="{EC464C94-61EE-49BA-88A0-271501CCAA24}" type="presParOf" srcId="{3374842E-6778-4826-87B0-69D0FDFFA41E}" destId="{ABE4D707-696B-49CA-905A-BF466C77B862}" srcOrd="8" destOrd="0" presId="urn:microsoft.com/office/officeart/2005/8/layout/process5"/>
    <dgm:cxn modelId="{5D6BF5F3-A495-4132-B3DE-24F7A17982D4}" type="presParOf" srcId="{3374842E-6778-4826-87B0-69D0FDFFA41E}" destId="{42B6BD58-2EE3-47C8-89A5-40E367F62FB9}" srcOrd="9" destOrd="0" presId="urn:microsoft.com/office/officeart/2005/8/layout/process5"/>
    <dgm:cxn modelId="{502CE12D-AA7D-4632-A56D-EC44D52FDA75}" type="presParOf" srcId="{42B6BD58-2EE3-47C8-89A5-40E367F62FB9}" destId="{D6D9471F-5358-4B8A-8DC3-FD8630C8228D}" srcOrd="0" destOrd="0" presId="urn:microsoft.com/office/officeart/2005/8/layout/process5"/>
    <dgm:cxn modelId="{4E283C3D-DA3E-419D-9798-AC5C3F06E2F9}" type="presParOf" srcId="{3374842E-6778-4826-87B0-69D0FDFFA41E}" destId="{4A55A49A-E914-4354-BC53-4AC61E7233CD}" srcOrd="10" destOrd="0" presId="urn:microsoft.com/office/officeart/2005/8/layout/process5"/>
    <dgm:cxn modelId="{071708C7-36EB-4F78-87FC-446B50E941F7}" type="presParOf" srcId="{3374842E-6778-4826-87B0-69D0FDFFA41E}" destId="{223CC472-419F-411D-B734-FA567D99B063}" srcOrd="11" destOrd="0" presId="urn:microsoft.com/office/officeart/2005/8/layout/process5"/>
    <dgm:cxn modelId="{D82D739B-1644-4C8A-B881-2423FA7D005D}" type="presParOf" srcId="{223CC472-419F-411D-B734-FA567D99B063}" destId="{3F63C8BE-511F-4D13-920A-DF23F215A603}" srcOrd="0" destOrd="0" presId="urn:microsoft.com/office/officeart/2005/8/layout/process5"/>
    <dgm:cxn modelId="{EACD7E65-1B3C-41E5-8B92-D0E5C004709D}" type="presParOf" srcId="{3374842E-6778-4826-87B0-69D0FDFFA41E}" destId="{4A0DECE1-8626-445F-9D4B-D578FB295F3B}" srcOrd="12" destOrd="0" presId="urn:microsoft.com/office/officeart/2005/8/layout/process5"/>
    <dgm:cxn modelId="{FB9C6422-5EB2-4FD0-9284-2A1491ECB9E4}" type="presParOf" srcId="{3374842E-6778-4826-87B0-69D0FDFFA41E}" destId="{2A606846-4945-4564-ADFC-34A0AD3D11FD}" srcOrd="13" destOrd="0" presId="urn:microsoft.com/office/officeart/2005/8/layout/process5"/>
    <dgm:cxn modelId="{3092849B-8856-44EE-88C5-ECE7D6B26D2F}" type="presParOf" srcId="{2A606846-4945-4564-ADFC-34A0AD3D11FD}" destId="{2AB94E5F-FE42-497F-B0FE-246B3BB667FB}" srcOrd="0" destOrd="0" presId="urn:microsoft.com/office/officeart/2005/8/layout/process5"/>
    <dgm:cxn modelId="{C827D7A2-A55F-4E62-A765-B85BC8E254F5}" type="presParOf" srcId="{3374842E-6778-4826-87B0-69D0FDFFA41E}" destId="{101DC9DC-00C3-41F2-8140-CF350950AF01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C69ACD-F92A-4CA0-8786-19A90E2E6BDC}" type="doc">
      <dgm:prSet loTypeId="urn:microsoft.com/office/officeart/2005/8/layout/vList5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fr-FR"/>
        </a:p>
      </dgm:t>
    </dgm:pt>
    <dgm:pt modelId="{4B8F4CF1-6B4B-4F74-A489-978701B525BE}">
      <dgm:prSet phldrT="[Texte]"/>
      <dgm:spPr/>
      <dgm:t>
        <a:bodyPr/>
        <a:lstStyle/>
        <a:p>
          <a:r>
            <a:rPr lang="fr-FR" b="1" dirty="0"/>
            <a:t>Identification</a:t>
          </a:r>
        </a:p>
      </dgm:t>
    </dgm:pt>
    <dgm:pt modelId="{7D05DD2C-C72E-440F-8441-622209E27294}" type="parTrans" cxnId="{97686D03-11DA-46AA-AE97-8E286533B371}">
      <dgm:prSet/>
      <dgm:spPr/>
      <dgm:t>
        <a:bodyPr/>
        <a:lstStyle/>
        <a:p>
          <a:endParaRPr lang="fr-FR"/>
        </a:p>
      </dgm:t>
    </dgm:pt>
    <dgm:pt modelId="{A6064491-DD8F-4612-AD12-553A076C1FBC}" type="sibTrans" cxnId="{97686D03-11DA-46AA-AE97-8E286533B371}">
      <dgm:prSet/>
      <dgm:spPr/>
      <dgm:t>
        <a:bodyPr/>
        <a:lstStyle/>
        <a:p>
          <a:endParaRPr lang="fr-FR"/>
        </a:p>
      </dgm:t>
    </dgm:pt>
    <dgm:pt modelId="{6C81C142-6544-4381-9C86-093AF41BE572}">
      <dgm:prSet/>
      <dgm:spPr/>
      <dgm:t>
        <a:bodyPr/>
        <a:lstStyle/>
        <a:p>
          <a:r>
            <a:rPr lang="fr-FR" b="1" dirty="0"/>
            <a:t>Formulation</a:t>
          </a:r>
        </a:p>
      </dgm:t>
    </dgm:pt>
    <dgm:pt modelId="{395F76B5-7B69-4160-A9AD-6109FD1BA259}" type="parTrans" cxnId="{8A7C6188-6794-4C1D-A0F1-745A9400A0F2}">
      <dgm:prSet/>
      <dgm:spPr/>
      <dgm:t>
        <a:bodyPr/>
        <a:lstStyle/>
        <a:p>
          <a:endParaRPr lang="fr-FR"/>
        </a:p>
      </dgm:t>
    </dgm:pt>
    <dgm:pt modelId="{1C86BE2C-3C07-4FA7-99E0-091066D71D5D}" type="sibTrans" cxnId="{8A7C6188-6794-4C1D-A0F1-745A9400A0F2}">
      <dgm:prSet/>
      <dgm:spPr/>
      <dgm:t>
        <a:bodyPr/>
        <a:lstStyle/>
        <a:p>
          <a:endParaRPr lang="fr-FR"/>
        </a:p>
      </dgm:t>
    </dgm:pt>
    <dgm:pt modelId="{26343C66-3DE7-4E6B-A335-7FEFAD581881}">
      <dgm:prSet/>
      <dgm:spPr/>
      <dgm:t>
        <a:bodyPr/>
        <a:lstStyle/>
        <a:p>
          <a:r>
            <a:rPr lang="fr-FR" b="1" dirty="0"/>
            <a:t>Analyse &amp; évaluation :</a:t>
          </a:r>
        </a:p>
      </dgm:t>
    </dgm:pt>
    <dgm:pt modelId="{BD2B8543-6120-49C8-9AF2-D81FF6346D6E}" type="parTrans" cxnId="{4FA76970-17B0-4928-B0F0-82712FFE0CB7}">
      <dgm:prSet/>
      <dgm:spPr/>
      <dgm:t>
        <a:bodyPr/>
        <a:lstStyle/>
        <a:p>
          <a:endParaRPr lang="fr-FR"/>
        </a:p>
      </dgm:t>
    </dgm:pt>
    <dgm:pt modelId="{BE6D95FC-9C31-45C3-A218-B273088B1C57}" type="sibTrans" cxnId="{4FA76970-17B0-4928-B0F0-82712FFE0CB7}">
      <dgm:prSet/>
      <dgm:spPr/>
      <dgm:t>
        <a:bodyPr/>
        <a:lstStyle/>
        <a:p>
          <a:endParaRPr lang="fr-FR"/>
        </a:p>
      </dgm:t>
    </dgm:pt>
    <dgm:pt modelId="{7160643A-C6CF-4348-BAB1-7BD8DF27356E}">
      <dgm:prSet/>
      <dgm:spPr/>
      <dgm:t>
        <a:bodyPr/>
        <a:lstStyle/>
        <a:p>
          <a:r>
            <a:rPr lang="fr-FR" b="1" dirty="0"/>
            <a:t>Décision</a:t>
          </a:r>
        </a:p>
      </dgm:t>
    </dgm:pt>
    <dgm:pt modelId="{8AC7ABCD-B560-45C5-92B6-9E6E9067C4A4}" type="parTrans" cxnId="{307DDC97-3DC3-4975-88BE-63B2C2AE9B94}">
      <dgm:prSet/>
      <dgm:spPr/>
      <dgm:t>
        <a:bodyPr/>
        <a:lstStyle/>
        <a:p>
          <a:endParaRPr lang="fr-FR"/>
        </a:p>
      </dgm:t>
    </dgm:pt>
    <dgm:pt modelId="{9547A689-C5AB-4CF2-9DF2-C98B3074EC34}" type="sibTrans" cxnId="{307DDC97-3DC3-4975-88BE-63B2C2AE9B94}">
      <dgm:prSet/>
      <dgm:spPr/>
      <dgm:t>
        <a:bodyPr/>
        <a:lstStyle/>
        <a:p>
          <a:endParaRPr lang="fr-FR"/>
        </a:p>
      </dgm:t>
    </dgm:pt>
    <dgm:pt modelId="{4380B50A-6DB6-48F7-A9C9-594B6085BCB2}">
      <dgm:prSet/>
      <dgm:spPr/>
      <dgm:t>
        <a:bodyPr/>
        <a:lstStyle/>
        <a:p>
          <a:r>
            <a:rPr lang="fr-FR" b="1" dirty="0"/>
            <a:t>Planification</a:t>
          </a:r>
        </a:p>
      </dgm:t>
    </dgm:pt>
    <dgm:pt modelId="{FE5A60BA-5FD5-4EFC-9E11-CCC0C44BA7C2}" type="parTrans" cxnId="{AE9DA9C7-CB43-465E-8331-CB93E6C14980}">
      <dgm:prSet/>
      <dgm:spPr/>
      <dgm:t>
        <a:bodyPr/>
        <a:lstStyle/>
        <a:p>
          <a:endParaRPr lang="fr-FR"/>
        </a:p>
      </dgm:t>
    </dgm:pt>
    <dgm:pt modelId="{5514D8EA-4F74-4168-AE3C-6D802032EE0A}" type="sibTrans" cxnId="{AE9DA9C7-CB43-465E-8331-CB93E6C14980}">
      <dgm:prSet/>
      <dgm:spPr/>
      <dgm:t>
        <a:bodyPr/>
        <a:lstStyle/>
        <a:p>
          <a:endParaRPr lang="fr-FR"/>
        </a:p>
      </dgm:t>
    </dgm:pt>
    <dgm:pt modelId="{80441C27-7E37-4DE8-8893-8314212EBF82}">
      <dgm:prSet/>
      <dgm:spPr/>
      <dgm:t>
        <a:bodyPr/>
        <a:lstStyle/>
        <a:p>
          <a:r>
            <a:rPr lang="fr-FR" b="1" dirty="0"/>
            <a:t>Exécution, suivi &amp; contrôle :</a:t>
          </a:r>
        </a:p>
      </dgm:t>
    </dgm:pt>
    <dgm:pt modelId="{F2AB34ED-5BF5-438A-921F-F2446467414E}" type="parTrans" cxnId="{DA00F5D0-A2DA-4ECB-8F1C-79C72625D5A0}">
      <dgm:prSet/>
      <dgm:spPr/>
      <dgm:t>
        <a:bodyPr/>
        <a:lstStyle/>
        <a:p>
          <a:endParaRPr lang="fr-FR"/>
        </a:p>
      </dgm:t>
    </dgm:pt>
    <dgm:pt modelId="{3D9FF54B-9DF3-416D-9C5B-1107F60CD5EA}" type="sibTrans" cxnId="{DA00F5D0-A2DA-4ECB-8F1C-79C72625D5A0}">
      <dgm:prSet/>
      <dgm:spPr/>
      <dgm:t>
        <a:bodyPr/>
        <a:lstStyle/>
        <a:p>
          <a:endParaRPr lang="fr-FR"/>
        </a:p>
      </dgm:t>
    </dgm:pt>
    <dgm:pt modelId="{49B0C145-45B2-42EE-8B81-BAD1F487CE2D}">
      <dgm:prSet/>
      <dgm:spPr/>
      <dgm:t>
        <a:bodyPr/>
        <a:lstStyle/>
        <a:p>
          <a:r>
            <a:rPr lang="fr-FR" b="1" dirty="0"/>
            <a:t>Opérationnalisation</a:t>
          </a:r>
        </a:p>
      </dgm:t>
    </dgm:pt>
    <dgm:pt modelId="{0B9C4672-1FA3-43A1-9C5F-2F95E9144212}" type="parTrans" cxnId="{3095C10A-654D-40C5-AFD4-8D28383AC95A}">
      <dgm:prSet/>
      <dgm:spPr/>
      <dgm:t>
        <a:bodyPr/>
        <a:lstStyle/>
        <a:p>
          <a:endParaRPr lang="fr-FR"/>
        </a:p>
      </dgm:t>
    </dgm:pt>
    <dgm:pt modelId="{3D04A154-B639-4199-9E41-19911ECBB37B}" type="sibTrans" cxnId="{3095C10A-654D-40C5-AFD4-8D28383AC95A}">
      <dgm:prSet/>
      <dgm:spPr/>
      <dgm:t>
        <a:bodyPr/>
        <a:lstStyle/>
        <a:p>
          <a:endParaRPr lang="fr-FR"/>
        </a:p>
      </dgm:t>
    </dgm:pt>
    <dgm:pt modelId="{28F16E82-7617-4130-AB82-218E170FC882}">
      <dgm:prSet/>
      <dgm:spPr/>
      <dgm:t>
        <a:bodyPr/>
        <a:lstStyle/>
        <a:p>
          <a:r>
            <a:rPr lang="fr-FR" b="1" dirty="0"/>
            <a:t>Post-évaluation</a:t>
          </a:r>
        </a:p>
      </dgm:t>
    </dgm:pt>
    <dgm:pt modelId="{F73855A4-E1F5-455D-862C-AF8223CE6467}" type="parTrans" cxnId="{A36C2EB6-0196-4D37-A819-41E28F29C87C}">
      <dgm:prSet/>
      <dgm:spPr/>
      <dgm:t>
        <a:bodyPr/>
        <a:lstStyle/>
        <a:p>
          <a:endParaRPr lang="fr-FR"/>
        </a:p>
      </dgm:t>
    </dgm:pt>
    <dgm:pt modelId="{3D371CE6-B950-46D3-9580-0DAE26F569EF}" type="sibTrans" cxnId="{A36C2EB6-0196-4D37-A819-41E28F29C87C}">
      <dgm:prSet/>
      <dgm:spPr/>
      <dgm:t>
        <a:bodyPr/>
        <a:lstStyle/>
        <a:p>
          <a:endParaRPr lang="fr-FR"/>
        </a:p>
      </dgm:t>
    </dgm:pt>
    <dgm:pt modelId="{B465503A-9CB6-4012-88F0-0C6A483E613C}">
      <dgm:prSet phldrT="[Texte]"/>
      <dgm:spPr/>
      <dgm:t>
        <a:bodyPr/>
        <a:lstStyle/>
        <a:p>
          <a:r>
            <a:rPr lang="fr-FR" dirty="0"/>
            <a:t>Trouver une idée </a:t>
          </a:r>
        </a:p>
      </dgm:t>
    </dgm:pt>
    <dgm:pt modelId="{CB6EBC85-F571-49AE-BE01-EED1D1CA6D6A}" type="parTrans" cxnId="{267C7E6F-F8A0-4A24-9183-78ACE1EBE454}">
      <dgm:prSet/>
      <dgm:spPr/>
      <dgm:t>
        <a:bodyPr/>
        <a:lstStyle/>
        <a:p>
          <a:endParaRPr lang="fr-FR"/>
        </a:p>
      </dgm:t>
    </dgm:pt>
    <dgm:pt modelId="{FA4444CB-B8D8-4BBD-8153-B46A93524982}" type="sibTrans" cxnId="{267C7E6F-F8A0-4A24-9183-78ACE1EBE454}">
      <dgm:prSet/>
      <dgm:spPr/>
      <dgm:t>
        <a:bodyPr/>
        <a:lstStyle/>
        <a:p>
          <a:endParaRPr lang="fr-FR"/>
        </a:p>
      </dgm:t>
    </dgm:pt>
    <dgm:pt modelId="{8FAADBBD-958F-4515-A985-7D31A3015449}">
      <dgm:prSet/>
      <dgm:spPr/>
      <dgm:t>
        <a:bodyPr/>
        <a:lstStyle/>
        <a:p>
          <a:r>
            <a:rPr lang="fr-FR" dirty="0"/>
            <a:t>Bien définir pour mieux saisir</a:t>
          </a:r>
        </a:p>
      </dgm:t>
    </dgm:pt>
    <dgm:pt modelId="{03CDF16A-C784-488B-9DDE-0F49F2FA17EA}" type="parTrans" cxnId="{8261A776-CAC0-476E-9DC0-B7A8F628A3FE}">
      <dgm:prSet/>
      <dgm:spPr/>
      <dgm:t>
        <a:bodyPr/>
        <a:lstStyle/>
        <a:p>
          <a:endParaRPr lang="fr-FR"/>
        </a:p>
      </dgm:t>
    </dgm:pt>
    <dgm:pt modelId="{F1795302-03F9-4045-B270-47E95D991596}" type="sibTrans" cxnId="{8261A776-CAC0-476E-9DC0-B7A8F628A3FE}">
      <dgm:prSet/>
      <dgm:spPr/>
      <dgm:t>
        <a:bodyPr/>
        <a:lstStyle/>
        <a:p>
          <a:endParaRPr lang="fr-FR"/>
        </a:p>
      </dgm:t>
    </dgm:pt>
    <dgm:pt modelId="{595ACFCB-F519-4D49-9700-4A85CD4AED2C}">
      <dgm:prSet/>
      <dgm:spPr/>
      <dgm:t>
        <a:bodyPr/>
        <a:lstStyle/>
        <a:p>
          <a:r>
            <a:rPr lang="fr-FR" dirty="0"/>
            <a:t>Faisabilité et profitabilité</a:t>
          </a:r>
        </a:p>
      </dgm:t>
    </dgm:pt>
    <dgm:pt modelId="{8E7C7272-2D0A-4720-8945-78E8381C9DD4}" type="parTrans" cxnId="{72B150E2-0507-4B1B-8AAF-324CB84E57F9}">
      <dgm:prSet/>
      <dgm:spPr/>
      <dgm:t>
        <a:bodyPr/>
        <a:lstStyle/>
        <a:p>
          <a:endParaRPr lang="fr-FR"/>
        </a:p>
      </dgm:t>
    </dgm:pt>
    <dgm:pt modelId="{6A0AD1A9-DE55-41F8-807F-316569A0FBCE}" type="sibTrans" cxnId="{72B150E2-0507-4B1B-8AAF-324CB84E57F9}">
      <dgm:prSet/>
      <dgm:spPr/>
      <dgm:t>
        <a:bodyPr/>
        <a:lstStyle/>
        <a:p>
          <a:endParaRPr lang="fr-FR"/>
        </a:p>
      </dgm:t>
    </dgm:pt>
    <dgm:pt modelId="{68A47C67-0892-495A-B13B-B2BA1FBC12A5}">
      <dgm:prSet/>
      <dgm:spPr/>
      <dgm:t>
        <a:bodyPr/>
        <a:lstStyle/>
        <a:p>
          <a:r>
            <a:rPr lang="fr-FR"/>
            <a:t>Go</a:t>
          </a:r>
          <a:r>
            <a:rPr lang="fr-FR" dirty="0"/>
            <a:t>, no go, tiroir à projets ?</a:t>
          </a:r>
        </a:p>
      </dgm:t>
    </dgm:pt>
    <dgm:pt modelId="{58FF78F3-8D87-4756-B11C-3DEEE10DA281}" type="parTrans" cxnId="{ACB52A86-8F5B-48B9-BE51-F93EBF0694F3}">
      <dgm:prSet/>
      <dgm:spPr/>
      <dgm:t>
        <a:bodyPr/>
        <a:lstStyle/>
        <a:p>
          <a:endParaRPr lang="fr-FR"/>
        </a:p>
      </dgm:t>
    </dgm:pt>
    <dgm:pt modelId="{DD51049F-8AE8-44BF-B7C3-E31C18AEDBA3}" type="sibTrans" cxnId="{ACB52A86-8F5B-48B9-BE51-F93EBF0694F3}">
      <dgm:prSet/>
      <dgm:spPr/>
      <dgm:t>
        <a:bodyPr/>
        <a:lstStyle/>
        <a:p>
          <a:endParaRPr lang="fr-FR"/>
        </a:p>
      </dgm:t>
    </dgm:pt>
    <dgm:pt modelId="{6BA11E5B-0943-49D3-A7D2-AC6A324B1EEE}">
      <dgm:prSet/>
      <dgm:spPr/>
      <dgm:t>
        <a:bodyPr/>
        <a:lstStyle/>
        <a:p>
          <a:r>
            <a:rPr lang="fr-FR" dirty="0"/>
            <a:t>Budget, échéancier, qualité et risques</a:t>
          </a:r>
        </a:p>
      </dgm:t>
    </dgm:pt>
    <dgm:pt modelId="{8AE8BB2A-AE57-44F9-84F0-025F4D2155DE}" type="parTrans" cxnId="{E90246A6-DC7D-444E-AB67-B92C0F26DAE2}">
      <dgm:prSet/>
      <dgm:spPr/>
      <dgm:t>
        <a:bodyPr/>
        <a:lstStyle/>
        <a:p>
          <a:endParaRPr lang="fr-FR"/>
        </a:p>
      </dgm:t>
    </dgm:pt>
    <dgm:pt modelId="{10B5340A-83D3-4BEE-ACDB-57A4E2DC7F5B}" type="sibTrans" cxnId="{E90246A6-DC7D-444E-AB67-B92C0F26DAE2}">
      <dgm:prSet/>
      <dgm:spPr/>
      <dgm:t>
        <a:bodyPr/>
        <a:lstStyle/>
        <a:p>
          <a:endParaRPr lang="fr-FR"/>
        </a:p>
      </dgm:t>
    </dgm:pt>
    <dgm:pt modelId="{81C23039-6E8A-49A9-97B8-9B5B8451CB68}">
      <dgm:prSet/>
      <dgm:spPr/>
      <dgm:t>
        <a:bodyPr/>
        <a:lstStyle/>
        <a:p>
          <a:r>
            <a:rPr lang="fr-FR" dirty="0"/>
            <a:t>Déploiement et/ou livraison</a:t>
          </a:r>
        </a:p>
      </dgm:t>
    </dgm:pt>
    <dgm:pt modelId="{378536FB-3274-43A3-BEB6-4CB2C1CBA26F}" type="parTrans" cxnId="{B2C16166-B274-47C4-853E-25A26C72BF9A}">
      <dgm:prSet/>
      <dgm:spPr/>
      <dgm:t>
        <a:bodyPr/>
        <a:lstStyle/>
        <a:p>
          <a:endParaRPr lang="fr-FR"/>
        </a:p>
      </dgm:t>
    </dgm:pt>
    <dgm:pt modelId="{CADF2A47-DEF2-410D-8722-8338C89FA8C7}" type="sibTrans" cxnId="{B2C16166-B274-47C4-853E-25A26C72BF9A}">
      <dgm:prSet/>
      <dgm:spPr/>
      <dgm:t>
        <a:bodyPr/>
        <a:lstStyle/>
        <a:p>
          <a:endParaRPr lang="fr-FR"/>
        </a:p>
      </dgm:t>
    </dgm:pt>
    <dgm:pt modelId="{0442684C-D85A-40BA-BDE4-35ADAD1B6760}">
      <dgm:prSet/>
      <dgm:spPr/>
      <dgm:t>
        <a:bodyPr/>
        <a:lstStyle/>
        <a:p>
          <a:r>
            <a:rPr lang="fr-FR"/>
            <a:t>post-mortem</a:t>
          </a:r>
          <a:endParaRPr lang="fr-FR" dirty="0"/>
        </a:p>
      </dgm:t>
    </dgm:pt>
    <dgm:pt modelId="{344A4FA5-5766-4688-A51B-0E26000B9E64}" type="parTrans" cxnId="{B6DF06C4-E35E-4D5E-905F-27E71C2198E3}">
      <dgm:prSet/>
      <dgm:spPr/>
      <dgm:t>
        <a:bodyPr/>
        <a:lstStyle/>
        <a:p>
          <a:endParaRPr lang="fr-FR"/>
        </a:p>
      </dgm:t>
    </dgm:pt>
    <dgm:pt modelId="{84471152-0CBC-49A1-8F05-2053CEB254FA}" type="sibTrans" cxnId="{B6DF06C4-E35E-4D5E-905F-27E71C2198E3}">
      <dgm:prSet/>
      <dgm:spPr/>
      <dgm:t>
        <a:bodyPr/>
        <a:lstStyle/>
        <a:p>
          <a:endParaRPr lang="fr-FR"/>
        </a:p>
      </dgm:t>
    </dgm:pt>
    <dgm:pt modelId="{3222F68B-42FA-4450-9A30-012F95EDDDDC}">
      <dgm:prSet/>
      <dgm:spPr/>
      <dgm:t>
        <a:bodyPr/>
        <a:lstStyle/>
        <a:p>
          <a:r>
            <a:rPr lang="fr-FR" dirty="0"/>
            <a:t>Organisation</a:t>
          </a:r>
        </a:p>
      </dgm:t>
    </dgm:pt>
    <dgm:pt modelId="{2979E4CE-EF6E-4346-A305-3EC0CC967BAC}" type="parTrans" cxnId="{491A4B61-F151-4578-B93D-46F783AF03F0}">
      <dgm:prSet/>
      <dgm:spPr/>
      <dgm:t>
        <a:bodyPr/>
        <a:lstStyle/>
        <a:p>
          <a:endParaRPr lang="fr-FR"/>
        </a:p>
      </dgm:t>
    </dgm:pt>
    <dgm:pt modelId="{705BC76E-00E6-497F-A485-33AD0B3F1C1F}" type="sibTrans" cxnId="{491A4B61-F151-4578-B93D-46F783AF03F0}">
      <dgm:prSet/>
      <dgm:spPr/>
      <dgm:t>
        <a:bodyPr/>
        <a:lstStyle/>
        <a:p>
          <a:endParaRPr lang="fr-FR"/>
        </a:p>
      </dgm:t>
    </dgm:pt>
    <dgm:pt modelId="{EDDA2346-BF4A-4A33-B822-95D8525E14C0}" type="pres">
      <dgm:prSet presAssocID="{1BC69ACD-F92A-4CA0-8786-19A90E2E6BDC}" presName="Name0" presStyleCnt="0">
        <dgm:presLayoutVars>
          <dgm:dir/>
          <dgm:animLvl val="lvl"/>
          <dgm:resizeHandles val="exact"/>
        </dgm:presLayoutVars>
      </dgm:prSet>
      <dgm:spPr/>
    </dgm:pt>
    <dgm:pt modelId="{204AD79D-E844-4FE4-85F5-C741E65D086E}" type="pres">
      <dgm:prSet presAssocID="{4B8F4CF1-6B4B-4F74-A489-978701B525BE}" presName="linNode" presStyleCnt="0"/>
      <dgm:spPr/>
    </dgm:pt>
    <dgm:pt modelId="{B3386223-0489-436C-AA7E-5620A922E4B2}" type="pres">
      <dgm:prSet presAssocID="{4B8F4CF1-6B4B-4F74-A489-978701B525BE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C5B5AE75-075B-41BA-B344-F125FE2FF8D4}" type="pres">
      <dgm:prSet presAssocID="{4B8F4CF1-6B4B-4F74-A489-978701B525BE}" presName="descendantText" presStyleLbl="alignAccFollowNode1" presStyleIdx="0" presStyleCnt="8">
        <dgm:presLayoutVars>
          <dgm:bulletEnabled val="1"/>
        </dgm:presLayoutVars>
      </dgm:prSet>
      <dgm:spPr/>
    </dgm:pt>
    <dgm:pt modelId="{12AFF9C4-C26F-44CF-9EC7-46127CA8F08B}" type="pres">
      <dgm:prSet presAssocID="{A6064491-DD8F-4612-AD12-553A076C1FBC}" presName="sp" presStyleCnt="0"/>
      <dgm:spPr/>
    </dgm:pt>
    <dgm:pt modelId="{DFBBC86E-23C2-4E16-A02F-E11BA4DB08AF}" type="pres">
      <dgm:prSet presAssocID="{6C81C142-6544-4381-9C86-093AF41BE572}" presName="linNode" presStyleCnt="0"/>
      <dgm:spPr/>
    </dgm:pt>
    <dgm:pt modelId="{2E414031-664B-4B29-A8EB-CD3D24D67B67}" type="pres">
      <dgm:prSet presAssocID="{6C81C142-6544-4381-9C86-093AF41BE572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8E9B6592-505B-49AA-A5E6-96D3DEFAE37F}" type="pres">
      <dgm:prSet presAssocID="{6C81C142-6544-4381-9C86-093AF41BE572}" presName="descendantText" presStyleLbl="alignAccFollowNode1" presStyleIdx="1" presStyleCnt="8">
        <dgm:presLayoutVars>
          <dgm:bulletEnabled val="1"/>
        </dgm:presLayoutVars>
      </dgm:prSet>
      <dgm:spPr/>
    </dgm:pt>
    <dgm:pt modelId="{07489981-0E6D-41F4-BCF4-B0F25D110795}" type="pres">
      <dgm:prSet presAssocID="{1C86BE2C-3C07-4FA7-99E0-091066D71D5D}" presName="sp" presStyleCnt="0"/>
      <dgm:spPr/>
    </dgm:pt>
    <dgm:pt modelId="{1B01FA8C-323A-44BA-8A30-C15779C7DC35}" type="pres">
      <dgm:prSet presAssocID="{26343C66-3DE7-4E6B-A335-7FEFAD581881}" presName="linNode" presStyleCnt="0"/>
      <dgm:spPr/>
    </dgm:pt>
    <dgm:pt modelId="{593CE5C1-D13B-4677-85C2-9BDC17B6CD86}" type="pres">
      <dgm:prSet presAssocID="{26343C66-3DE7-4E6B-A335-7FEFAD581881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3686092B-A7F4-45FA-90BA-DD22A47995DB}" type="pres">
      <dgm:prSet presAssocID="{26343C66-3DE7-4E6B-A335-7FEFAD581881}" presName="descendantText" presStyleLbl="alignAccFollowNode1" presStyleIdx="2" presStyleCnt="8">
        <dgm:presLayoutVars>
          <dgm:bulletEnabled val="1"/>
        </dgm:presLayoutVars>
      </dgm:prSet>
      <dgm:spPr/>
    </dgm:pt>
    <dgm:pt modelId="{F5796722-3243-4A68-8493-88989FE629CA}" type="pres">
      <dgm:prSet presAssocID="{BE6D95FC-9C31-45C3-A218-B273088B1C57}" presName="sp" presStyleCnt="0"/>
      <dgm:spPr/>
    </dgm:pt>
    <dgm:pt modelId="{14F80395-78EF-491B-9865-69FE0DE57DAB}" type="pres">
      <dgm:prSet presAssocID="{7160643A-C6CF-4348-BAB1-7BD8DF27356E}" presName="linNode" presStyleCnt="0"/>
      <dgm:spPr/>
    </dgm:pt>
    <dgm:pt modelId="{18517D01-42EB-452F-A819-34B8A3CF7BEE}" type="pres">
      <dgm:prSet presAssocID="{7160643A-C6CF-4348-BAB1-7BD8DF27356E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455663DC-0504-41E3-BD88-2750B0E7150C}" type="pres">
      <dgm:prSet presAssocID="{7160643A-C6CF-4348-BAB1-7BD8DF27356E}" presName="descendantText" presStyleLbl="alignAccFollowNode1" presStyleIdx="3" presStyleCnt="8">
        <dgm:presLayoutVars>
          <dgm:bulletEnabled val="1"/>
        </dgm:presLayoutVars>
      </dgm:prSet>
      <dgm:spPr/>
    </dgm:pt>
    <dgm:pt modelId="{B36CD310-CBB8-4127-8155-241307665072}" type="pres">
      <dgm:prSet presAssocID="{9547A689-C5AB-4CF2-9DF2-C98B3074EC34}" presName="sp" presStyleCnt="0"/>
      <dgm:spPr/>
    </dgm:pt>
    <dgm:pt modelId="{0D5CFDAA-304F-4F6A-9CF6-8EB372E1A093}" type="pres">
      <dgm:prSet presAssocID="{4380B50A-6DB6-48F7-A9C9-594B6085BCB2}" presName="linNode" presStyleCnt="0"/>
      <dgm:spPr/>
    </dgm:pt>
    <dgm:pt modelId="{7CB1293E-7143-4A05-A3E5-7BAAB1804A74}" type="pres">
      <dgm:prSet presAssocID="{4380B50A-6DB6-48F7-A9C9-594B6085BCB2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590E12CA-2BBD-437B-B511-322C75AF114F}" type="pres">
      <dgm:prSet presAssocID="{4380B50A-6DB6-48F7-A9C9-594B6085BCB2}" presName="descendantText" presStyleLbl="alignAccFollowNode1" presStyleIdx="4" presStyleCnt="8">
        <dgm:presLayoutVars>
          <dgm:bulletEnabled val="1"/>
        </dgm:presLayoutVars>
      </dgm:prSet>
      <dgm:spPr/>
    </dgm:pt>
    <dgm:pt modelId="{1E6AB1FC-5D78-475E-AD35-6B19F9691FCF}" type="pres">
      <dgm:prSet presAssocID="{5514D8EA-4F74-4168-AE3C-6D802032EE0A}" presName="sp" presStyleCnt="0"/>
      <dgm:spPr/>
    </dgm:pt>
    <dgm:pt modelId="{09CB7888-C52B-4B45-B03D-912341BF6E97}" type="pres">
      <dgm:prSet presAssocID="{80441C27-7E37-4DE8-8893-8314212EBF82}" presName="linNode" presStyleCnt="0"/>
      <dgm:spPr/>
    </dgm:pt>
    <dgm:pt modelId="{D8CDCE0A-F148-4660-B36B-224AE9084EA5}" type="pres">
      <dgm:prSet presAssocID="{80441C27-7E37-4DE8-8893-8314212EBF82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436EC120-6E74-4B97-BD14-E7C9969346C8}" type="pres">
      <dgm:prSet presAssocID="{80441C27-7E37-4DE8-8893-8314212EBF82}" presName="descendantText" presStyleLbl="alignAccFollowNode1" presStyleIdx="5" presStyleCnt="8">
        <dgm:presLayoutVars>
          <dgm:bulletEnabled val="1"/>
        </dgm:presLayoutVars>
      </dgm:prSet>
      <dgm:spPr/>
    </dgm:pt>
    <dgm:pt modelId="{E7393634-9992-41AB-8A66-1789D96BC058}" type="pres">
      <dgm:prSet presAssocID="{3D9FF54B-9DF3-416D-9C5B-1107F60CD5EA}" presName="sp" presStyleCnt="0"/>
      <dgm:spPr/>
    </dgm:pt>
    <dgm:pt modelId="{A77E8F60-A75C-4888-AFD9-B035380F461F}" type="pres">
      <dgm:prSet presAssocID="{49B0C145-45B2-42EE-8B81-BAD1F487CE2D}" presName="linNode" presStyleCnt="0"/>
      <dgm:spPr/>
    </dgm:pt>
    <dgm:pt modelId="{193F507F-7E8C-4118-81CA-7B1D971BC2C8}" type="pres">
      <dgm:prSet presAssocID="{49B0C145-45B2-42EE-8B81-BAD1F487CE2D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36A73B57-F12D-4692-9BA3-D74888BC383B}" type="pres">
      <dgm:prSet presAssocID="{49B0C145-45B2-42EE-8B81-BAD1F487CE2D}" presName="descendantText" presStyleLbl="alignAccFollowNode1" presStyleIdx="6" presStyleCnt="8">
        <dgm:presLayoutVars>
          <dgm:bulletEnabled val="1"/>
        </dgm:presLayoutVars>
      </dgm:prSet>
      <dgm:spPr/>
    </dgm:pt>
    <dgm:pt modelId="{9A63B48B-B051-4E4A-8670-AAEE5DDF25D7}" type="pres">
      <dgm:prSet presAssocID="{3D04A154-B639-4199-9E41-19911ECBB37B}" presName="sp" presStyleCnt="0"/>
      <dgm:spPr/>
    </dgm:pt>
    <dgm:pt modelId="{EFEB0247-B66E-457B-82EC-2E8449930F6F}" type="pres">
      <dgm:prSet presAssocID="{28F16E82-7617-4130-AB82-218E170FC882}" presName="linNode" presStyleCnt="0"/>
      <dgm:spPr/>
    </dgm:pt>
    <dgm:pt modelId="{FA6DD6DD-A388-490E-A568-8EEEC97CA85E}" type="pres">
      <dgm:prSet presAssocID="{28F16E82-7617-4130-AB82-218E170FC882}" presName="parentText" presStyleLbl="node1" presStyleIdx="7" presStyleCnt="8">
        <dgm:presLayoutVars>
          <dgm:chMax val="1"/>
          <dgm:bulletEnabled val="1"/>
        </dgm:presLayoutVars>
      </dgm:prSet>
      <dgm:spPr/>
    </dgm:pt>
    <dgm:pt modelId="{6915B1C6-3D90-463F-8D6F-E1F754615D62}" type="pres">
      <dgm:prSet presAssocID="{28F16E82-7617-4130-AB82-218E170FC882}" presName="descendantText" presStyleLbl="alignAccFollowNode1" presStyleIdx="7" presStyleCnt="8">
        <dgm:presLayoutVars>
          <dgm:bulletEnabled val="1"/>
        </dgm:presLayoutVars>
      </dgm:prSet>
      <dgm:spPr/>
    </dgm:pt>
  </dgm:ptLst>
  <dgm:cxnLst>
    <dgm:cxn modelId="{97686D03-11DA-46AA-AE97-8E286533B371}" srcId="{1BC69ACD-F92A-4CA0-8786-19A90E2E6BDC}" destId="{4B8F4CF1-6B4B-4F74-A489-978701B525BE}" srcOrd="0" destOrd="0" parTransId="{7D05DD2C-C72E-440F-8441-622209E27294}" sibTransId="{A6064491-DD8F-4612-AD12-553A076C1FBC}"/>
    <dgm:cxn modelId="{3095C10A-654D-40C5-AFD4-8D28383AC95A}" srcId="{1BC69ACD-F92A-4CA0-8786-19A90E2E6BDC}" destId="{49B0C145-45B2-42EE-8B81-BAD1F487CE2D}" srcOrd="6" destOrd="0" parTransId="{0B9C4672-1FA3-43A1-9C5F-2F95E9144212}" sibTransId="{3D04A154-B639-4199-9E41-19911ECBB37B}"/>
    <dgm:cxn modelId="{B91B4916-203D-4F43-B942-E3E46F1439FD}" type="presOf" srcId="{1BC69ACD-F92A-4CA0-8786-19A90E2E6BDC}" destId="{EDDA2346-BF4A-4A33-B822-95D8525E14C0}" srcOrd="0" destOrd="0" presId="urn:microsoft.com/office/officeart/2005/8/layout/vList5"/>
    <dgm:cxn modelId="{4CEC7C1E-041C-4052-8541-B0E3FF779E5E}" type="presOf" srcId="{80441C27-7E37-4DE8-8893-8314212EBF82}" destId="{D8CDCE0A-F148-4660-B36B-224AE9084EA5}" srcOrd="0" destOrd="0" presId="urn:microsoft.com/office/officeart/2005/8/layout/vList5"/>
    <dgm:cxn modelId="{B798E526-29D7-4C4F-94D4-927D66B75E67}" type="presOf" srcId="{6C81C142-6544-4381-9C86-093AF41BE572}" destId="{2E414031-664B-4B29-A8EB-CD3D24D67B67}" srcOrd="0" destOrd="0" presId="urn:microsoft.com/office/officeart/2005/8/layout/vList5"/>
    <dgm:cxn modelId="{CCD70E28-1373-415A-8385-6623C915ADBB}" type="presOf" srcId="{B465503A-9CB6-4012-88F0-0C6A483E613C}" destId="{C5B5AE75-075B-41BA-B344-F125FE2FF8D4}" srcOrd="0" destOrd="0" presId="urn:microsoft.com/office/officeart/2005/8/layout/vList5"/>
    <dgm:cxn modelId="{3BAACE30-C899-44F1-9FD6-F640838F18DA}" type="presOf" srcId="{4B8F4CF1-6B4B-4F74-A489-978701B525BE}" destId="{B3386223-0489-436C-AA7E-5620A922E4B2}" srcOrd="0" destOrd="0" presId="urn:microsoft.com/office/officeart/2005/8/layout/vList5"/>
    <dgm:cxn modelId="{42B52F3B-66FD-41BB-A2D5-B086652226DB}" type="presOf" srcId="{595ACFCB-F519-4D49-9700-4A85CD4AED2C}" destId="{3686092B-A7F4-45FA-90BA-DD22A47995DB}" srcOrd="0" destOrd="0" presId="urn:microsoft.com/office/officeart/2005/8/layout/vList5"/>
    <dgm:cxn modelId="{9471A33F-B7F5-480A-BCB6-38A4B71A3B31}" type="presOf" srcId="{49B0C145-45B2-42EE-8B81-BAD1F487CE2D}" destId="{193F507F-7E8C-4118-81CA-7B1D971BC2C8}" srcOrd="0" destOrd="0" presId="urn:microsoft.com/office/officeart/2005/8/layout/vList5"/>
    <dgm:cxn modelId="{491A4B61-F151-4578-B93D-46F783AF03F0}" srcId="{4380B50A-6DB6-48F7-A9C9-594B6085BCB2}" destId="{3222F68B-42FA-4450-9A30-012F95EDDDDC}" srcOrd="0" destOrd="0" parTransId="{2979E4CE-EF6E-4346-A305-3EC0CC967BAC}" sibTransId="{705BC76E-00E6-497F-A485-33AD0B3F1C1F}"/>
    <dgm:cxn modelId="{9492D262-D21E-4740-A617-BA3AA15B3492}" type="presOf" srcId="{7160643A-C6CF-4348-BAB1-7BD8DF27356E}" destId="{18517D01-42EB-452F-A819-34B8A3CF7BEE}" srcOrd="0" destOrd="0" presId="urn:microsoft.com/office/officeart/2005/8/layout/vList5"/>
    <dgm:cxn modelId="{B2C16166-B274-47C4-853E-25A26C72BF9A}" srcId="{49B0C145-45B2-42EE-8B81-BAD1F487CE2D}" destId="{81C23039-6E8A-49A9-97B8-9B5B8451CB68}" srcOrd="0" destOrd="0" parTransId="{378536FB-3274-43A3-BEB6-4CB2C1CBA26F}" sibTransId="{CADF2A47-DEF2-410D-8722-8338C89FA8C7}"/>
    <dgm:cxn modelId="{C894E766-6EA7-4E7C-B2C8-D8C6DEAC0B8C}" type="presOf" srcId="{6BA11E5B-0943-49D3-A7D2-AC6A324B1EEE}" destId="{436EC120-6E74-4B97-BD14-E7C9969346C8}" srcOrd="0" destOrd="0" presId="urn:microsoft.com/office/officeart/2005/8/layout/vList5"/>
    <dgm:cxn modelId="{8E63984B-7BCC-4001-B426-94AC59352D37}" type="presOf" srcId="{26343C66-3DE7-4E6B-A335-7FEFAD581881}" destId="{593CE5C1-D13B-4677-85C2-9BDC17B6CD86}" srcOrd="0" destOrd="0" presId="urn:microsoft.com/office/officeart/2005/8/layout/vList5"/>
    <dgm:cxn modelId="{A8E9064F-0A4E-4889-89C1-77E19587965F}" type="presOf" srcId="{28F16E82-7617-4130-AB82-218E170FC882}" destId="{FA6DD6DD-A388-490E-A568-8EEEC97CA85E}" srcOrd="0" destOrd="0" presId="urn:microsoft.com/office/officeart/2005/8/layout/vList5"/>
    <dgm:cxn modelId="{267C7E6F-F8A0-4A24-9183-78ACE1EBE454}" srcId="{4B8F4CF1-6B4B-4F74-A489-978701B525BE}" destId="{B465503A-9CB6-4012-88F0-0C6A483E613C}" srcOrd="0" destOrd="0" parTransId="{CB6EBC85-F571-49AE-BE01-EED1D1CA6D6A}" sibTransId="{FA4444CB-B8D8-4BBD-8153-B46A93524982}"/>
    <dgm:cxn modelId="{4FA76970-17B0-4928-B0F0-82712FFE0CB7}" srcId="{1BC69ACD-F92A-4CA0-8786-19A90E2E6BDC}" destId="{26343C66-3DE7-4E6B-A335-7FEFAD581881}" srcOrd="2" destOrd="0" parTransId="{BD2B8543-6120-49C8-9AF2-D81FF6346D6E}" sibTransId="{BE6D95FC-9C31-45C3-A218-B273088B1C57}"/>
    <dgm:cxn modelId="{9B6A7B73-18B9-4430-8039-1963B0B2CD04}" type="presOf" srcId="{0442684C-D85A-40BA-BDE4-35ADAD1B6760}" destId="{6915B1C6-3D90-463F-8D6F-E1F754615D62}" srcOrd="0" destOrd="0" presId="urn:microsoft.com/office/officeart/2005/8/layout/vList5"/>
    <dgm:cxn modelId="{8261A776-CAC0-476E-9DC0-B7A8F628A3FE}" srcId="{6C81C142-6544-4381-9C86-093AF41BE572}" destId="{8FAADBBD-958F-4515-A985-7D31A3015449}" srcOrd="0" destOrd="0" parTransId="{03CDF16A-C784-488B-9DDE-0F49F2FA17EA}" sibTransId="{F1795302-03F9-4045-B270-47E95D991596}"/>
    <dgm:cxn modelId="{ACB52A86-8F5B-48B9-BE51-F93EBF0694F3}" srcId="{7160643A-C6CF-4348-BAB1-7BD8DF27356E}" destId="{68A47C67-0892-495A-B13B-B2BA1FBC12A5}" srcOrd="0" destOrd="0" parTransId="{58FF78F3-8D87-4756-B11C-3DEEE10DA281}" sibTransId="{DD51049F-8AE8-44BF-B7C3-E31C18AEDBA3}"/>
    <dgm:cxn modelId="{8A7C6188-6794-4C1D-A0F1-745A9400A0F2}" srcId="{1BC69ACD-F92A-4CA0-8786-19A90E2E6BDC}" destId="{6C81C142-6544-4381-9C86-093AF41BE572}" srcOrd="1" destOrd="0" parTransId="{395F76B5-7B69-4160-A9AD-6109FD1BA259}" sibTransId="{1C86BE2C-3C07-4FA7-99E0-091066D71D5D}"/>
    <dgm:cxn modelId="{8DCA448B-E921-48C1-918F-17FF638C9130}" type="presOf" srcId="{8FAADBBD-958F-4515-A985-7D31A3015449}" destId="{8E9B6592-505B-49AA-A5E6-96D3DEFAE37F}" srcOrd="0" destOrd="0" presId="urn:microsoft.com/office/officeart/2005/8/layout/vList5"/>
    <dgm:cxn modelId="{307DDC97-3DC3-4975-88BE-63B2C2AE9B94}" srcId="{1BC69ACD-F92A-4CA0-8786-19A90E2E6BDC}" destId="{7160643A-C6CF-4348-BAB1-7BD8DF27356E}" srcOrd="3" destOrd="0" parTransId="{8AC7ABCD-B560-45C5-92B6-9E6E9067C4A4}" sibTransId="{9547A689-C5AB-4CF2-9DF2-C98B3074EC34}"/>
    <dgm:cxn modelId="{0906DAA3-59A6-42D9-AC31-5A718478DA47}" type="presOf" srcId="{3222F68B-42FA-4450-9A30-012F95EDDDDC}" destId="{590E12CA-2BBD-437B-B511-322C75AF114F}" srcOrd="0" destOrd="0" presId="urn:microsoft.com/office/officeart/2005/8/layout/vList5"/>
    <dgm:cxn modelId="{E90246A6-DC7D-444E-AB67-B92C0F26DAE2}" srcId="{80441C27-7E37-4DE8-8893-8314212EBF82}" destId="{6BA11E5B-0943-49D3-A7D2-AC6A324B1EEE}" srcOrd="0" destOrd="0" parTransId="{8AE8BB2A-AE57-44F9-84F0-025F4D2155DE}" sibTransId="{10B5340A-83D3-4BEE-ACDB-57A4E2DC7F5B}"/>
    <dgm:cxn modelId="{3C0033B0-A450-4592-B5BB-9F16D3C92FC1}" type="presOf" srcId="{81C23039-6E8A-49A9-97B8-9B5B8451CB68}" destId="{36A73B57-F12D-4692-9BA3-D74888BC383B}" srcOrd="0" destOrd="0" presId="urn:microsoft.com/office/officeart/2005/8/layout/vList5"/>
    <dgm:cxn modelId="{A36C2EB6-0196-4D37-A819-41E28F29C87C}" srcId="{1BC69ACD-F92A-4CA0-8786-19A90E2E6BDC}" destId="{28F16E82-7617-4130-AB82-218E170FC882}" srcOrd="7" destOrd="0" parTransId="{F73855A4-E1F5-455D-862C-AF8223CE6467}" sibTransId="{3D371CE6-B950-46D3-9580-0DAE26F569EF}"/>
    <dgm:cxn modelId="{B6DF06C4-E35E-4D5E-905F-27E71C2198E3}" srcId="{28F16E82-7617-4130-AB82-218E170FC882}" destId="{0442684C-D85A-40BA-BDE4-35ADAD1B6760}" srcOrd="0" destOrd="0" parTransId="{344A4FA5-5766-4688-A51B-0E26000B9E64}" sibTransId="{84471152-0CBC-49A1-8F05-2053CEB254FA}"/>
    <dgm:cxn modelId="{065A10C4-AD27-42DB-BB99-4F3D5D87C38D}" type="presOf" srcId="{4380B50A-6DB6-48F7-A9C9-594B6085BCB2}" destId="{7CB1293E-7143-4A05-A3E5-7BAAB1804A74}" srcOrd="0" destOrd="0" presId="urn:microsoft.com/office/officeart/2005/8/layout/vList5"/>
    <dgm:cxn modelId="{8382C3C6-9D9C-40B8-BE02-D54B29CE76E8}" type="presOf" srcId="{68A47C67-0892-495A-B13B-B2BA1FBC12A5}" destId="{455663DC-0504-41E3-BD88-2750B0E7150C}" srcOrd="0" destOrd="0" presId="urn:microsoft.com/office/officeart/2005/8/layout/vList5"/>
    <dgm:cxn modelId="{AE9DA9C7-CB43-465E-8331-CB93E6C14980}" srcId="{1BC69ACD-F92A-4CA0-8786-19A90E2E6BDC}" destId="{4380B50A-6DB6-48F7-A9C9-594B6085BCB2}" srcOrd="4" destOrd="0" parTransId="{FE5A60BA-5FD5-4EFC-9E11-CCC0C44BA7C2}" sibTransId="{5514D8EA-4F74-4168-AE3C-6D802032EE0A}"/>
    <dgm:cxn modelId="{DA00F5D0-A2DA-4ECB-8F1C-79C72625D5A0}" srcId="{1BC69ACD-F92A-4CA0-8786-19A90E2E6BDC}" destId="{80441C27-7E37-4DE8-8893-8314212EBF82}" srcOrd="5" destOrd="0" parTransId="{F2AB34ED-5BF5-438A-921F-F2446467414E}" sibTransId="{3D9FF54B-9DF3-416D-9C5B-1107F60CD5EA}"/>
    <dgm:cxn modelId="{72B150E2-0507-4B1B-8AAF-324CB84E57F9}" srcId="{26343C66-3DE7-4E6B-A335-7FEFAD581881}" destId="{595ACFCB-F519-4D49-9700-4A85CD4AED2C}" srcOrd="0" destOrd="0" parTransId="{8E7C7272-2D0A-4720-8945-78E8381C9DD4}" sibTransId="{6A0AD1A9-DE55-41F8-807F-316569A0FBCE}"/>
    <dgm:cxn modelId="{6127B231-A83D-463C-85F6-D09594139149}" type="presParOf" srcId="{EDDA2346-BF4A-4A33-B822-95D8525E14C0}" destId="{204AD79D-E844-4FE4-85F5-C741E65D086E}" srcOrd="0" destOrd="0" presId="urn:microsoft.com/office/officeart/2005/8/layout/vList5"/>
    <dgm:cxn modelId="{E35AAC73-3B32-490B-84ED-67AE877F229C}" type="presParOf" srcId="{204AD79D-E844-4FE4-85F5-C741E65D086E}" destId="{B3386223-0489-436C-AA7E-5620A922E4B2}" srcOrd="0" destOrd="0" presId="urn:microsoft.com/office/officeart/2005/8/layout/vList5"/>
    <dgm:cxn modelId="{B1988E57-F28C-4B50-A397-D72F119F1F08}" type="presParOf" srcId="{204AD79D-E844-4FE4-85F5-C741E65D086E}" destId="{C5B5AE75-075B-41BA-B344-F125FE2FF8D4}" srcOrd="1" destOrd="0" presId="urn:microsoft.com/office/officeart/2005/8/layout/vList5"/>
    <dgm:cxn modelId="{5FAB42BA-20F0-4E8A-8B0D-A9F20C58C971}" type="presParOf" srcId="{EDDA2346-BF4A-4A33-B822-95D8525E14C0}" destId="{12AFF9C4-C26F-44CF-9EC7-46127CA8F08B}" srcOrd="1" destOrd="0" presId="urn:microsoft.com/office/officeart/2005/8/layout/vList5"/>
    <dgm:cxn modelId="{8FC6F243-D666-4A32-9CA5-DD416C2EC1A7}" type="presParOf" srcId="{EDDA2346-BF4A-4A33-B822-95D8525E14C0}" destId="{DFBBC86E-23C2-4E16-A02F-E11BA4DB08AF}" srcOrd="2" destOrd="0" presId="urn:microsoft.com/office/officeart/2005/8/layout/vList5"/>
    <dgm:cxn modelId="{9CA2D78F-8F53-4D36-8808-8BB3348AFAF5}" type="presParOf" srcId="{DFBBC86E-23C2-4E16-A02F-E11BA4DB08AF}" destId="{2E414031-664B-4B29-A8EB-CD3D24D67B67}" srcOrd="0" destOrd="0" presId="urn:microsoft.com/office/officeart/2005/8/layout/vList5"/>
    <dgm:cxn modelId="{5ACFDE95-35BD-4374-8916-BAF4F3B1CFC2}" type="presParOf" srcId="{DFBBC86E-23C2-4E16-A02F-E11BA4DB08AF}" destId="{8E9B6592-505B-49AA-A5E6-96D3DEFAE37F}" srcOrd="1" destOrd="0" presId="urn:microsoft.com/office/officeart/2005/8/layout/vList5"/>
    <dgm:cxn modelId="{F89EC5AB-F4DA-4B48-9934-E48AC98CCF1A}" type="presParOf" srcId="{EDDA2346-BF4A-4A33-B822-95D8525E14C0}" destId="{07489981-0E6D-41F4-BCF4-B0F25D110795}" srcOrd="3" destOrd="0" presId="urn:microsoft.com/office/officeart/2005/8/layout/vList5"/>
    <dgm:cxn modelId="{FF420288-0630-452A-AE73-68BB03432C35}" type="presParOf" srcId="{EDDA2346-BF4A-4A33-B822-95D8525E14C0}" destId="{1B01FA8C-323A-44BA-8A30-C15779C7DC35}" srcOrd="4" destOrd="0" presId="urn:microsoft.com/office/officeart/2005/8/layout/vList5"/>
    <dgm:cxn modelId="{49A14BE2-8372-49FE-BB87-A58508E95D81}" type="presParOf" srcId="{1B01FA8C-323A-44BA-8A30-C15779C7DC35}" destId="{593CE5C1-D13B-4677-85C2-9BDC17B6CD86}" srcOrd="0" destOrd="0" presId="urn:microsoft.com/office/officeart/2005/8/layout/vList5"/>
    <dgm:cxn modelId="{8D8C442F-FA8F-4B59-878C-61518BD9E700}" type="presParOf" srcId="{1B01FA8C-323A-44BA-8A30-C15779C7DC35}" destId="{3686092B-A7F4-45FA-90BA-DD22A47995DB}" srcOrd="1" destOrd="0" presId="urn:microsoft.com/office/officeart/2005/8/layout/vList5"/>
    <dgm:cxn modelId="{D88D2A54-FB44-4043-8B9F-A96EC7764C1F}" type="presParOf" srcId="{EDDA2346-BF4A-4A33-B822-95D8525E14C0}" destId="{F5796722-3243-4A68-8493-88989FE629CA}" srcOrd="5" destOrd="0" presId="urn:microsoft.com/office/officeart/2005/8/layout/vList5"/>
    <dgm:cxn modelId="{7630E117-78C4-4FAF-8C64-855B73FDBACD}" type="presParOf" srcId="{EDDA2346-BF4A-4A33-B822-95D8525E14C0}" destId="{14F80395-78EF-491B-9865-69FE0DE57DAB}" srcOrd="6" destOrd="0" presId="urn:microsoft.com/office/officeart/2005/8/layout/vList5"/>
    <dgm:cxn modelId="{755EEFA1-7B66-4A91-A12C-E5A088531108}" type="presParOf" srcId="{14F80395-78EF-491B-9865-69FE0DE57DAB}" destId="{18517D01-42EB-452F-A819-34B8A3CF7BEE}" srcOrd="0" destOrd="0" presId="urn:microsoft.com/office/officeart/2005/8/layout/vList5"/>
    <dgm:cxn modelId="{855FC592-C1A7-4035-B132-405F9C011453}" type="presParOf" srcId="{14F80395-78EF-491B-9865-69FE0DE57DAB}" destId="{455663DC-0504-41E3-BD88-2750B0E7150C}" srcOrd="1" destOrd="0" presId="urn:microsoft.com/office/officeart/2005/8/layout/vList5"/>
    <dgm:cxn modelId="{0129DE39-B35B-466A-954E-4846FE20FD36}" type="presParOf" srcId="{EDDA2346-BF4A-4A33-B822-95D8525E14C0}" destId="{B36CD310-CBB8-4127-8155-241307665072}" srcOrd="7" destOrd="0" presId="urn:microsoft.com/office/officeart/2005/8/layout/vList5"/>
    <dgm:cxn modelId="{B4E7870A-CD89-49E1-8E71-650142737DCF}" type="presParOf" srcId="{EDDA2346-BF4A-4A33-B822-95D8525E14C0}" destId="{0D5CFDAA-304F-4F6A-9CF6-8EB372E1A093}" srcOrd="8" destOrd="0" presId="urn:microsoft.com/office/officeart/2005/8/layout/vList5"/>
    <dgm:cxn modelId="{7F1A1BE4-BCE6-4E56-A773-1A22E6C35C8C}" type="presParOf" srcId="{0D5CFDAA-304F-4F6A-9CF6-8EB372E1A093}" destId="{7CB1293E-7143-4A05-A3E5-7BAAB1804A74}" srcOrd="0" destOrd="0" presId="urn:microsoft.com/office/officeart/2005/8/layout/vList5"/>
    <dgm:cxn modelId="{834C4025-B3F6-4931-8FE3-A78F6DF1E41B}" type="presParOf" srcId="{0D5CFDAA-304F-4F6A-9CF6-8EB372E1A093}" destId="{590E12CA-2BBD-437B-B511-322C75AF114F}" srcOrd="1" destOrd="0" presId="urn:microsoft.com/office/officeart/2005/8/layout/vList5"/>
    <dgm:cxn modelId="{ABCBF5AB-85C3-43FF-BA1C-F79ECC151405}" type="presParOf" srcId="{EDDA2346-BF4A-4A33-B822-95D8525E14C0}" destId="{1E6AB1FC-5D78-475E-AD35-6B19F9691FCF}" srcOrd="9" destOrd="0" presId="urn:microsoft.com/office/officeart/2005/8/layout/vList5"/>
    <dgm:cxn modelId="{BDFF2BA9-675C-402E-BF59-23AA360DEFCC}" type="presParOf" srcId="{EDDA2346-BF4A-4A33-B822-95D8525E14C0}" destId="{09CB7888-C52B-4B45-B03D-912341BF6E97}" srcOrd="10" destOrd="0" presId="urn:microsoft.com/office/officeart/2005/8/layout/vList5"/>
    <dgm:cxn modelId="{276350AB-9D08-4415-B842-AFB9F61462AC}" type="presParOf" srcId="{09CB7888-C52B-4B45-B03D-912341BF6E97}" destId="{D8CDCE0A-F148-4660-B36B-224AE9084EA5}" srcOrd="0" destOrd="0" presId="urn:microsoft.com/office/officeart/2005/8/layout/vList5"/>
    <dgm:cxn modelId="{DD0A3980-FAC3-49E3-8C94-A1C39BA29CF6}" type="presParOf" srcId="{09CB7888-C52B-4B45-B03D-912341BF6E97}" destId="{436EC120-6E74-4B97-BD14-E7C9969346C8}" srcOrd="1" destOrd="0" presId="urn:microsoft.com/office/officeart/2005/8/layout/vList5"/>
    <dgm:cxn modelId="{B5CE3F04-539D-48B1-81CF-042D38E61317}" type="presParOf" srcId="{EDDA2346-BF4A-4A33-B822-95D8525E14C0}" destId="{E7393634-9992-41AB-8A66-1789D96BC058}" srcOrd="11" destOrd="0" presId="urn:microsoft.com/office/officeart/2005/8/layout/vList5"/>
    <dgm:cxn modelId="{3A16109D-D838-4784-A63A-63E8E6DB0CB5}" type="presParOf" srcId="{EDDA2346-BF4A-4A33-B822-95D8525E14C0}" destId="{A77E8F60-A75C-4888-AFD9-B035380F461F}" srcOrd="12" destOrd="0" presId="urn:microsoft.com/office/officeart/2005/8/layout/vList5"/>
    <dgm:cxn modelId="{EBD59112-3594-43B0-ABB2-F8B3252305CC}" type="presParOf" srcId="{A77E8F60-A75C-4888-AFD9-B035380F461F}" destId="{193F507F-7E8C-4118-81CA-7B1D971BC2C8}" srcOrd="0" destOrd="0" presId="urn:microsoft.com/office/officeart/2005/8/layout/vList5"/>
    <dgm:cxn modelId="{9893EFB0-C5E8-4BE6-A4FD-3DBAE01A63D1}" type="presParOf" srcId="{A77E8F60-A75C-4888-AFD9-B035380F461F}" destId="{36A73B57-F12D-4692-9BA3-D74888BC383B}" srcOrd="1" destOrd="0" presId="urn:microsoft.com/office/officeart/2005/8/layout/vList5"/>
    <dgm:cxn modelId="{BE594E82-926E-4D98-837F-3FDA4E6CF78D}" type="presParOf" srcId="{EDDA2346-BF4A-4A33-B822-95D8525E14C0}" destId="{9A63B48B-B051-4E4A-8670-AAEE5DDF25D7}" srcOrd="13" destOrd="0" presId="urn:microsoft.com/office/officeart/2005/8/layout/vList5"/>
    <dgm:cxn modelId="{E8D9BB58-E0A3-4D4F-901B-DC2A001D45D9}" type="presParOf" srcId="{EDDA2346-BF4A-4A33-B822-95D8525E14C0}" destId="{EFEB0247-B66E-457B-82EC-2E8449930F6F}" srcOrd="14" destOrd="0" presId="urn:microsoft.com/office/officeart/2005/8/layout/vList5"/>
    <dgm:cxn modelId="{666DC91B-AC31-4EE8-B82B-E9EC734D1E58}" type="presParOf" srcId="{EFEB0247-B66E-457B-82EC-2E8449930F6F}" destId="{FA6DD6DD-A388-490E-A568-8EEEC97CA85E}" srcOrd="0" destOrd="0" presId="urn:microsoft.com/office/officeart/2005/8/layout/vList5"/>
    <dgm:cxn modelId="{C012F931-BA31-4262-91E8-16237AF9664E}" type="presParOf" srcId="{EFEB0247-B66E-457B-82EC-2E8449930F6F}" destId="{6915B1C6-3D90-463F-8D6F-E1F754615D6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5DF5A70-7426-4526-BE70-F605DF7F1C88}" type="doc">
      <dgm:prSet loTypeId="urn:microsoft.com/office/officeart/2005/8/layout/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fr-FR"/>
        </a:p>
      </dgm:t>
    </dgm:pt>
    <dgm:pt modelId="{3889C159-9CA2-456C-B274-7B0819EFF66F}">
      <dgm:prSet phldrT="[Texte]"/>
      <dgm:spPr/>
      <dgm:t>
        <a:bodyPr/>
        <a:lstStyle/>
        <a:p>
          <a:r>
            <a:rPr lang="fr-FR" dirty="0"/>
            <a:t>1. Générer des idées</a:t>
          </a:r>
        </a:p>
      </dgm:t>
    </dgm:pt>
    <dgm:pt modelId="{8370315A-02AA-45C6-8C42-B7221E42BB61}" type="parTrans" cxnId="{AF6E6E93-1EC9-4609-A716-7BE086F44F19}">
      <dgm:prSet/>
      <dgm:spPr/>
      <dgm:t>
        <a:bodyPr/>
        <a:lstStyle/>
        <a:p>
          <a:endParaRPr lang="fr-FR"/>
        </a:p>
      </dgm:t>
    </dgm:pt>
    <dgm:pt modelId="{44DD5AA6-D4FD-4DC3-981F-7123B3150E83}" type="sibTrans" cxnId="{AF6E6E93-1EC9-4609-A716-7BE086F44F19}">
      <dgm:prSet/>
      <dgm:spPr/>
      <dgm:t>
        <a:bodyPr/>
        <a:lstStyle/>
        <a:p>
          <a:endParaRPr lang="fr-FR"/>
        </a:p>
      </dgm:t>
    </dgm:pt>
    <dgm:pt modelId="{76969123-4ADF-4FE9-A50C-D6FCE8E19490}">
      <dgm:prSet phldrT="[Texte]"/>
      <dgm:spPr/>
      <dgm:t>
        <a:bodyPr/>
        <a:lstStyle/>
        <a:p>
          <a:r>
            <a:rPr lang="fr-FR" dirty="0"/>
            <a:t>2. Filtrer les idées</a:t>
          </a:r>
        </a:p>
      </dgm:t>
    </dgm:pt>
    <dgm:pt modelId="{935BF378-AB04-4E19-A7EF-87D7A0872287}" type="parTrans" cxnId="{175131D9-E02C-4EDA-A8FD-AB3B48026114}">
      <dgm:prSet/>
      <dgm:spPr/>
      <dgm:t>
        <a:bodyPr/>
        <a:lstStyle/>
        <a:p>
          <a:endParaRPr lang="fr-FR"/>
        </a:p>
      </dgm:t>
    </dgm:pt>
    <dgm:pt modelId="{B821F2BC-E252-4287-84A4-774C5EAF48ED}" type="sibTrans" cxnId="{175131D9-E02C-4EDA-A8FD-AB3B48026114}">
      <dgm:prSet/>
      <dgm:spPr/>
      <dgm:t>
        <a:bodyPr/>
        <a:lstStyle/>
        <a:p>
          <a:endParaRPr lang="fr-FR"/>
        </a:p>
      </dgm:t>
    </dgm:pt>
    <dgm:pt modelId="{E7D57E35-EB2C-4116-B0D9-27C20862966D}" type="pres">
      <dgm:prSet presAssocID="{C5DF5A70-7426-4526-BE70-F605DF7F1C88}" presName="linear" presStyleCnt="0">
        <dgm:presLayoutVars>
          <dgm:dir/>
          <dgm:animLvl val="lvl"/>
          <dgm:resizeHandles val="exact"/>
        </dgm:presLayoutVars>
      </dgm:prSet>
      <dgm:spPr/>
    </dgm:pt>
    <dgm:pt modelId="{7B9890CC-8542-4E94-9025-8B95BC15712D}" type="pres">
      <dgm:prSet presAssocID="{3889C159-9CA2-456C-B274-7B0819EFF66F}" presName="parentLin" presStyleCnt="0"/>
      <dgm:spPr/>
    </dgm:pt>
    <dgm:pt modelId="{5752C032-07C4-4D0D-8948-03F834ABAB53}" type="pres">
      <dgm:prSet presAssocID="{3889C159-9CA2-456C-B274-7B0819EFF66F}" presName="parentLeftMargin" presStyleLbl="node1" presStyleIdx="0" presStyleCnt="2"/>
      <dgm:spPr/>
    </dgm:pt>
    <dgm:pt modelId="{29DC1D81-52D3-460A-A3FE-21302F165232}" type="pres">
      <dgm:prSet presAssocID="{3889C159-9CA2-456C-B274-7B0819EFF6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264CCEA-A8F7-4D2C-9FB6-9D38C909FFAB}" type="pres">
      <dgm:prSet presAssocID="{3889C159-9CA2-456C-B274-7B0819EFF66F}" presName="negativeSpace" presStyleCnt="0"/>
      <dgm:spPr/>
    </dgm:pt>
    <dgm:pt modelId="{0449E434-BE1D-47F6-8D05-28900330B290}" type="pres">
      <dgm:prSet presAssocID="{3889C159-9CA2-456C-B274-7B0819EFF66F}" presName="childText" presStyleLbl="conFgAcc1" presStyleIdx="0" presStyleCnt="2">
        <dgm:presLayoutVars>
          <dgm:bulletEnabled val="1"/>
        </dgm:presLayoutVars>
      </dgm:prSet>
      <dgm:spPr/>
    </dgm:pt>
    <dgm:pt modelId="{09C983D0-0A31-4B62-8E9E-C68FFD74748B}" type="pres">
      <dgm:prSet presAssocID="{44DD5AA6-D4FD-4DC3-981F-7123B3150E83}" presName="spaceBetweenRectangles" presStyleCnt="0"/>
      <dgm:spPr/>
    </dgm:pt>
    <dgm:pt modelId="{AF898FBF-0084-4679-854D-783EF944B970}" type="pres">
      <dgm:prSet presAssocID="{76969123-4ADF-4FE9-A50C-D6FCE8E19490}" presName="parentLin" presStyleCnt="0"/>
      <dgm:spPr/>
    </dgm:pt>
    <dgm:pt modelId="{A951B634-DBFC-4A4B-9CC6-DD9DFD659691}" type="pres">
      <dgm:prSet presAssocID="{76969123-4ADF-4FE9-A50C-D6FCE8E19490}" presName="parentLeftMargin" presStyleLbl="node1" presStyleIdx="0" presStyleCnt="2"/>
      <dgm:spPr/>
    </dgm:pt>
    <dgm:pt modelId="{445CCF39-5B90-4662-8B8A-D5A70C847D00}" type="pres">
      <dgm:prSet presAssocID="{76969123-4ADF-4FE9-A50C-D6FCE8E1949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6992645-0725-4CE3-AF98-47F72325549D}" type="pres">
      <dgm:prSet presAssocID="{76969123-4ADF-4FE9-A50C-D6FCE8E19490}" presName="negativeSpace" presStyleCnt="0"/>
      <dgm:spPr/>
    </dgm:pt>
    <dgm:pt modelId="{FBFB36A4-A0C4-4A7F-B9DA-D42169B07E29}" type="pres">
      <dgm:prSet presAssocID="{76969123-4ADF-4FE9-A50C-D6FCE8E1949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5215D65-27CD-4247-83C8-83FA8AFB6E12}" type="presOf" srcId="{3889C159-9CA2-456C-B274-7B0819EFF66F}" destId="{5752C032-07C4-4D0D-8948-03F834ABAB53}" srcOrd="0" destOrd="0" presId="urn:microsoft.com/office/officeart/2005/8/layout/list1"/>
    <dgm:cxn modelId="{02AD2E6C-2EAE-4B37-861C-3FC5F1918236}" type="presOf" srcId="{3889C159-9CA2-456C-B274-7B0819EFF66F}" destId="{29DC1D81-52D3-460A-A3FE-21302F165232}" srcOrd="1" destOrd="0" presId="urn:microsoft.com/office/officeart/2005/8/layout/list1"/>
    <dgm:cxn modelId="{E6D0DF52-F2CF-46C5-A690-58D54C6EF820}" type="presOf" srcId="{76969123-4ADF-4FE9-A50C-D6FCE8E19490}" destId="{A951B634-DBFC-4A4B-9CC6-DD9DFD659691}" srcOrd="0" destOrd="0" presId="urn:microsoft.com/office/officeart/2005/8/layout/list1"/>
    <dgm:cxn modelId="{AF6E6E93-1EC9-4609-A716-7BE086F44F19}" srcId="{C5DF5A70-7426-4526-BE70-F605DF7F1C88}" destId="{3889C159-9CA2-456C-B274-7B0819EFF66F}" srcOrd="0" destOrd="0" parTransId="{8370315A-02AA-45C6-8C42-B7221E42BB61}" sibTransId="{44DD5AA6-D4FD-4DC3-981F-7123B3150E83}"/>
    <dgm:cxn modelId="{23BC78D6-C1FD-4813-8701-1C11AA2A8BD7}" type="presOf" srcId="{76969123-4ADF-4FE9-A50C-D6FCE8E19490}" destId="{445CCF39-5B90-4662-8B8A-D5A70C847D00}" srcOrd="1" destOrd="0" presId="urn:microsoft.com/office/officeart/2005/8/layout/list1"/>
    <dgm:cxn modelId="{175131D9-E02C-4EDA-A8FD-AB3B48026114}" srcId="{C5DF5A70-7426-4526-BE70-F605DF7F1C88}" destId="{76969123-4ADF-4FE9-A50C-D6FCE8E19490}" srcOrd="1" destOrd="0" parTransId="{935BF378-AB04-4E19-A7EF-87D7A0872287}" sibTransId="{B821F2BC-E252-4287-84A4-774C5EAF48ED}"/>
    <dgm:cxn modelId="{415094DC-A9AD-4EAE-BC90-00C639BD7307}" type="presOf" srcId="{C5DF5A70-7426-4526-BE70-F605DF7F1C88}" destId="{E7D57E35-EB2C-4116-B0D9-27C20862966D}" srcOrd="0" destOrd="0" presId="urn:microsoft.com/office/officeart/2005/8/layout/list1"/>
    <dgm:cxn modelId="{56C1212F-8C48-4A1C-AA0E-5D97855FE0D0}" type="presParOf" srcId="{E7D57E35-EB2C-4116-B0D9-27C20862966D}" destId="{7B9890CC-8542-4E94-9025-8B95BC15712D}" srcOrd="0" destOrd="0" presId="urn:microsoft.com/office/officeart/2005/8/layout/list1"/>
    <dgm:cxn modelId="{79F34ACF-23F7-4456-B8FB-87A29E1F7EF6}" type="presParOf" srcId="{7B9890CC-8542-4E94-9025-8B95BC15712D}" destId="{5752C032-07C4-4D0D-8948-03F834ABAB53}" srcOrd="0" destOrd="0" presId="urn:microsoft.com/office/officeart/2005/8/layout/list1"/>
    <dgm:cxn modelId="{A831CE41-6F26-4777-B662-03C94F903BF5}" type="presParOf" srcId="{7B9890CC-8542-4E94-9025-8B95BC15712D}" destId="{29DC1D81-52D3-460A-A3FE-21302F165232}" srcOrd="1" destOrd="0" presId="urn:microsoft.com/office/officeart/2005/8/layout/list1"/>
    <dgm:cxn modelId="{9FB32667-9FC0-4CA8-82F2-52BD52889DDC}" type="presParOf" srcId="{E7D57E35-EB2C-4116-B0D9-27C20862966D}" destId="{1264CCEA-A8F7-4D2C-9FB6-9D38C909FFAB}" srcOrd="1" destOrd="0" presId="urn:microsoft.com/office/officeart/2005/8/layout/list1"/>
    <dgm:cxn modelId="{7CCFDCEA-C5FE-46B1-8601-179FAF9C8A63}" type="presParOf" srcId="{E7D57E35-EB2C-4116-B0D9-27C20862966D}" destId="{0449E434-BE1D-47F6-8D05-28900330B290}" srcOrd="2" destOrd="0" presId="urn:microsoft.com/office/officeart/2005/8/layout/list1"/>
    <dgm:cxn modelId="{4465F191-6FF3-4380-A088-1831809DF047}" type="presParOf" srcId="{E7D57E35-EB2C-4116-B0D9-27C20862966D}" destId="{09C983D0-0A31-4B62-8E9E-C68FFD74748B}" srcOrd="3" destOrd="0" presId="urn:microsoft.com/office/officeart/2005/8/layout/list1"/>
    <dgm:cxn modelId="{109A595F-CBEB-4181-80CB-FDE49757697F}" type="presParOf" srcId="{E7D57E35-EB2C-4116-B0D9-27C20862966D}" destId="{AF898FBF-0084-4679-854D-783EF944B970}" srcOrd="4" destOrd="0" presId="urn:microsoft.com/office/officeart/2005/8/layout/list1"/>
    <dgm:cxn modelId="{AC850F73-25D7-4059-96C1-FA6152DB3218}" type="presParOf" srcId="{AF898FBF-0084-4679-854D-783EF944B970}" destId="{A951B634-DBFC-4A4B-9CC6-DD9DFD659691}" srcOrd="0" destOrd="0" presId="urn:microsoft.com/office/officeart/2005/8/layout/list1"/>
    <dgm:cxn modelId="{1EE1F77E-DBBF-4510-A3AE-69A4B2C05F5A}" type="presParOf" srcId="{AF898FBF-0084-4679-854D-783EF944B970}" destId="{445CCF39-5B90-4662-8B8A-D5A70C847D00}" srcOrd="1" destOrd="0" presId="urn:microsoft.com/office/officeart/2005/8/layout/list1"/>
    <dgm:cxn modelId="{A2F8377B-4AD5-451A-B211-EB2F1B679EC7}" type="presParOf" srcId="{E7D57E35-EB2C-4116-B0D9-27C20862966D}" destId="{86992645-0725-4CE3-AF98-47F72325549D}" srcOrd="5" destOrd="0" presId="urn:microsoft.com/office/officeart/2005/8/layout/list1"/>
    <dgm:cxn modelId="{3F8414BF-41C3-4231-A91F-7AF0AACDA6E0}" type="presParOf" srcId="{E7D57E35-EB2C-4116-B0D9-27C20862966D}" destId="{FBFB36A4-A0C4-4A7F-B9DA-D42169B07E2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F0730A-FC4D-4BEF-8228-56E338115E18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783ED0C7-59E3-4DF8-BA00-5C6355648EFB}">
      <dgm:prSet phldrT="[Texte]"/>
      <dgm:spPr/>
      <dgm:t>
        <a:bodyPr/>
        <a:lstStyle/>
        <a:p>
          <a:r>
            <a:rPr lang="fr-FR" dirty="0"/>
            <a:t>Analyse fonctionnelle</a:t>
          </a:r>
        </a:p>
      </dgm:t>
    </dgm:pt>
    <dgm:pt modelId="{50FC82B6-7B31-4308-9D8F-C480CEE66869}" type="parTrans" cxnId="{E4C3EF75-0267-41D3-AA95-28B3C213C313}">
      <dgm:prSet/>
      <dgm:spPr/>
      <dgm:t>
        <a:bodyPr/>
        <a:lstStyle/>
        <a:p>
          <a:endParaRPr lang="fr-FR"/>
        </a:p>
      </dgm:t>
    </dgm:pt>
    <dgm:pt modelId="{2ECCBBF7-4C00-472E-8FBC-249896D26C8C}" type="sibTrans" cxnId="{E4C3EF75-0267-41D3-AA95-28B3C213C313}">
      <dgm:prSet/>
      <dgm:spPr/>
      <dgm:t>
        <a:bodyPr/>
        <a:lstStyle/>
        <a:p>
          <a:endParaRPr lang="fr-FR"/>
        </a:p>
      </dgm:t>
    </dgm:pt>
    <dgm:pt modelId="{54A441AF-AC86-48A1-87CB-FB0943310270}">
      <dgm:prSet phldrT="[Texte]"/>
      <dgm:spPr/>
      <dgm:t>
        <a:bodyPr/>
        <a:lstStyle/>
        <a:p>
          <a:r>
            <a:rPr lang="fr-FR" dirty="0"/>
            <a:t>Analyse par les attributs</a:t>
          </a:r>
        </a:p>
      </dgm:t>
    </dgm:pt>
    <dgm:pt modelId="{14917059-3C31-44AD-B430-F244E00807A0}" type="parTrans" cxnId="{D6D00046-CE2C-4E4D-BDF9-EF99293271F8}">
      <dgm:prSet/>
      <dgm:spPr/>
      <dgm:t>
        <a:bodyPr/>
        <a:lstStyle/>
        <a:p>
          <a:endParaRPr lang="fr-FR"/>
        </a:p>
      </dgm:t>
    </dgm:pt>
    <dgm:pt modelId="{35E27AF6-16F2-4316-A045-3AC435BBA460}" type="sibTrans" cxnId="{D6D00046-CE2C-4E4D-BDF9-EF99293271F8}">
      <dgm:prSet/>
      <dgm:spPr/>
      <dgm:t>
        <a:bodyPr/>
        <a:lstStyle/>
        <a:p>
          <a:endParaRPr lang="fr-FR"/>
        </a:p>
      </dgm:t>
    </dgm:pt>
    <dgm:pt modelId="{6FDD84BE-89E1-47D0-A378-C756EB388A34}">
      <dgm:prSet phldrT="[Texte]"/>
      <dgm:spPr/>
      <dgm:t>
        <a:bodyPr/>
        <a:lstStyle/>
        <a:p>
          <a:r>
            <a:rPr lang="fr-FR" dirty="0"/>
            <a:t>Brainstorming</a:t>
          </a:r>
        </a:p>
      </dgm:t>
    </dgm:pt>
    <dgm:pt modelId="{EA093812-1380-459A-AF58-2738F2EFD7F0}" type="parTrans" cxnId="{93988AB0-A00C-4A4A-BBF8-168CCCB4E697}">
      <dgm:prSet/>
      <dgm:spPr/>
      <dgm:t>
        <a:bodyPr/>
        <a:lstStyle/>
        <a:p>
          <a:endParaRPr lang="fr-FR"/>
        </a:p>
      </dgm:t>
    </dgm:pt>
    <dgm:pt modelId="{57CE49D4-F966-4D1C-8E56-2137C639C7A9}" type="sibTrans" cxnId="{93988AB0-A00C-4A4A-BBF8-168CCCB4E697}">
      <dgm:prSet/>
      <dgm:spPr/>
      <dgm:t>
        <a:bodyPr/>
        <a:lstStyle/>
        <a:p>
          <a:endParaRPr lang="fr-FR"/>
        </a:p>
      </dgm:t>
    </dgm:pt>
    <dgm:pt modelId="{E2B13860-D57B-4E28-A334-588BF51BFF2A}">
      <dgm:prSet phldrT="[Texte]"/>
      <dgm:spPr/>
      <dgm:t>
        <a:bodyPr/>
        <a:lstStyle/>
        <a:p>
          <a:r>
            <a:rPr lang="fr-FR" dirty="0"/>
            <a:t>Technique des groupes nominaux</a:t>
          </a:r>
        </a:p>
      </dgm:t>
    </dgm:pt>
    <dgm:pt modelId="{DB3377D5-52CF-4DFB-99A2-104B719F5355}" type="parTrans" cxnId="{400053B9-E000-473C-99C1-009BA84F612A}">
      <dgm:prSet/>
      <dgm:spPr/>
      <dgm:t>
        <a:bodyPr/>
        <a:lstStyle/>
        <a:p>
          <a:endParaRPr lang="fr-FR"/>
        </a:p>
      </dgm:t>
    </dgm:pt>
    <dgm:pt modelId="{E5AE7EC0-4EE6-4214-AEC7-082A5F670C20}" type="sibTrans" cxnId="{400053B9-E000-473C-99C1-009BA84F612A}">
      <dgm:prSet/>
      <dgm:spPr/>
      <dgm:t>
        <a:bodyPr/>
        <a:lstStyle/>
        <a:p>
          <a:endParaRPr lang="fr-FR"/>
        </a:p>
      </dgm:t>
    </dgm:pt>
    <dgm:pt modelId="{DE8794BB-73FB-4803-A486-EF681081EA4D}" type="pres">
      <dgm:prSet presAssocID="{7BF0730A-FC4D-4BEF-8228-56E338115E18}" presName="diagram" presStyleCnt="0">
        <dgm:presLayoutVars>
          <dgm:dir/>
          <dgm:resizeHandles val="exact"/>
        </dgm:presLayoutVars>
      </dgm:prSet>
      <dgm:spPr/>
    </dgm:pt>
    <dgm:pt modelId="{C0D1EEE8-6406-42A1-B53A-084CCF14E00E}" type="pres">
      <dgm:prSet presAssocID="{783ED0C7-59E3-4DF8-BA00-5C6355648EFB}" presName="node" presStyleLbl="node1" presStyleIdx="0" presStyleCnt="4">
        <dgm:presLayoutVars>
          <dgm:bulletEnabled val="1"/>
        </dgm:presLayoutVars>
      </dgm:prSet>
      <dgm:spPr/>
    </dgm:pt>
    <dgm:pt modelId="{480A42F4-05E0-4917-BBFB-0ED14F0954A4}" type="pres">
      <dgm:prSet presAssocID="{2ECCBBF7-4C00-472E-8FBC-249896D26C8C}" presName="sibTrans" presStyleCnt="0"/>
      <dgm:spPr/>
    </dgm:pt>
    <dgm:pt modelId="{D9365BD8-C901-4D0C-9808-3268A3C038D9}" type="pres">
      <dgm:prSet presAssocID="{54A441AF-AC86-48A1-87CB-FB0943310270}" presName="node" presStyleLbl="node1" presStyleIdx="1" presStyleCnt="4">
        <dgm:presLayoutVars>
          <dgm:bulletEnabled val="1"/>
        </dgm:presLayoutVars>
      </dgm:prSet>
      <dgm:spPr/>
    </dgm:pt>
    <dgm:pt modelId="{65806B94-B7C8-42BC-8237-8C96FCBF6495}" type="pres">
      <dgm:prSet presAssocID="{35E27AF6-16F2-4316-A045-3AC435BBA460}" presName="sibTrans" presStyleCnt="0"/>
      <dgm:spPr/>
    </dgm:pt>
    <dgm:pt modelId="{0CEDC336-D3FD-4DE2-9E72-52C5E3A2BF06}" type="pres">
      <dgm:prSet presAssocID="{6FDD84BE-89E1-47D0-A378-C756EB388A34}" presName="node" presStyleLbl="node1" presStyleIdx="2" presStyleCnt="4">
        <dgm:presLayoutVars>
          <dgm:bulletEnabled val="1"/>
        </dgm:presLayoutVars>
      </dgm:prSet>
      <dgm:spPr/>
    </dgm:pt>
    <dgm:pt modelId="{FBCB3F3E-D7C3-499C-8554-C48D3FDD2FA1}" type="pres">
      <dgm:prSet presAssocID="{57CE49D4-F966-4D1C-8E56-2137C639C7A9}" presName="sibTrans" presStyleCnt="0"/>
      <dgm:spPr/>
    </dgm:pt>
    <dgm:pt modelId="{DC76D764-5C4F-40FC-A271-73F2D64E89C2}" type="pres">
      <dgm:prSet presAssocID="{E2B13860-D57B-4E28-A334-588BF51BFF2A}" presName="node" presStyleLbl="node1" presStyleIdx="3" presStyleCnt="4">
        <dgm:presLayoutVars>
          <dgm:bulletEnabled val="1"/>
        </dgm:presLayoutVars>
      </dgm:prSet>
      <dgm:spPr/>
    </dgm:pt>
  </dgm:ptLst>
  <dgm:cxnLst>
    <dgm:cxn modelId="{D6D00046-CE2C-4E4D-BDF9-EF99293271F8}" srcId="{7BF0730A-FC4D-4BEF-8228-56E338115E18}" destId="{54A441AF-AC86-48A1-87CB-FB0943310270}" srcOrd="1" destOrd="0" parTransId="{14917059-3C31-44AD-B430-F244E00807A0}" sibTransId="{35E27AF6-16F2-4316-A045-3AC435BBA460}"/>
    <dgm:cxn modelId="{E4C3EF75-0267-41D3-AA95-28B3C213C313}" srcId="{7BF0730A-FC4D-4BEF-8228-56E338115E18}" destId="{783ED0C7-59E3-4DF8-BA00-5C6355648EFB}" srcOrd="0" destOrd="0" parTransId="{50FC82B6-7B31-4308-9D8F-C480CEE66869}" sibTransId="{2ECCBBF7-4C00-472E-8FBC-249896D26C8C}"/>
    <dgm:cxn modelId="{34AD3E57-799C-4DE7-9B64-8389662E8CDF}" type="presOf" srcId="{E2B13860-D57B-4E28-A334-588BF51BFF2A}" destId="{DC76D764-5C4F-40FC-A271-73F2D64E89C2}" srcOrd="0" destOrd="0" presId="urn:microsoft.com/office/officeart/2005/8/layout/default"/>
    <dgm:cxn modelId="{7AFEE188-EC8B-42BD-94CA-5148FEFDF4A2}" type="presOf" srcId="{6FDD84BE-89E1-47D0-A378-C756EB388A34}" destId="{0CEDC336-D3FD-4DE2-9E72-52C5E3A2BF06}" srcOrd="0" destOrd="0" presId="urn:microsoft.com/office/officeart/2005/8/layout/default"/>
    <dgm:cxn modelId="{A95AC08A-7A79-4395-8523-DF9D453771B8}" type="presOf" srcId="{54A441AF-AC86-48A1-87CB-FB0943310270}" destId="{D9365BD8-C901-4D0C-9808-3268A3C038D9}" srcOrd="0" destOrd="0" presId="urn:microsoft.com/office/officeart/2005/8/layout/default"/>
    <dgm:cxn modelId="{9389E09B-103A-4995-8565-9FA0768C08DF}" type="presOf" srcId="{7BF0730A-FC4D-4BEF-8228-56E338115E18}" destId="{DE8794BB-73FB-4803-A486-EF681081EA4D}" srcOrd="0" destOrd="0" presId="urn:microsoft.com/office/officeart/2005/8/layout/default"/>
    <dgm:cxn modelId="{93988AB0-A00C-4A4A-BBF8-168CCCB4E697}" srcId="{7BF0730A-FC4D-4BEF-8228-56E338115E18}" destId="{6FDD84BE-89E1-47D0-A378-C756EB388A34}" srcOrd="2" destOrd="0" parTransId="{EA093812-1380-459A-AF58-2738F2EFD7F0}" sibTransId="{57CE49D4-F966-4D1C-8E56-2137C639C7A9}"/>
    <dgm:cxn modelId="{400053B9-E000-473C-99C1-009BA84F612A}" srcId="{7BF0730A-FC4D-4BEF-8228-56E338115E18}" destId="{E2B13860-D57B-4E28-A334-588BF51BFF2A}" srcOrd="3" destOrd="0" parTransId="{DB3377D5-52CF-4DFB-99A2-104B719F5355}" sibTransId="{E5AE7EC0-4EE6-4214-AEC7-082A5F670C20}"/>
    <dgm:cxn modelId="{E97CCEF0-3044-4F3A-8B91-E6F9718B972F}" type="presOf" srcId="{783ED0C7-59E3-4DF8-BA00-5C6355648EFB}" destId="{C0D1EEE8-6406-42A1-B53A-084CCF14E00E}" srcOrd="0" destOrd="0" presId="urn:microsoft.com/office/officeart/2005/8/layout/default"/>
    <dgm:cxn modelId="{84219B7E-F97D-4B44-A8A8-56208DBBE315}" type="presParOf" srcId="{DE8794BB-73FB-4803-A486-EF681081EA4D}" destId="{C0D1EEE8-6406-42A1-B53A-084CCF14E00E}" srcOrd="0" destOrd="0" presId="urn:microsoft.com/office/officeart/2005/8/layout/default"/>
    <dgm:cxn modelId="{350D3CD6-1219-4019-95A7-67A89575DC2C}" type="presParOf" srcId="{DE8794BB-73FB-4803-A486-EF681081EA4D}" destId="{480A42F4-05E0-4917-BBFB-0ED14F0954A4}" srcOrd="1" destOrd="0" presId="urn:microsoft.com/office/officeart/2005/8/layout/default"/>
    <dgm:cxn modelId="{F6F94AC8-C25E-4C38-844C-29ACFFAA09B8}" type="presParOf" srcId="{DE8794BB-73FB-4803-A486-EF681081EA4D}" destId="{D9365BD8-C901-4D0C-9808-3268A3C038D9}" srcOrd="2" destOrd="0" presId="urn:microsoft.com/office/officeart/2005/8/layout/default"/>
    <dgm:cxn modelId="{DECA162E-1FEE-4DD5-82F9-852DD093E355}" type="presParOf" srcId="{DE8794BB-73FB-4803-A486-EF681081EA4D}" destId="{65806B94-B7C8-42BC-8237-8C96FCBF6495}" srcOrd="3" destOrd="0" presId="urn:microsoft.com/office/officeart/2005/8/layout/default"/>
    <dgm:cxn modelId="{19576488-D541-451D-B514-53F270D0B56C}" type="presParOf" srcId="{DE8794BB-73FB-4803-A486-EF681081EA4D}" destId="{0CEDC336-D3FD-4DE2-9E72-52C5E3A2BF06}" srcOrd="4" destOrd="0" presId="urn:microsoft.com/office/officeart/2005/8/layout/default"/>
    <dgm:cxn modelId="{F0239B7B-7AD9-4305-8046-5676D37EF186}" type="presParOf" srcId="{DE8794BB-73FB-4803-A486-EF681081EA4D}" destId="{FBCB3F3E-D7C3-499C-8554-C48D3FDD2FA1}" srcOrd="5" destOrd="0" presId="urn:microsoft.com/office/officeart/2005/8/layout/default"/>
    <dgm:cxn modelId="{A0F9DB5E-8BCA-47B9-A876-CADF7CA2F899}" type="presParOf" srcId="{DE8794BB-73FB-4803-A486-EF681081EA4D}" destId="{DC76D764-5C4F-40FC-A271-73F2D64E89C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BC69ACD-F92A-4CA0-8786-19A90E2E6BDC}" type="doc">
      <dgm:prSet loTypeId="urn:microsoft.com/office/officeart/2005/8/layout/vList5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fr-FR"/>
        </a:p>
      </dgm:t>
    </dgm:pt>
    <dgm:pt modelId="{4B8F4CF1-6B4B-4F74-A489-978701B525BE}">
      <dgm:prSet phldrT="[Texte]"/>
      <dgm:spPr/>
      <dgm:t>
        <a:bodyPr/>
        <a:lstStyle/>
        <a:p>
          <a:r>
            <a:rPr lang="fr-FR" b="1" dirty="0"/>
            <a:t>Identification</a:t>
          </a:r>
        </a:p>
      </dgm:t>
    </dgm:pt>
    <dgm:pt modelId="{7D05DD2C-C72E-440F-8441-622209E27294}" type="parTrans" cxnId="{97686D03-11DA-46AA-AE97-8E286533B371}">
      <dgm:prSet/>
      <dgm:spPr/>
      <dgm:t>
        <a:bodyPr/>
        <a:lstStyle/>
        <a:p>
          <a:endParaRPr lang="fr-FR"/>
        </a:p>
      </dgm:t>
    </dgm:pt>
    <dgm:pt modelId="{A6064491-DD8F-4612-AD12-553A076C1FBC}" type="sibTrans" cxnId="{97686D03-11DA-46AA-AE97-8E286533B371}">
      <dgm:prSet/>
      <dgm:spPr/>
      <dgm:t>
        <a:bodyPr/>
        <a:lstStyle/>
        <a:p>
          <a:endParaRPr lang="fr-FR"/>
        </a:p>
      </dgm:t>
    </dgm:pt>
    <dgm:pt modelId="{6C81C142-6544-4381-9C86-093AF41BE572}">
      <dgm:prSet/>
      <dgm:spPr/>
      <dgm:t>
        <a:bodyPr/>
        <a:lstStyle/>
        <a:p>
          <a:r>
            <a:rPr lang="fr-FR" b="1" dirty="0"/>
            <a:t>Formulation</a:t>
          </a:r>
        </a:p>
      </dgm:t>
    </dgm:pt>
    <dgm:pt modelId="{395F76B5-7B69-4160-A9AD-6109FD1BA259}" type="parTrans" cxnId="{8A7C6188-6794-4C1D-A0F1-745A9400A0F2}">
      <dgm:prSet/>
      <dgm:spPr/>
      <dgm:t>
        <a:bodyPr/>
        <a:lstStyle/>
        <a:p>
          <a:endParaRPr lang="fr-FR"/>
        </a:p>
      </dgm:t>
    </dgm:pt>
    <dgm:pt modelId="{1C86BE2C-3C07-4FA7-99E0-091066D71D5D}" type="sibTrans" cxnId="{8A7C6188-6794-4C1D-A0F1-745A9400A0F2}">
      <dgm:prSet/>
      <dgm:spPr/>
      <dgm:t>
        <a:bodyPr/>
        <a:lstStyle/>
        <a:p>
          <a:endParaRPr lang="fr-FR"/>
        </a:p>
      </dgm:t>
    </dgm:pt>
    <dgm:pt modelId="{26343C66-3DE7-4E6B-A335-7FEFAD581881}">
      <dgm:prSet/>
      <dgm:spPr/>
      <dgm:t>
        <a:bodyPr/>
        <a:lstStyle/>
        <a:p>
          <a:r>
            <a:rPr lang="fr-FR" b="1" dirty="0"/>
            <a:t>Analyse &amp; évaluation :</a:t>
          </a:r>
        </a:p>
      </dgm:t>
    </dgm:pt>
    <dgm:pt modelId="{BD2B8543-6120-49C8-9AF2-D81FF6346D6E}" type="parTrans" cxnId="{4FA76970-17B0-4928-B0F0-82712FFE0CB7}">
      <dgm:prSet/>
      <dgm:spPr/>
      <dgm:t>
        <a:bodyPr/>
        <a:lstStyle/>
        <a:p>
          <a:endParaRPr lang="fr-FR"/>
        </a:p>
      </dgm:t>
    </dgm:pt>
    <dgm:pt modelId="{BE6D95FC-9C31-45C3-A218-B273088B1C57}" type="sibTrans" cxnId="{4FA76970-17B0-4928-B0F0-82712FFE0CB7}">
      <dgm:prSet/>
      <dgm:spPr/>
      <dgm:t>
        <a:bodyPr/>
        <a:lstStyle/>
        <a:p>
          <a:endParaRPr lang="fr-FR"/>
        </a:p>
      </dgm:t>
    </dgm:pt>
    <dgm:pt modelId="{7160643A-C6CF-4348-BAB1-7BD8DF27356E}">
      <dgm:prSet/>
      <dgm:spPr/>
      <dgm:t>
        <a:bodyPr/>
        <a:lstStyle/>
        <a:p>
          <a:r>
            <a:rPr lang="fr-FR" b="1" dirty="0"/>
            <a:t>Décision</a:t>
          </a:r>
        </a:p>
      </dgm:t>
    </dgm:pt>
    <dgm:pt modelId="{8AC7ABCD-B560-45C5-92B6-9E6E9067C4A4}" type="parTrans" cxnId="{307DDC97-3DC3-4975-88BE-63B2C2AE9B94}">
      <dgm:prSet/>
      <dgm:spPr/>
      <dgm:t>
        <a:bodyPr/>
        <a:lstStyle/>
        <a:p>
          <a:endParaRPr lang="fr-FR"/>
        </a:p>
      </dgm:t>
    </dgm:pt>
    <dgm:pt modelId="{9547A689-C5AB-4CF2-9DF2-C98B3074EC34}" type="sibTrans" cxnId="{307DDC97-3DC3-4975-88BE-63B2C2AE9B94}">
      <dgm:prSet/>
      <dgm:spPr/>
      <dgm:t>
        <a:bodyPr/>
        <a:lstStyle/>
        <a:p>
          <a:endParaRPr lang="fr-FR"/>
        </a:p>
      </dgm:t>
    </dgm:pt>
    <dgm:pt modelId="{4380B50A-6DB6-48F7-A9C9-594B6085BCB2}">
      <dgm:prSet/>
      <dgm:spPr/>
      <dgm:t>
        <a:bodyPr/>
        <a:lstStyle/>
        <a:p>
          <a:r>
            <a:rPr lang="fr-FR" b="1" dirty="0"/>
            <a:t>Planification</a:t>
          </a:r>
        </a:p>
      </dgm:t>
    </dgm:pt>
    <dgm:pt modelId="{FE5A60BA-5FD5-4EFC-9E11-CCC0C44BA7C2}" type="parTrans" cxnId="{AE9DA9C7-CB43-465E-8331-CB93E6C14980}">
      <dgm:prSet/>
      <dgm:spPr/>
      <dgm:t>
        <a:bodyPr/>
        <a:lstStyle/>
        <a:p>
          <a:endParaRPr lang="fr-FR"/>
        </a:p>
      </dgm:t>
    </dgm:pt>
    <dgm:pt modelId="{5514D8EA-4F74-4168-AE3C-6D802032EE0A}" type="sibTrans" cxnId="{AE9DA9C7-CB43-465E-8331-CB93E6C14980}">
      <dgm:prSet/>
      <dgm:spPr/>
      <dgm:t>
        <a:bodyPr/>
        <a:lstStyle/>
        <a:p>
          <a:endParaRPr lang="fr-FR"/>
        </a:p>
      </dgm:t>
    </dgm:pt>
    <dgm:pt modelId="{80441C27-7E37-4DE8-8893-8314212EBF82}">
      <dgm:prSet/>
      <dgm:spPr/>
      <dgm:t>
        <a:bodyPr/>
        <a:lstStyle/>
        <a:p>
          <a:r>
            <a:rPr lang="fr-FR" b="1" dirty="0"/>
            <a:t>Exécution, suivi &amp; contrôle :</a:t>
          </a:r>
        </a:p>
      </dgm:t>
    </dgm:pt>
    <dgm:pt modelId="{F2AB34ED-5BF5-438A-921F-F2446467414E}" type="parTrans" cxnId="{DA00F5D0-A2DA-4ECB-8F1C-79C72625D5A0}">
      <dgm:prSet/>
      <dgm:spPr/>
      <dgm:t>
        <a:bodyPr/>
        <a:lstStyle/>
        <a:p>
          <a:endParaRPr lang="fr-FR"/>
        </a:p>
      </dgm:t>
    </dgm:pt>
    <dgm:pt modelId="{3D9FF54B-9DF3-416D-9C5B-1107F60CD5EA}" type="sibTrans" cxnId="{DA00F5D0-A2DA-4ECB-8F1C-79C72625D5A0}">
      <dgm:prSet/>
      <dgm:spPr/>
      <dgm:t>
        <a:bodyPr/>
        <a:lstStyle/>
        <a:p>
          <a:endParaRPr lang="fr-FR"/>
        </a:p>
      </dgm:t>
    </dgm:pt>
    <dgm:pt modelId="{49B0C145-45B2-42EE-8B81-BAD1F487CE2D}">
      <dgm:prSet/>
      <dgm:spPr/>
      <dgm:t>
        <a:bodyPr/>
        <a:lstStyle/>
        <a:p>
          <a:r>
            <a:rPr lang="fr-FR" b="1" dirty="0"/>
            <a:t>Opérationnalisation</a:t>
          </a:r>
        </a:p>
      </dgm:t>
    </dgm:pt>
    <dgm:pt modelId="{0B9C4672-1FA3-43A1-9C5F-2F95E9144212}" type="parTrans" cxnId="{3095C10A-654D-40C5-AFD4-8D28383AC95A}">
      <dgm:prSet/>
      <dgm:spPr/>
      <dgm:t>
        <a:bodyPr/>
        <a:lstStyle/>
        <a:p>
          <a:endParaRPr lang="fr-FR"/>
        </a:p>
      </dgm:t>
    </dgm:pt>
    <dgm:pt modelId="{3D04A154-B639-4199-9E41-19911ECBB37B}" type="sibTrans" cxnId="{3095C10A-654D-40C5-AFD4-8D28383AC95A}">
      <dgm:prSet/>
      <dgm:spPr/>
      <dgm:t>
        <a:bodyPr/>
        <a:lstStyle/>
        <a:p>
          <a:endParaRPr lang="fr-FR"/>
        </a:p>
      </dgm:t>
    </dgm:pt>
    <dgm:pt modelId="{28F16E82-7617-4130-AB82-218E170FC882}">
      <dgm:prSet/>
      <dgm:spPr/>
      <dgm:t>
        <a:bodyPr/>
        <a:lstStyle/>
        <a:p>
          <a:r>
            <a:rPr lang="fr-FR" b="1" dirty="0"/>
            <a:t>Post-évaluation</a:t>
          </a:r>
        </a:p>
      </dgm:t>
    </dgm:pt>
    <dgm:pt modelId="{F73855A4-E1F5-455D-862C-AF8223CE6467}" type="parTrans" cxnId="{A36C2EB6-0196-4D37-A819-41E28F29C87C}">
      <dgm:prSet/>
      <dgm:spPr/>
      <dgm:t>
        <a:bodyPr/>
        <a:lstStyle/>
        <a:p>
          <a:endParaRPr lang="fr-FR"/>
        </a:p>
      </dgm:t>
    </dgm:pt>
    <dgm:pt modelId="{3D371CE6-B950-46D3-9580-0DAE26F569EF}" type="sibTrans" cxnId="{A36C2EB6-0196-4D37-A819-41E28F29C87C}">
      <dgm:prSet/>
      <dgm:spPr/>
      <dgm:t>
        <a:bodyPr/>
        <a:lstStyle/>
        <a:p>
          <a:endParaRPr lang="fr-FR"/>
        </a:p>
      </dgm:t>
    </dgm:pt>
    <dgm:pt modelId="{B465503A-9CB6-4012-88F0-0C6A483E613C}">
      <dgm:prSet phldrT="[Texte]"/>
      <dgm:spPr/>
      <dgm:t>
        <a:bodyPr/>
        <a:lstStyle/>
        <a:p>
          <a:r>
            <a:rPr lang="fr-FR" dirty="0"/>
            <a:t>Trouver une idée </a:t>
          </a:r>
        </a:p>
      </dgm:t>
    </dgm:pt>
    <dgm:pt modelId="{CB6EBC85-F571-49AE-BE01-EED1D1CA6D6A}" type="parTrans" cxnId="{267C7E6F-F8A0-4A24-9183-78ACE1EBE454}">
      <dgm:prSet/>
      <dgm:spPr/>
      <dgm:t>
        <a:bodyPr/>
        <a:lstStyle/>
        <a:p>
          <a:endParaRPr lang="fr-FR"/>
        </a:p>
      </dgm:t>
    </dgm:pt>
    <dgm:pt modelId="{FA4444CB-B8D8-4BBD-8153-B46A93524982}" type="sibTrans" cxnId="{267C7E6F-F8A0-4A24-9183-78ACE1EBE454}">
      <dgm:prSet/>
      <dgm:spPr/>
      <dgm:t>
        <a:bodyPr/>
        <a:lstStyle/>
        <a:p>
          <a:endParaRPr lang="fr-FR"/>
        </a:p>
      </dgm:t>
    </dgm:pt>
    <dgm:pt modelId="{8FAADBBD-958F-4515-A985-7D31A3015449}">
      <dgm:prSet/>
      <dgm:spPr/>
      <dgm:t>
        <a:bodyPr/>
        <a:lstStyle/>
        <a:p>
          <a:r>
            <a:rPr lang="fr-FR" dirty="0"/>
            <a:t>Bien définir pour mieux saisir</a:t>
          </a:r>
        </a:p>
      </dgm:t>
    </dgm:pt>
    <dgm:pt modelId="{03CDF16A-C784-488B-9DDE-0F49F2FA17EA}" type="parTrans" cxnId="{8261A776-CAC0-476E-9DC0-B7A8F628A3FE}">
      <dgm:prSet/>
      <dgm:spPr/>
      <dgm:t>
        <a:bodyPr/>
        <a:lstStyle/>
        <a:p>
          <a:endParaRPr lang="fr-FR"/>
        </a:p>
      </dgm:t>
    </dgm:pt>
    <dgm:pt modelId="{F1795302-03F9-4045-B270-47E95D991596}" type="sibTrans" cxnId="{8261A776-CAC0-476E-9DC0-B7A8F628A3FE}">
      <dgm:prSet/>
      <dgm:spPr/>
      <dgm:t>
        <a:bodyPr/>
        <a:lstStyle/>
        <a:p>
          <a:endParaRPr lang="fr-FR"/>
        </a:p>
      </dgm:t>
    </dgm:pt>
    <dgm:pt modelId="{595ACFCB-F519-4D49-9700-4A85CD4AED2C}">
      <dgm:prSet/>
      <dgm:spPr/>
      <dgm:t>
        <a:bodyPr/>
        <a:lstStyle/>
        <a:p>
          <a:r>
            <a:rPr lang="fr-FR" dirty="0"/>
            <a:t>Faisabilité et profitabilité</a:t>
          </a:r>
        </a:p>
      </dgm:t>
    </dgm:pt>
    <dgm:pt modelId="{8E7C7272-2D0A-4720-8945-78E8381C9DD4}" type="parTrans" cxnId="{72B150E2-0507-4B1B-8AAF-324CB84E57F9}">
      <dgm:prSet/>
      <dgm:spPr/>
      <dgm:t>
        <a:bodyPr/>
        <a:lstStyle/>
        <a:p>
          <a:endParaRPr lang="fr-FR"/>
        </a:p>
      </dgm:t>
    </dgm:pt>
    <dgm:pt modelId="{6A0AD1A9-DE55-41F8-807F-316569A0FBCE}" type="sibTrans" cxnId="{72B150E2-0507-4B1B-8AAF-324CB84E57F9}">
      <dgm:prSet/>
      <dgm:spPr/>
      <dgm:t>
        <a:bodyPr/>
        <a:lstStyle/>
        <a:p>
          <a:endParaRPr lang="fr-FR"/>
        </a:p>
      </dgm:t>
    </dgm:pt>
    <dgm:pt modelId="{68A47C67-0892-495A-B13B-B2BA1FBC12A5}">
      <dgm:prSet/>
      <dgm:spPr/>
      <dgm:t>
        <a:bodyPr/>
        <a:lstStyle/>
        <a:p>
          <a:r>
            <a:rPr lang="fr-FR"/>
            <a:t>Go</a:t>
          </a:r>
          <a:r>
            <a:rPr lang="fr-FR" dirty="0"/>
            <a:t>, no go, tiroir à projets ?</a:t>
          </a:r>
        </a:p>
      </dgm:t>
    </dgm:pt>
    <dgm:pt modelId="{58FF78F3-8D87-4756-B11C-3DEEE10DA281}" type="parTrans" cxnId="{ACB52A86-8F5B-48B9-BE51-F93EBF0694F3}">
      <dgm:prSet/>
      <dgm:spPr/>
      <dgm:t>
        <a:bodyPr/>
        <a:lstStyle/>
        <a:p>
          <a:endParaRPr lang="fr-FR"/>
        </a:p>
      </dgm:t>
    </dgm:pt>
    <dgm:pt modelId="{DD51049F-8AE8-44BF-B7C3-E31C18AEDBA3}" type="sibTrans" cxnId="{ACB52A86-8F5B-48B9-BE51-F93EBF0694F3}">
      <dgm:prSet/>
      <dgm:spPr/>
      <dgm:t>
        <a:bodyPr/>
        <a:lstStyle/>
        <a:p>
          <a:endParaRPr lang="fr-FR"/>
        </a:p>
      </dgm:t>
    </dgm:pt>
    <dgm:pt modelId="{6BA11E5B-0943-49D3-A7D2-AC6A324B1EEE}">
      <dgm:prSet/>
      <dgm:spPr/>
      <dgm:t>
        <a:bodyPr/>
        <a:lstStyle/>
        <a:p>
          <a:r>
            <a:rPr lang="fr-FR" dirty="0"/>
            <a:t>Budget, échéancier, qualité et risques</a:t>
          </a:r>
        </a:p>
      </dgm:t>
    </dgm:pt>
    <dgm:pt modelId="{8AE8BB2A-AE57-44F9-84F0-025F4D2155DE}" type="parTrans" cxnId="{E90246A6-DC7D-444E-AB67-B92C0F26DAE2}">
      <dgm:prSet/>
      <dgm:spPr/>
      <dgm:t>
        <a:bodyPr/>
        <a:lstStyle/>
        <a:p>
          <a:endParaRPr lang="fr-FR"/>
        </a:p>
      </dgm:t>
    </dgm:pt>
    <dgm:pt modelId="{10B5340A-83D3-4BEE-ACDB-57A4E2DC7F5B}" type="sibTrans" cxnId="{E90246A6-DC7D-444E-AB67-B92C0F26DAE2}">
      <dgm:prSet/>
      <dgm:spPr/>
      <dgm:t>
        <a:bodyPr/>
        <a:lstStyle/>
        <a:p>
          <a:endParaRPr lang="fr-FR"/>
        </a:p>
      </dgm:t>
    </dgm:pt>
    <dgm:pt modelId="{81C23039-6E8A-49A9-97B8-9B5B8451CB68}">
      <dgm:prSet/>
      <dgm:spPr/>
      <dgm:t>
        <a:bodyPr/>
        <a:lstStyle/>
        <a:p>
          <a:r>
            <a:rPr lang="fr-FR" dirty="0"/>
            <a:t>Déploiement et/ou livraison</a:t>
          </a:r>
        </a:p>
      </dgm:t>
    </dgm:pt>
    <dgm:pt modelId="{378536FB-3274-43A3-BEB6-4CB2C1CBA26F}" type="parTrans" cxnId="{B2C16166-B274-47C4-853E-25A26C72BF9A}">
      <dgm:prSet/>
      <dgm:spPr/>
      <dgm:t>
        <a:bodyPr/>
        <a:lstStyle/>
        <a:p>
          <a:endParaRPr lang="fr-FR"/>
        </a:p>
      </dgm:t>
    </dgm:pt>
    <dgm:pt modelId="{CADF2A47-DEF2-410D-8722-8338C89FA8C7}" type="sibTrans" cxnId="{B2C16166-B274-47C4-853E-25A26C72BF9A}">
      <dgm:prSet/>
      <dgm:spPr/>
      <dgm:t>
        <a:bodyPr/>
        <a:lstStyle/>
        <a:p>
          <a:endParaRPr lang="fr-FR"/>
        </a:p>
      </dgm:t>
    </dgm:pt>
    <dgm:pt modelId="{0442684C-D85A-40BA-BDE4-35ADAD1B6760}">
      <dgm:prSet/>
      <dgm:spPr/>
      <dgm:t>
        <a:bodyPr/>
        <a:lstStyle/>
        <a:p>
          <a:r>
            <a:rPr lang="fr-FR"/>
            <a:t>post-mortem</a:t>
          </a:r>
          <a:endParaRPr lang="fr-FR" dirty="0"/>
        </a:p>
      </dgm:t>
    </dgm:pt>
    <dgm:pt modelId="{344A4FA5-5766-4688-A51B-0E26000B9E64}" type="parTrans" cxnId="{B6DF06C4-E35E-4D5E-905F-27E71C2198E3}">
      <dgm:prSet/>
      <dgm:spPr/>
      <dgm:t>
        <a:bodyPr/>
        <a:lstStyle/>
        <a:p>
          <a:endParaRPr lang="fr-FR"/>
        </a:p>
      </dgm:t>
    </dgm:pt>
    <dgm:pt modelId="{84471152-0CBC-49A1-8F05-2053CEB254FA}" type="sibTrans" cxnId="{B6DF06C4-E35E-4D5E-905F-27E71C2198E3}">
      <dgm:prSet/>
      <dgm:spPr/>
      <dgm:t>
        <a:bodyPr/>
        <a:lstStyle/>
        <a:p>
          <a:endParaRPr lang="fr-FR"/>
        </a:p>
      </dgm:t>
    </dgm:pt>
    <dgm:pt modelId="{3222F68B-42FA-4450-9A30-012F95EDDDDC}">
      <dgm:prSet/>
      <dgm:spPr/>
      <dgm:t>
        <a:bodyPr/>
        <a:lstStyle/>
        <a:p>
          <a:r>
            <a:rPr lang="fr-FR" dirty="0"/>
            <a:t>Organisation</a:t>
          </a:r>
        </a:p>
      </dgm:t>
    </dgm:pt>
    <dgm:pt modelId="{2979E4CE-EF6E-4346-A305-3EC0CC967BAC}" type="parTrans" cxnId="{491A4B61-F151-4578-B93D-46F783AF03F0}">
      <dgm:prSet/>
      <dgm:spPr/>
      <dgm:t>
        <a:bodyPr/>
        <a:lstStyle/>
        <a:p>
          <a:endParaRPr lang="fr-FR"/>
        </a:p>
      </dgm:t>
    </dgm:pt>
    <dgm:pt modelId="{705BC76E-00E6-497F-A485-33AD0B3F1C1F}" type="sibTrans" cxnId="{491A4B61-F151-4578-B93D-46F783AF03F0}">
      <dgm:prSet/>
      <dgm:spPr/>
      <dgm:t>
        <a:bodyPr/>
        <a:lstStyle/>
        <a:p>
          <a:endParaRPr lang="fr-FR"/>
        </a:p>
      </dgm:t>
    </dgm:pt>
    <dgm:pt modelId="{EDDA2346-BF4A-4A33-B822-95D8525E14C0}" type="pres">
      <dgm:prSet presAssocID="{1BC69ACD-F92A-4CA0-8786-19A90E2E6BDC}" presName="Name0" presStyleCnt="0">
        <dgm:presLayoutVars>
          <dgm:dir/>
          <dgm:animLvl val="lvl"/>
          <dgm:resizeHandles val="exact"/>
        </dgm:presLayoutVars>
      </dgm:prSet>
      <dgm:spPr/>
    </dgm:pt>
    <dgm:pt modelId="{204AD79D-E844-4FE4-85F5-C741E65D086E}" type="pres">
      <dgm:prSet presAssocID="{4B8F4CF1-6B4B-4F74-A489-978701B525BE}" presName="linNode" presStyleCnt="0"/>
      <dgm:spPr/>
    </dgm:pt>
    <dgm:pt modelId="{B3386223-0489-436C-AA7E-5620A922E4B2}" type="pres">
      <dgm:prSet presAssocID="{4B8F4CF1-6B4B-4F74-A489-978701B525BE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C5B5AE75-075B-41BA-B344-F125FE2FF8D4}" type="pres">
      <dgm:prSet presAssocID="{4B8F4CF1-6B4B-4F74-A489-978701B525BE}" presName="descendantText" presStyleLbl="alignAccFollowNode1" presStyleIdx="0" presStyleCnt="8">
        <dgm:presLayoutVars>
          <dgm:bulletEnabled val="1"/>
        </dgm:presLayoutVars>
      </dgm:prSet>
      <dgm:spPr/>
    </dgm:pt>
    <dgm:pt modelId="{12AFF9C4-C26F-44CF-9EC7-46127CA8F08B}" type="pres">
      <dgm:prSet presAssocID="{A6064491-DD8F-4612-AD12-553A076C1FBC}" presName="sp" presStyleCnt="0"/>
      <dgm:spPr/>
    </dgm:pt>
    <dgm:pt modelId="{DFBBC86E-23C2-4E16-A02F-E11BA4DB08AF}" type="pres">
      <dgm:prSet presAssocID="{6C81C142-6544-4381-9C86-093AF41BE572}" presName="linNode" presStyleCnt="0"/>
      <dgm:spPr/>
    </dgm:pt>
    <dgm:pt modelId="{2E414031-664B-4B29-A8EB-CD3D24D67B67}" type="pres">
      <dgm:prSet presAssocID="{6C81C142-6544-4381-9C86-093AF41BE572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8E9B6592-505B-49AA-A5E6-96D3DEFAE37F}" type="pres">
      <dgm:prSet presAssocID="{6C81C142-6544-4381-9C86-093AF41BE572}" presName="descendantText" presStyleLbl="alignAccFollowNode1" presStyleIdx="1" presStyleCnt="8">
        <dgm:presLayoutVars>
          <dgm:bulletEnabled val="1"/>
        </dgm:presLayoutVars>
      </dgm:prSet>
      <dgm:spPr/>
    </dgm:pt>
    <dgm:pt modelId="{07489981-0E6D-41F4-BCF4-B0F25D110795}" type="pres">
      <dgm:prSet presAssocID="{1C86BE2C-3C07-4FA7-99E0-091066D71D5D}" presName="sp" presStyleCnt="0"/>
      <dgm:spPr/>
    </dgm:pt>
    <dgm:pt modelId="{1B01FA8C-323A-44BA-8A30-C15779C7DC35}" type="pres">
      <dgm:prSet presAssocID="{26343C66-3DE7-4E6B-A335-7FEFAD581881}" presName="linNode" presStyleCnt="0"/>
      <dgm:spPr/>
    </dgm:pt>
    <dgm:pt modelId="{593CE5C1-D13B-4677-85C2-9BDC17B6CD86}" type="pres">
      <dgm:prSet presAssocID="{26343C66-3DE7-4E6B-A335-7FEFAD581881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3686092B-A7F4-45FA-90BA-DD22A47995DB}" type="pres">
      <dgm:prSet presAssocID="{26343C66-3DE7-4E6B-A335-7FEFAD581881}" presName="descendantText" presStyleLbl="alignAccFollowNode1" presStyleIdx="2" presStyleCnt="8">
        <dgm:presLayoutVars>
          <dgm:bulletEnabled val="1"/>
        </dgm:presLayoutVars>
      </dgm:prSet>
      <dgm:spPr/>
    </dgm:pt>
    <dgm:pt modelId="{F5796722-3243-4A68-8493-88989FE629CA}" type="pres">
      <dgm:prSet presAssocID="{BE6D95FC-9C31-45C3-A218-B273088B1C57}" presName="sp" presStyleCnt="0"/>
      <dgm:spPr/>
    </dgm:pt>
    <dgm:pt modelId="{14F80395-78EF-491B-9865-69FE0DE57DAB}" type="pres">
      <dgm:prSet presAssocID="{7160643A-C6CF-4348-BAB1-7BD8DF27356E}" presName="linNode" presStyleCnt="0"/>
      <dgm:spPr/>
    </dgm:pt>
    <dgm:pt modelId="{18517D01-42EB-452F-A819-34B8A3CF7BEE}" type="pres">
      <dgm:prSet presAssocID="{7160643A-C6CF-4348-BAB1-7BD8DF27356E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455663DC-0504-41E3-BD88-2750B0E7150C}" type="pres">
      <dgm:prSet presAssocID="{7160643A-C6CF-4348-BAB1-7BD8DF27356E}" presName="descendantText" presStyleLbl="alignAccFollowNode1" presStyleIdx="3" presStyleCnt="8">
        <dgm:presLayoutVars>
          <dgm:bulletEnabled val="1"/>
        </dgm:presLayoutVars>
      </dgm:prSet>
      <dgm:spPr/>
    </dgm:pt>
    <dgm:pt modelId="{B36CD310-CBB8-4127-8155-241307665072}" type="pres">
      <dgm:prSet presAssocID="{9547A689-C5AB-4CF2-9DF2-C98B3074EC34}" presName="sp" presStyleCnt="0"/>
      <dgm:spPr/>
    </dgm:pt>
    <dgm:pt modelId="{0D5CFDAA-304F-4F6A-9CF6-8EB372E1A093}" type="pres">
      <dgm:prSet presAssocID="{4380B50A-6DB6-48F7-A9C9-594B6085BCB2}" presName="linNode" presStyleCnt="0"/>
      <dgm:spPr/>
    </dgm:pt>
    <dgm:pt modelId="{7CB1293E-7143-4A05-A3E5-7BAAB1804A74}" type="pres">
      <dgm:prSet presAssocID="{4380B50A-6DB6-48F7-A9C9-594B6085BCB2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590E12CA-2BBD-437B-B511-322C75AF114F}" type="pres">
      <dgm:prSet presAssocID="{4380B50A-6DB6-48F7-A9C9-594B6085BCB2}" presName="descendantText" presStyleLbl="alignAccFollowNode1" presStyleIdx="4" presStyleCnt="8">
        <dgm:presLayoutVars>
          <dgm:bulletEnabled val="1"/>
        </dgm:presLayoutVars>
      </dgm:prSet>
      <dgm:spPr/>
    </dgm:pt>
    <dgm:pt modelId="{1E6AB1FC-5D78-475E-AD35-6B19F9691FCF}" type="pres">
      <dgm:prSet presAssocID="{5514D8EA-4F74-4168-AE3C-6D802032EE0A}" presName="sp" presStyleCnt="0"/>
      <dgm:spPr/>
    </dgm:pt>
    <dgm:pt modelId="{09CB7888-C52B-4B45-B03D-912341BF6E97}" type="pres">
      <dgm:prSet presAssocID="{80441C27-7E37-4DE8-8893-8314212EBF82}" presName="linNode" presStyleCnt="0"/>
      <dgm:spPr/>
    </dgm:pt>
    <dgm:pt modelId="{D8CDCE0A-F148-4660-B36B-224AE9084EA5}" type="pres">
      <dgm:prSet presAssocID="{80441C27-7E37-4DE8-8893-8314212EBF82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436EC120-6E74-4B97-BD14-E7C9969346C8}" type="pres">
      <dgm:prSet presAssocID="{80441C27-7E37-4DE8-8893-8314212EBF82}" presName="descendantText" presStyleLbl="alignAccFollowNode1" presStyleIdx="5" presStyleCnt="8">
        <dgm:presLayoutVars>
          <dgm:bulletEnabled val="1"/>
        </dgm:presLayoutVars>
      </dgm:prSet>
      <dgm:spPr/>
    </dgm:pt>
    <dgm:pt modelId="{E7393634-9992-41AB-8A66-1789D96BC058}" type="pres">
      <dgm:prSet presAssocID="{3D9FF54B-9DF3-416D-9C5B-1107F60CD5EA}" presName="sp" presStyleCnt="0"/>
      <dgm:spPr/>
    </dgm:pt>
    <dgm:pt modelId="{A77E8F60-A75C-4888-AFD9-B035380F461F}" type="pres">
      <dgm:prSet presAssocID="{49B0C145-45B2-42EE-8B81-BAD1F487CE2D}" presName="linNode" presStyleCnt="0"/>
      <dgm:spPr/>
    </dgm:pt>
    <dgm:pt modelId="{193F507F-7E8C-4118-81CA-7B1D971BC2C8}" type="pres">
      <dgm:prSet presAssocID="{49B0C145-45B2-42EE-8B81-BAD1F487CE2D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36A73B57-F12D-4692-9BA3-D74888BC383B}" type="pres">
      <dgm:prSet presAssocID="{49B0C145-45B2-42EE-8B81-BAD1F487CE2D}" presName="descendantText" presStyleLbl="alignAccFollowNode1" presStyleIdx="6" presStyleCnt="8">
        <dgm:presLayoutVars>
          <dgm:bulletEnabled val="1"/>
        </dgm:presLayoutVars>
      </dgm:prSet>
      <dgm:spPr/>
    </dgm:pt>
    <dgm:pt modelId="{9A63B48B-B051-4E4A-8670-AAEE5DDF25D7}" type="pres">
      <dgm:prSet presAssocID="{3D04A154-B639-4199-9E41-19911ECBB37B}" presName="sp" presStyleCnt="0"/>
      <dgm:spPr/>
    </dgm:pt>
    <dgm:pt modelId="{EFEB0247-B66E-457B-82EC-2E8449930F6F}" type="pres">
      <dgm:prSet presAssocID="{28F16E82-7617-4130-AB82-218E170FC882}" presName="linNode" presStyleCnt="0"/>
      <dgm:spPr/>
    </dgm:pt>
    <dgm:pt modelId="{FA6DD6DD-A388-490E-A568-8EEEC97CA85E}" type="pres">
      <dgm:prSet presAssocID="{28F16E82-7617-4130-AB82-218E170FC882}" presName="parentText" presStyleLbl="node1" presStyleIdx="7" presStyleCnt="8">
        <dgm:presLayoutVars>
          <dgm:chMax val="1"/>
          <dgm:bulletEnabled val="1"/>
        </dgm:presLayoutVars>
      </dgm:prSet>
      <dgm:spPr/>
    </dgm:pt>
    <dgm:pt modelId="{6915B1C6-3D90-463F-8D6F-E1F754615D62}" type="pres">
      <dgm:prSet presAssocID="{28F16E82-7617-4130-AB82-218E170FC882}" presName="descendantText" presStyleLbl="alignAccFollowNode1" presStyleIdx="7" presStyleCnt="8">
        <dgm:presLayoutVars>
          <dgm:bulletEnabled val="1"/>
        </dgm:presLayoutVars>
      </dgm:prSet>
      <dgm:spPr/>
    </dgm:pt>
  </dgm:ptLst>
  <dgm:cxnLst>
    <dgm:cxn modelId="{390F6401-4D1B-45CC-8A5F-0808DF79EE48}" type="presOf" srcId="{6C81C142-6544-4381-9C86-093AF41BE572}" destId="{2E414031-664B-4B29-A8EB-CD3D24D67B67}" srcOrd="0" destOrd="0" presId="urn:microsoft.com/office/officeart/2005/8/layout/vList5"/>
    <dgm:cxn modelId="{BBF97A02-0E1F-4DA5-B8F1-A1433AA0851B}" type="presOf" srcId="{0442684C-D85A-40BA-BDE4-35ADAD1B6760}" destId="{6915B1C6-3D90-463F-8D6F-E1F754615D62}" srcOrd="0" destOrd="0" presId="urn:microsoft.com/office/officeart/2005/8/layout/vList5"/>
    <dgm:cxn modelId="{97686D03-11DA-46AA-AE97-8E286533B371}" srcId="{1BC69ACD-F92A-4CA0-8786-19A90E2E6BDC}" destId="{4B8F4CF1-6B4B-4F74-A489-978701B525BE}" srcOrd="0" destOrd="0" parTransId="{7D05DD2C-C72E-440F-8441-622209E27294}" sibTransId="{A6064491-DD8F-4612-AD12-553A076C1FBC}"/>
    <dgm:cxn modelId="{3095C10A-654D-40C5-AFD4-8D28383AC95A}" srcId="{1BC69ACD-F92A-4CA0-8786-19A90E2E6BDC}" destId="{49B0C145-45B2-42EE-8B81-BAD1F487CE2D}" srcOrd="6" destOrd="0" parTransId="{0B9C4672-1FA3-43A1-9C5F-2F95E9144212}" sibTransId="{3D04A154-B639-4199-9E41-19911ECBB37B}"/>
    <dgm:cxn modelId="{DC2BB01B-AD6E-486F-BEBD-E2855AE515FF}" type="presOf" srcId="{80441C27-7E37-4DE8-8893-8314212EBF82}" destId="{D8CDCE0A-F148-4660-B36B-224AE9084EA5}" srcOrd="0" destOrd="0" presId="urn:microsoft.com/office/officeart/2005/8/layout/vList5"/>
    <dgm:cxn modelId="{6ED8BC31-EA04-42CB-B53B-D4B872149619}" type="presOf" srcId="{6BA11E5B-0943-49D3-A7D2-AC6A324B1EEE}" destId="{436EC120-6E74-4B97-BD14-E7C9969346C8}" srcOrd="0" destOrd="0" presId="urn:microsoft.com/office/officeart/2005/8/layout/vList5"/>
    <dgm:cxn modelId="{32719A37-C0D8-4E16-AAAE-A9F468FEE494}" type="presOf" srcId="{595ACFCB-F519-4D49-9700-4A85CD4AED2C}" destId="{3686092B-A7F4-45FA-90BA-DD22A47995DB}" srcOrd="0" destOrd="0" presId="urn:microsoft.com/office/officeart/2005/8/layout/vList5"/>
    <dgm:cxn modelId="{5A5A9C37-0CF6-4A65-9B4B-1767C8048F82}" type="presOf" srcId="{3222F68B-42FA-4450-9A30-012F95EDDDDC}" destId="{590E12CA-2BBD-437B-B511-322C75AF114F}" srcOrd="0" destOrd="0" presId="urn:microsoft.com/office/officeart/2005/8/layout/vList5"/>
    <dgm:cxn modelId="{491A4B61-F151-4578-B93D-46F783AF03F0}" srcId="{4380B50A-6DB6-48F7-A9C9-594B6085BCB2}" destId="{3222F68B-42FA-4450-9A30-012F95EDDDDC}" srcOrd="0" destOrd="0" parTransId="{2979E4CE-EF6E-4346-A305-3EC0CC967BAC}" sibTransId="{705BC76E-00E6-497F-A485-33AD0B3F1C1F}"/>
    <dgm:cxn modelId="{B2C16166-B274-47C4-853E-25A26C72BF9A}" srcId="{49B0C145-45B2-42EE-8B81-BAD1F487CE2D}" destId="{81C23039-6E8A-49A9-97B8-9B5B8451CB68}" srcOrd="0" destOrd="0" parTransId="{378536FB-3274-43A3-BEB6-4CB2C1CBA26F}" sibTransId="{CADF2A47-DEF2-410D-8722-8338C89FA8C7}"/>
    <dgm:cxn modelId="{BBDFDA48-BE5C-4F52-A367-4108F9D324F8}" type="presOf" srcId="{7160643A-C6CF-4348-BAB1-7BD8DF27356E}" destId="{18517D01-42EB-452F-A819-34B8A3CF7BEE}" srcOrd="0" destOrd="0" presId="urn:microsoft.com/office/officeart/2005/8/layout/vList5"/>
    <dgm:cxn modelId="{22A4526A-2796-425D-BB31-C4D45018216C}" type="presOf" srcId="{4B8F4CF1-6B4B-4F74-A489-978701B525BE}" destId="{B3386223-0489-436C-AA7E-5620A922E4B2}" srcOrd="0" destOrd="0" presId="urn:microsoft.com/office/officeart/2005/8/layout/vList5"/>
    <dgm:cxn modelId="{267C7E6F-F8A0-4A24-9183-78ACE1EBE454}" srcId="{4B8F4CF1-6B4B-4F74-A489-978701B525BE}" destId="{B465503A-9CB6-4012-88F0-0C6A483E613C}" srcOrd="0" destOrd="0" parTransId="{CB6EBC85-F571-49AE-BE01-EED1D1CA6D6A}" sibTransId="{FA4444CB-B8D8-4BBD-8153-B46A93524982}"/>
    <dgm:cxn modelId="{4FA76970-17B0-4928-B0F0-82712FFE0CB7}" srcId="{1BC69ACD-F92A-4CA0-8786-19A90E2E6BDC}" destId="{26343C66-3DE7-4E6B-A335-7FEFAD581881}" srcOrd="2" destOrd="0" parTransId="{BD2B8543-6120-49C8-9AF2-D81FF6346D6E}" sibTransId="{BE6D95FC-9C31-45C3-A218-B273088B1C57}"/>
    <dgm:cxn modelId="{8261A776-CAC0-476E-9DC0-B7A8F628A3FE}" srcId="{6C81C142-6544-4381-9C86-093AF41BE572}" destId="{8FAADBBD-958F-4515-A985-7D31A3015449}" srcOrd="0" destOrd="0" parTransId="{03CDF16A-C784-488B-9DDE-0F49F2FA17EA}" sibTransId="{F1795302-03F9-4045-B270-47E95D991596}"/>
    <dgm:cxn modelId="{ACB52A86-8F5B-48B9-BE51-F93EBF0694F3}" srcId="{7160643A-C6CF-4348-BAB1-7BD8DF27356E}" destId="{68A47C67-0892-495A-B13B-B2BA1FBC12A5}" srcOrd="0" destOrd="0" parTransId="{58FF78F3-8D87-4756-B11C-3DEEE10DA281}" sibTransId="{DD51049F-8AE8-44BF-B7C3-E31C18AEDBA3}"/>
    <dgm:cxn modelId="{8A7C6188-6794-4C1D-A0F1-745A9400A0F2}" srcId="{1BC69ACD-F92A-4CA0-8786-19A90E2E6BDC}" destId="{6C81C142-6544-4381-9C86-093AF41BE572}" srcOrd="1" destOrd="0" parTransId="{395F76B5-7B69-4160-A9AD-6109FD1BA259}" sibTransId="{1C86BE2C-3C07-4FA7-99E0-091066D71D5D}"/>
    <dgm:cxn modelId="{CFCDAE92-3C8A-4A7D-A094-46BB59DA9088}" type="presOf" srcId="{B465503A-9CB6-4012-88F0-0C6A483E613C}" destId="{C5B5AE75-075B-41BA-B344-F125FE2FF8D4}" srcOrd="0" destOrd="0" presId="urn:microsoft.com/office/officeart/2005/8/layout/vList5"/>
    <dgm:cxn modelId="{307DDC97-3DC3-4975-88BE-63B2C2AE9B94}" srcId="{1BC69ACD-F92A-4CA0-8786-19A90E2E6BDC}" destId="{7160643A-C6CF-4348-BAB1-7BD8DF27356E}" srcOrd="3" destOrd="0" parTransId="{8AC7ABCD-B560-45C5-92B6-9E6E9067C4A4}" sibTransId="{9547A689-C5AB-4CF2-9DF2-C98B3074EC34}"/>
    <dgm:cxn modelId="{E90246A6-DC7D-444E-AB67-B92C0F26DAE2}" srcId="{80441C27-7E37-4DE8-8893-8314212EBF82}" destId="{6BA11E5B-0943-49D3-A7D2-AC6A324B1EEE}" srcOrd="0" destOrd="0" parTransId="{8AE8BB2A-AE57-44F9-84F0-025F4D2155DE}" sibTransId="{10B5340A-83D3-4BEE-ACDB-57A4E2DC7F5B}"/>
    <dgm:cxn modelId="{2473ABB0-63FF-4E38-9E80-6A72FC0345E5}" type="presOf" srcId="{4380B50A-6DB6-48F7-A9C9-594B6085BCB2}" destId="{7CB1293E-7143-4A05-A3E5-7BAAB1804A74}" srcOrd="0" destOrd="0" presId="urn:microsoft.com/office/officeart/2005/8/layout/vList5"/>
    <dgm:cxn modelId="{6C4F22B6-102F-4730-96F4-7C12C8930F8C}" type="presOf" srcId="{81C23039-6E8A-49A9-97B8-9B5B8451CB68}" destId="{36A73B57-F12D-4692-9BA3-D74888BC383B}" srcOrd="0" destOrd="0" presId="urn:microsoft.com/office/officeart/2005/8/layout/vList5"/>
    <dgm:cxn modelId="{A36C2EB6-0196-4D37-A819-41E28F29C87C}" srcId="{1BC69ACD-F92A-4CA0-8786-19A90E2E6BDC}" destId="{28F16E82-7617-4130-AB82-218E170FC882}" srcOrd="7" destOrd="0" parTransId="{F73855A4-E1F5-455D-862C-AF8223CE6467}" sibTransId="{3D371CE6-B950-46D3-9580-0DAE26F569EF}"/>
    <dgm:cxn modelId="{26CD2FB9-65CE-47C6-A3CC-DDC6B500F272}" type="presOf" srcId="{1BC69ACD-F92A-4CA0-8786-19A90E2E6BDC}" destId="{EDDA2346-BF4A-4A33-B822-95D8525E14C0}" srcOrd="0" destOrd="0" presId="urn:microsoft.com/office/officeart/2005/8/layout/vList5"/>
    <dgm:cxn modelId="{B6DF06C4-E35E-4D5E-905F-27E71C2198E3}" srcId="{28F16E82-7617-4130-AB82-218E170FC882}" destId="{0442684C-D85A-40BA-BDE4-35ADAD1B6760}" srcOrd="0" destOrd="0" parTransId="{344A4FA5-5766-4688-A51B-0E26000B9E64}" sibTransId="{84471152-0CBC-49A1-8F05-2053CEB254FA}"/>
    <dgm:cxn modelId="{AE9DA9C7-CB43-465E-8331-CB93E6C14980}" srcId="{1BC69ACD-F92A-4CA0-8786-19A90E2E6BDC}" destId="{4380B50A-6DB6-48F7-A9C9-594B6085BCB2}" srcOrd="4" destOrd="0" parTransId="{FE5A60BA-5FD5-4EFC-9E11-CCC0C44BA7C2}" sibTransId="{5514D8EA-4F74-4168-AE3C-6D802032EE0A}"/>
    <dgm:cxn modelId="{DA00F5D0-A2DA-4ECB-8F1C-79C72625D5A0}" srcId="{1BC69ACD-F92A-4CA0-8786-19A90E2E6BDC}" destId="{80441C27-7E37-4DE8-8893-8314212EBF82}" srcOrd="5" destOrd="0" parTransId="{F2AB34ED-5BF5-438A-921F-F2446467414E}" sibTransId="{3D9FF54B-9DF3-416D-9C5B-1107F60CD5EA}"/>
    <dgm:cxn modelId="{760592D4-497C-4D45-889D-CBAA215BE254}" type="presOf" srcId="{49B0C145-45B2-42EE-8B81-BAD1F487CE2D}" destId="{193F507F-7E8C-4118-81CA-7B1D971BC2C8}" srcOrd="0" destOrd="0" presId="urn:microsoft.com/office/officeart/2005/8/layout/vList5"/>
    <dgm:cxn modelId="{57DC2BD9-B8B6-48C4-AC6C-DCDB4066BA9B}" type="presOf" srcId="{28F16E82-7617-4130-AB82-218E170FC882}" destId="{FA6DD6DD-A388-490E-A568-8EEEC97CA85E}" srcOrd="0" destOrd="0" presId="urn:microsoft.com/office/officeart/2005/8/layout/vList5"/>
    <dgm:cxn modelId="{D6686FDA-1775-4159-B633-E09E14B2AEC6}" type="presOf" srcId="{8FAADBBD-958F-4515-A985-7D31A3015449}" destId="{8E9B6592-505B-49AA-A5E6-96D3DEFAE37F}" srcOrd="0" destOrd="0" presId="urn:microsoft.com/office/officeart/2005/8/layout/vList5"/>
    <dgm:cxn modelId="{72B150E2-0507-4B1B-8AAF-324CB84E57F9}" srcId="{26343C66-3DE7-4E6B-A335-7FEFAD581881}" destId="{595ACFCB-F519-4D49-9700-4A85CD4AED2C}" srcOrd="0" destOrd="0" parTransId="{8E7C7272-2D0A-4720-8945-78E8381C9DD4}" sibTransId="{6A0AD1A9-DE55-41F8-807F-316569A0FBCE}"/>
    <dgm:cxn modelId="{BBB729E5-E7D8-4690-B8DD-D405974E0644}" type="presOf" srcId="{26343C66-3DE7-4E6B-A335-7FEFAD581881}" destId="{593CE5C1-D13B-4677-85C2-9BDC17B6CD86}" srcOrd="0" destOrd="0" presId="urn:microsoft.com/office/officeart/2005/8/layout/vList5"/>
    <dgm:cxn modelId="{8C9702F1-0051-449B-8614-614463FC6034}" type="presOf" srcId="{68A47C67-0892-495A-B13B-B2BA1FBC12A5}" destId="{455663DC-0504-41E3-BD88-2750B0E7150C}" srcOrd="0" destOrd="0" presId="urn:microsoft.com/office/officeart/2005/8/layout/vList5"/>
    <dgm:cxn modelId="{54CAA89B-D6FB-4782-878D-394CDFBD0258}" type="presParOf" srcId="{EDDA2346-BF4A-4A33-B822-95D8525E14C0}" destId="{204AD79D-E844-4FE4-85F5-C741E65D086E}" srcOrd="0" destOrd="0" presId="urn:microsoft.com/office/officeart/2005/8/layout/vList5"/>
    <dgm:cxn modelId="{4E4C5453-BD0D-4474-944D-F992307480BB}" type="presParOf" srcId="{204AD79D-E844-4FE4-85F5-C741E65D086E}" destId="{B3386223-0489-436C-AA7E-5620A922E4B2}" srcOrd="0" destOrd="0" presId="urn:microsoft.com/office/officeart/2005/8/layout/vList5"/>
    <dgm:cxn modelId="{456113F3-AAF0-44C0-817F-D185DDE366C0}" type="presParOf" srcId="{204AD79D-E844-4FE4-85F5-C741E65D086E}" destId="{C5B5AE75-075B-41BA-B344-F125FE2FF8D4}" srcOrd="1" destOrd="0" presId="urn:microsoft.com/office/officeart/2005/8/layout/vList5"/>
    <dgm:cxn modelId="{65F507D6-F210-41F2-A698-FAE5124DC97B}" type="presParOf" srcId="{EDDA2346-BF4A-4A33-B822-95D8525E14C0}" destId="{12AFF9C4-C26F-44CF-9EC7-46127CA8F08B}" srcOrd="1" destOrd="0" presId="urn:microsoft.com/office/officeart/2005/8/layout/vList5"/>
    <dgm:cxn modelId="{4BF35F98-0A70-4481-8CEE-E2B15AC05065}" type="presParOf" srcId="{EDDA2346-BF4A-4A33-B822-95D8525E14C0}" destId="{DFBBC86E-23C2-4E16-A02F-E11BA4DB08AF}" srcOrd="2" destOrd="0" presId="urn:microsoft.com/office/officeart/2005/8/layout/vList5"/>
    <dgm:cxn modelId="{0DF2DC41-7D26-4B37-81EF-4ED65BB79F26}" type="presParOf" srcId="{DFBBC86E-23C2-4E16-A02F-E11BA4DB08AF}" destId="{2E414031-664B-4B29-A8EB-CD3D24D67B67}" srcOrd="0" destOrd="0" presId="urn:microsoft.com/office/officeart/2005/8/layout/vList5"/>
    <dgm:cxn modelId="{662332D2-2A33-4A3B-A52C-5B2564F73AAD}" type="presParOf" srcId="{DFBBC86E-23C2-4E16-A02F-E11BA4DB08AF}" destId="{8E9B6592-505B-49AA-A5E6-96D3DEFAE37F}" srcOrd="1" destOrd="0" presId="urn:microsoft.com/office/officeart/2005/8/layout/vList5"/>
    <dgm:cxn modelId="{FE6ADEF9-5D95-4CCC-8F77-0C86E9E8A281}" type="presParOf" srcId="{EDDA2346-BF4A-4A33-B822-95D8525E14C0}" destId="{07489981-0E6D-41F4-BCF4-B0F25D110795}" srcOrd="3" destOrd="0" presId="urn:microsoft.com/office/officeart/2005/8/layout/vList5"/>
    <dgm:cxn modelId="{ACA0C662-F220-47F1-9129-C501FCA4FC86}" type="presParOf" srcId="{EDDA2346-BF4A-4A33-B822-95D8525E14C0}" destId="{1B01FA8C-323A-44BA-8A30-C15779C7DC35}" srcOrd="4" destOrd="0" presId="urn:microsoft.com/office/officeart/2005/8/layout/vList5"/>
    <dgm:cxn modelId="{081DEC4E-B0EF-498F-A206-9AB99FDD22A0}" type="presParOf" srcId="{1B01FA8C-323A-44BA-8A30-C15779C7DC35}" destId="{593CE5C1-D13B-4677-85C2-9BDC17B6CD86}" srcOrd="0" destOrd="0" presId="urn:microsoft.com/office/officeart/2005/8/layout/vList5"/>
    <dgm:cxn modelId="{D51D77D7-0FA2-4397-9A2D-415D3F72B641}" type="presParOf" srcId="{1B01FA8C-323A-44BA-8A30-C15779C7DC35}" destId="{3686092B-A7F4-45FA-90BA-DD22A47995DB}" srcOrd="1" destOrd="0" presId="urn:microsoft.com/office/officeart/2005/8/layout/vList5"/>
    <dgm:cxn modelId="{F6CBF9F4-4AFB-4F8D-9DB2-25BF43016BC4}" type="presParOf" srcId="{EDDA2346-BF4A-4A33-B822-95D8525E14C0}" destId="{F5796722-3243-4A68-8493-88989FE629CA}" srcOrd="5" destOrd="0" presId="urn:microsoft.com/office/officeart/2005/8/layout/vList5"/>
    <dgm:cxn modelId="{2D202EE5-B23D-4B66-B11A-ECF6BB5573B0}" type="presParOf" srcId="{EDDA2346-BF4A-4A33-B822-95D8525E14C0}" destId="{14F80395-78EF-491B-9865-69FE0DE57DAB}" srcOrd="6" destOrd="0" presId="urn:microsoft.com/office/officeart/2005/8/layout/vList5"/>
    <dgm:cxn modelId="{854E00CC-22AF-48D7-8A33-14E9E2EF73F7}" type="presParOf" srcId="{14F80395-78EF-491B-9865-69FE0DE57DAB}" destId="{18517D01-42EB-452F-A819-34B8A3CF7BEE}" srcOrd="0" destOrd="0" presId="urn:microsoft.com/office/officeart/2005/8/layout/vList5"/>
    <dgm:cxn modelId="{C5F92544-431C-484B-9EC9-80D8ADA87766}" type="presParOf" srcId="{14F80395-78EF-491B-9865-69FE0DE57DAB}" destId="{455663DC-0504-41E3-BD88-2750B0E7150C}" srcOrd="1" destOrd="0" presId="urn:microsoft.com/office/officeart/2005/8/layout/vList5"/>
    <dgm:cxn modelId="{B0FC6ABE-5E44-421D-B697-B30C50BF8D7F}" type="presParOf" srcId="{EDDA2346-BF4A-4A33-B822-95D8525E14C0}" destId="{B36CD310-CBB8-4127-8155-241307665072}" srcOrd="7" destOrd="0" presId="urn:microsoft.com/office/officeart/2005/8/layout/vList5"/>
    <dgm:cxn modelId="{907CDEBE-04D2-440B-B935-97F7D085278B}" type="presParOf" srcId="{EDDA2346-BF4A-4A33-B822-95D8525E14C0}" destId="{0D5CFDAA-304F-4F6A-9CF6-8EB372E1A093}" srcOrd="8" destOrd="0" presId="urn:microsoft.com/office/officeart/2005/8/layout/vList5"/>
    <dgm:cxn modelId="{5BF5653E-3A44-4E7E-BDAA-A743A3D332FA}" type="presParOf" srcId="{0D5CFDAA-304F-4F6A-9CF6-8EB372E1A093}" destId="{7CB1293E-7143-4A05-A3E5-7BAAB1804A74}" srcOrd="0" destOrd="0" presId="urn:microsoft.com/office/officeart/2005/8/layout/vList5"/>
    <dgm:cxn modelId="{9DEB24D0-7264-4535-A022-6A9BAC1E5ED0}" type="presParOf" srcId="{0D5CFDAA-304F-4F6A-9CF6-8EB372E1A093}" destId="{590E12CA-2BBD-437B-B511-322C75AF114F}" srcOrd="1" destOrd="0" presId="urn:microsoft.com/office/officeart/2005/8/layout/vList5"/>
    <dgm:cxn modelId="{717BA261-B701-43D3-90E4-2A1D9D06EB38}" type="presParOf" srcId="{EDDA2346-BF4A-4A33-B822-95D8525E14C0}" destId="{1E6AB1FC-5D78-475E-AD35-6B19F9691FCF}" srcOrd="9" destOrd="0" presId="urn:microsoft.com/office/officeart/2005/8/layout/vList5"/>
    <dgm:cxn modelId="{01BE7A9F-6F95-43A2-9E00-F7A0619929FB}" type="presParOf" srcId="{EDDA2346-BF4A-4A33-B822-95D8525E14C0}" destId="{09CB7888-C52B-4B45-B03D-912341BF6E97}" srcOrd="10" destOrd="0" presId="urn:microsoft.com/office/officeart/2005/8/layout/vList5"/>
    <dgm:cxn modelId="{23B53F7D-24ED-4E4E-ADC8-66EC06102275}" type="presParOf" srcId="{09CB7888-C52B-4B45-B03D-912341BF6E97}" destId="{D8CDCE0A-F148-4660-B36B-224AE9084EA5}" srcOrd="0" destOrd="0" presId="urn:microsoft.com/office/officeart/2005/8/layout/vList5"/>
    <dgm:cxn modelId="{D2154D41-E840-444D-8930-1058F9FDB286}" type="presParOf" srcId="{09CB7888-C52B-4B45-B03D-912341BF6E97}" destId="{436EC120-6E74-4B97-BD14-E7C9969346C8}" srcOrd="1" destOrd="0" presId="urn:microsoft.com/office/officeart/2005/8/layout/vList5"/>
    <dgm:cxn modelId="{A6EF05E2-92B1-46B8-8DA7-4EC71C6B0842}" type="presParOf" srcId="{EDDA2346-BF4A-4A33-B822-95D8525E14C0}" destId="{E7393634-9992-41AB-8A66-1789D96BC058}" srcOrd="11" destOrd="0" presId="urn:microsoft.com/office/officeart/2005/8/layout/vList5"/>
    <dgm:cxn modelId="{AE7110FD-DA55-4E26-93B1-AABF909A51B3}" type="presParOf" srcId="{EDDA2346-BF4A-4A33-B822-95D8525E14C0}" destId="{A77E8F60-A75C-4888-AFD9-B035380F461F}" srcOrd="12" destOrd="0" presId="urn:microsoft.com/office/officeart/2005/8/layout/vList5"/>
    <dgm:cxn modelId="{72AC4330-3B53-4136-AF59-E4038824A4E8}" type="presParOf" srcId="{A77E8F60-A75C-4888-AFD9-B035380F461F}" destId="{193F507F-7E8C-4118-81CA-7B1D971BC2C8}" srcOrd="0" destOrd="0" presId="urn:microsoft.com/office/officeart/2005/8/layout/vList5"/>
    <dgm:cxn modelId="{E4B8D69E-9119-461D-87F5-2C1ABC85D375}" type="presParOf" srcId="{A77E8F60-A75C-4888-AFD9-B035380F461F}" destId="{36A73B57-F12D-4692-9BA3-D74888BC383B}" srcOrd="1" destOrd="0" presId="urn:microsoft.com/office/officeart/2005/8/layout/vList5"/>
    <dgm:cxn modelId="{C952233B-F5B6-4BB7-968E-C0680A98024F}" type="presParOf" srcId="{EDDA2346-BF4A-4A33-B822-95D8525E14C0}" destId="{9A63B48B-B051-4E4A-8670-AAEE5DDF25D7}" srcOrd="13" destOrd="0" presId="urn:microsoft.com/office/officeart/2005/8/layout/vList5"/>
    <dgm:cxn modelId="{70BEFD04-7C49-48EF-95B5-81FCB0289A58}" type="presParOf" srcId="{EDDA2346-BF4A-4A33-B822-95D8525E14C0}" destId="{EFEB0247-B66E-457B-82EC-2E8449930F6F}" srcOrd="14" destOrd="0" presId="urn:microsoft.com/office/officeart/2005/8/layout/vList5"/>
    <dgm:cxn modelId="{B5D1025D-BD47-4B19-AE5D-CC81CFA85F40}" type="presParOf" srcId="{EFEB0247-B66E-457B-82EC-2E8449930F6F}" destId="{FA6DD6DD-A388-490E-A568-8EEEC97CA85E}" srcOrd="0" destOrd="0" presId="urn:microsoft.com/office/officeart/2005/8/layout/vList5"/>
    <dgm:cxn modelId="{C3EF1155-EB60-4EC7-9AE2-06B28F28C3D6}" type="presParOf" srcId="{EFEB0247-B66E-457B-82EC-2E8449930F6F}" destId="{6915B1C6-3D90-463F-8D6F-E1F754615D6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5DF5A70-7426-4526-BE70-F605DF7F1C88}" type="doc">
      <dgm:prSet loTypeId="urn:microsoft.com/office/officeart/2005/8/layout/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fr-FR"/>
        </a:p>
      </dgm:t>
    </dgm:pt>
    <dgm:pt modelId="{3889C159-9CA2-456C-B274-7B0819EFF66F}">
      <dgm:prSet phldrT="[Texte]"/>
      <dgm:spPr/>
      <dgm:t>
        <a:bodyPr/>
        <a:lstStyle/>
        <a:p>
          <a:r>
            <a:rPr lang="fr-FR" dirty="0"/>
            <a:t>1. Générer des idées</a:t>
          </a:r>
        </a:p>
      </dgm:t>
    </dgm:pt>
    <dgm:pt modelId="{8370315A-02AA-45C6-8C42-B7221E42BB61}" type="parTrans" cxnId="{AF6E6E93-1EC9-4609-A716-7BE086F44F19}">
      <dgm:prSet/>
      <dgm:spPr/>
      <dgm:t>
        <a:bodyPr/>
        <a:lstStyle/>
        <a:p>
          <a:endParaRPr lang="fr-FR"/>
        </a:p>
      </dgm:t>
    </dgm:pt>
    <dgm:pt modelId="{44DD5AA6-D4FD-4DC3-981F-7123B3150E83}" type="sibTrans" cxnId="{AF6E6E93-1EC9-4609-A716-7BE086F44F19}">
      <dgm:prSet/>
      <dgm:spPr/>
      <dgm:t>
        <a:bodyPr/>
        <a:lstStyle/>
        <a:p>
          <a:endParaRPr lang="fr-FR"/>
        </a:p>
      </dgm:t>
    </dgm:pt>
    <dgm:pt modelId="{76969123-4ADF-4FE9-A50C-D6FCE8E19490}">
      <dgm:prSet phldrT="[Texte]"/>
      <dgm:spPr/>
      <dgm:t>
        <a:bodyPr/>
        <a:lstStyle/>
        <a:p>
          <a:r>
            <a:rPr lang="fr-FR" b="1" dirty="0"/>
            <a:t>2. Filtrer les idées</a:t>
          </a:r>
        </a:p>
      </dgm:t>
    </dgm:pt>
    <dgm:pt modelId="{935BF378-AB04-4E19-A7EF-87D7A0872287}" type="parTrans" cxnId="{175131D9-E02C-4EDA-A8FD-AB3B48026114}">
      <dgm:prSet/>
      <dgm:spPr/>
      <dgm:t>
        <a:bodyPr/>
        <a:lstStyle/>
        <a:p>
          <a:endParaRPr lang="fr-FR"/>
        </a:p>
      </dgm:t>
    </dgm:pt>
    <dgm:pt modelId="{B821F2BC-E252-4287-84A4-774C5EAF48ED}" type="sibTrans" cxnId="{175131D9-E02C-4EDA-A8FD-AB3B48026114}">
      <dgm:prSet/>
      <dgm:spPr/>
      <dgm:t>
        <a:bodyPr/>
        <a:lstStyle/>
        <a:p>
          <a:endParaRPr lang="fr-FR"/>
        </a:p>
      </dgm:t>
    </dgm:pt>
    <dgm:pt modelId="{E7D57E35-EB2C-4116-B0D9-27C20862966D}" type="pres">
      <dgm:prSet presAssocID="{C5DF5A70-7426-4526-BE70-F605DF7F1C88}" presName="linear" presStyleCnt="0">
        <dgm:presLayoutVars>
          <dgm:dir/>
          <dgm:animLvl val="lvl"/>
          <dgm:resizeHandles val="exact"/>
        </dgm:presLayoutVars>
      </dgm:prSet>
      <dgm:spPr/>
    </dgm:pt>
    <dgm:pt modelId="{7B9890CC-8542-4E94-9025-8B95BC15712D}" type="pres">
      <dgm:prSet presAssocID="{3889C159-9CA2-456C-B274-7B0819EFF66F}" presName="parentLin" presStyleCnt="0"/>
      <dgm:spPr/>
    </dgm:pt>
    <dgm:pt modelId="{5752C032-07C4-4D0D-8948-03F834ABAB53}" type="pres">
      <dgm:prSet presAssocID="{3889C159-9CA2-456C-B274-7B0819EFF66F}" presName="parentLeftMargin" presStyleLbl="node1" presStyleIdx="0" presStyleCnt="2"/>
      <dgm:spPr/>
    </dgm:pt>
    <dgm:pt modelId="{29DC1D81-52D3-460A-A3FE-21302F165232}" type="pres">
      <dgm:prSet presAssocID="{3889C159-9CA2-456C-B274-7B0819EFF6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264CCEA-A8F7-4D2C-9FB6-9D38C909FFAB}" type="pres">
      <dgm:prSet presAssocID="{3889C159-9CA2-456C-B274-7B0819EFF66F}" presName="negativeSpace" presStyleCnt="0"/>
      <dgm:spPr/>
    </dgm:pt>
    <dgm:pt modelId="{0449E434-BE1D-47F6-8D05-28900330B290}" type="pres">
      <dgm:prSet presAssocID="{3889C159-9CA2-456C-B274-7B0819EFF66F}" presName="childText" presStyleLbl="conFgAcc1" presStyleIdx="0" presStyleCnt="2">
        <dgm:presLayoutVars>
          <dgm:bulletEnabled val="1"/>
        </dgm:presLayoutVars>
      </dgm:prSet>
      <dgm:spPr/>
    </dgm:pt>
    <dgm:pt modelId="{09C983D0-0A31-4B62-8E9E-C68FFD74748B}" type="pres">
      <dgm:prSet presAssocID="{44DD5AA6-D4FD-4DC3-981F-7123B3150E83}" presName="spaceBetweenRectangles" presStyleCnt="0"/>
      <dgm:spPr/>
    </dgm:pt>
    <dgm:pt modelId="{AF898FBF-0084-4679-854D-783EF944B970}" type="pres">
      <dgm:prSet presAssocID="{76969123-4ADF-4FE9-A50C-D6FCE8E19490}" presName="parentLin" presStyleCnt="0"/>
      <dgm:spPr/>
    </dgm:pt>
    <dgm:pt modelId="{A951B634-DBFC-4A4B-9CC6-DD9DFD659691}" type="pres">
      <dgm:prSet presAssocID="{76969123-4ADF-4FE9-A50C-D6FCE8E19490}" presName="parentLeftMargin" presStyleLbl="node1" presStyleIdx="0" presStyleCnt="2"/>
      <dgm:spPr/>
    </dgm:pt>
    <dgm:pt modelId="{445CCF39-5B90-4662-8B8A-D5A70C847D00}" type="pres">
      <dgm:prSet presAssocID="{76969123-4ADF-4FE9-A50C-D6FCE8E1949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6992645-0725-4CE3-AF98-47F72325549D}" type="pres">
      <dgm:prSet presAssocID="{76969123-4ADF-4FE9-A50C-D6FCE8E19490}" presName="negativeSpace" presStyleCnt="0"/>
      <dgm:spPr/>
    </dgm:pt>
    <dgm:pt modelId="{FBFB36A4-A0C4-4A7F-B9DA-D42169B07E29}" type="pres">
      <dgm:prSet presAssocID="{76969123-4ADF-4FE9-A50C-D6FCE8E1949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E6D144E-B07E-458D-928F-08064A5AEFC7}" type="presOf" srcId="{76969123-4ADF-4FE9-A50C-D6FCE8E19490}" destId="{A951B634-DBFC-4A4B-9CC6-DD9DFD659691}" srcOrd="0" destOrd="0" presId="urn:microsoft.com/office/officeart/2005/8/layout/list1"/>
    <dgm:cxn modelId="{D554F650-7579-42F1-B868-10F70820F61F}" type="presOf" srcId="{3889C159-9CA2-456C-B274-7B0819EFF66F}" destId="{29DC1D81-52D3-460A-A3FE-21302F165232}" srcOrd="1" destOrd="0" presId="urn:microsoft.com/office/officeart/2005/8/layout/list1"/>
    <dgm:cxn modelId="{BFA0AB77-12F7-46EC-B9F4-3A315B7FCCB1}" type="presOf" srcId="{76969123-4ADF-4FE9-A50C-D6FCE8E19490}" destId="{445CCF39-5B90-4662-8B8A-D5A70C847D00}" srcOrd="1" destOrd="0" presId="urn:microsoft.com/office/officeart/2005/8/layout/list1"/>
    <dgm:cxn modelId="{AF6E6E93-1EC9-4609-A716-7BE086F44F19}" srcId="{C5DF5A70-7426-4526-BE70-F605DF7F1C88}" destId="{3889C159-9CA2-456C-B274-7B0819EFF66F}" srcOrd="0" destOrd="0" parTransId="{8370315A-02AA-45C6-8C42-B7221E42BB61}" sibTransId="{44DD5AA6-D4FD-4DC3-981F-7123B3150E83}"/>
    <dgm:cxn modelId="{BE545BA6-48C8-43CD-B7BE-33EE1FB83596}" type="presOf" srcId="{3889C159-9CA2-456C-B274-7B0819EFF66F}" destId="{5752C032-07C4-4D0D-8948-03F834ABAB53}" srcOrd="0" destOrd="0" presId="urn:microsoft.com/office/officeart/2005/8/layout/list1"/>
    <dgm:cxn modelId="{1392E8BF-B7D5-4BAB-9E62-737DE6A18E5D}" type="presOf" srcId="{C5DF5A70-7426-4526-BE70-F605DF7F1C88}" destId="{E7D57E35-EB2C-4116-B0D9-27C20862966D}" srcOrd="0" destOrd="0" presId="urn:microsoft.com/office/officeart/2005/8/layout/list1"/>
    <dgm:cxn modelId="{175131D9-E02C-4EDA-A8FD-AB3B48026114}" srcId="{C5DF5A70-7426-4526-BE70-F605DF7F1C88}" destId="{76969123-4ADF-4FE9-A50C-D6FCE8E19490}" srcOrd="1" destOrd="0" parTransId="{935BF378-AB04-4E19-A7EF-87D7A0872287}" sibTransId="{B821F2BC-E252-4287-84A4-774C5EAF48ED}"/>
    <dgm:cxn modelId="{AA74A678-F80B-4485-9182-BE38010F6AB0}" type="presParOf" srcId="{E7D57E35-EB2C-4116-B0D9-27C20862966D}" destId="{7B9890CC-8542-4E94-9025-8B95BC15712D}" srcOrd="0" destOrd="0" presId="urn:microsoft.com/office/officeart/2005/8/layout/list1"/>
    <dgm:cxn modelId="{EC15C807-AF11-4F3E-B7F4-945BBC4E9332}" type="presParOf" srcId="{7B9890CC-8542-4E94-9025-8B95BC15712D}" destId="{5752C032-07C4-4D0D-8948-03F834ABAB53}" srcOrd="0" destOrd="0" presId="urn:microsoft.com/office/officeart/2005/8/layout/list1"/>
    <dgm:cxn modelId="{72D7D689-A058-414D-8352-AD0CB08D5DC0}" type="presParOf" srcId="{7B9890CC-8542-4E94-9025-8B95BC15712D}" destId="{29DC1D81-52D3-460A-A3FE-21302F165232}" srcOrd="1" destOrd="0" presId="urn:microsoft.com/office/officeart/2005/8/layout/list1"/>
    <dgm:cxn modelId="{0452B4C7-53FB-4031-AE2C-12650EE315C6}" type="presParOf" srcId="{E7D57E35-EB2C-4116-B0D9-27C20862966D}" destId="{1264CCEA-A8F7-4D2C-9FB6-9D38C909FFAB}" srcOrd="1" destOrd="0" presId="urn:microsoft.com/office/officeart/2005/8/layout/list1"/>
    <dgm:cxn modelId="{FF882D14-3402-4E55-9D00-5C62D8A2C21D}" type="presParOf" srcId="{E7D57E35-EB2C-4116-B0D9-27C20862966D}" destId="{0449E434-BE1D-47F6-8D05-28900330B290}" srcOrd="2" destOrd="0" presId="urn:microsoft.com/office/officeart/2005/8/layout/list1"/>
    <dgm:cxn modelId="{73539F83-2EBC-4A64-84A0-9C8823519950}" type="presParOf" srcId="{E7D57E35-EB2C-4116-B0D9-27C20862966D}" destId="{09C983D0-0A31-4B62-8E9E-C68FFD74748B}" srcOrd="3" destOrd="0" presId="urn:microsoft.com/office/officeart/2005/8/layout/list1"/>
    <dgm:cxn modelId="{95765D55-ADF0-41A7-B7F1-BD6FEBA68805}" type="presParOf" srcId="{E7D57E35-EB2C-4116-B0D9-27C20862966D}" destId="{AF898FBF-0084-4679-854D-783EF944B970}" srcOrd="4" destOrd="0" presId="urn:microsoft.com/office/officeart/2005/8/layout/list1"/>
    <dgm:cxn modelId="{4DB6474C-D35A-4270-876B-ADFBBE0FF630}" type="presParOf" srcId="{AF898FBF-0084-4679-854D-783EF944B970}" destId="{A951B634-DBFC-4A4B-9CC6-DD9DFD659691}" srcOrd="0" destOrd="0" presId="urn:microsoft.com/office/officeart/2005/8/layout/list1"/>
    <dgm:cxn modelId="{2FF3F6A1-3C1E-4A65-93E8-A0A5375A27EC}" type="presParOf" srcId="{AF898FBF-0084-4679-854D-783EF944B970}" destId="{445CCF39-5B90-4662-8B8A-D5A70C847D00}" srcOrd="1" destOrd="0" presId="urn:microsoft.com/office/officeart/2005/8/layout/list1"/>
    <dgm:cxn modelId="{3E3E5BFD-9DFA-4121-8A18-FD02DC180B73}" type="presParOf" srcId="{E7D57E35-EB2C-4116-B0D9-27C20862966D}" destId="{86992645-0725-4CE3-AF98-47F72325549D}" srcOrd="5" destOrd="0" presId="urn:microsoft.com/office/officeart/2005/8/layout/list1"/>
    <dgm:cxn modelId="{81535737-94A5-438A-BD1A-341F51A7D830}" type="presParOf" srcId="{E7D57E35-EB2C-4116-B0D9-27C20862966D}" destId="{FBFB36A4-A0C4-4A7F-B9DA-D42169B07E2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B112159-B31C-4A3A-9468-6CEB17ABD745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C41A433D-73F9-4E69-97D1-19C002385665}">
      <dgm:prSet phldrT="[Texte]"/>
      <dgm:spPr/>
      <dgm:t>
        <a:bodyPr/>
        <a:lstStyle/>
        <a:p>
          <a:r>
            <a:rPr lang="fr-FR" dirty="0"/>
            <a:t>Méthode managériale</a:t>
          </a:r>
        </a:p>
      </dgm:t>
    </dgm:pt>
    <dgm:pt modelId="{7108A727-BE52-4327-B0AF-285AA488F5CE}" type="parTrans" cxnId="{425DA125-7490-463A-A198-7B0A9A875326}">
      <dgm:prSet/>
      <dgm:spPr/>
      <dgm:t>
        <a:bodyPr/>
        <a:lstStyle/>
        <a:p>
          <a:endParaRPr lang="fr-FR"/>
        </a:p>
      </dgm:t>
    </dgm:pt>
    <dgm:pt modelId="{6B1A53D8-6CF6-4872-AF28-02415D7F5CFF}" type="sibTrans" cxnId="{425DA125-7490-463A-A198-7B0A9A875326}">
      <dgm:prSet/>
      <dgm:spPr/>
      <dgm:t>
        <a:bodyPr/>
        <a:lstStyle/>
        <a:p>
          <a:endParaRPr lang="fr-FR"/>
        </a:p>
      </dgm:t>
    </dgm:pt>
    <dgm:pt modelId="{2F157B43-EA90-430D-A562-74D5E762DC7C}">
      <dgm:prSet phldrT="[Texte]" custT="1"/>
      <dgm:spPr/>
      <dgm:t>
        <a:bodyPr/>
        <a:lstStyle/>
        <a:p>
          <a:r>
            <a:rPr lang="fr-FR" sz="2400" b="1" dirty="0">
              <a:solidFill>
                <a:srgbClr val="22259C"/>
              </a:solidFill>
              <a:cs typeface="Times New Roman" pitchFamily="18" charset="0"/>
            </a:rPr>
            <a:t>SMART</a:t>
          </a:r>
          <a:r>
            <a:rPr lang="fr-FR" sz="2400" b="1" dirty="0">
              <a:cs typeface="Times New Roman" pitchFamily="18" charset="0"/>
            </a:rPr>
            <a:t> </a:t>
          </a:r>
          <a:r>
            <a:rPr lang="fr-FR" sz="2100" dirty="0">
              <a:cs typeface="Times New Roman" pitchFamily="18" charset="0"/>
            </a:rPr>
            <a:t>				                            Oui         </a:t>
          </a:r>
          <a:r>
            <a:rPr lang="fr-FR" sz="2100" dirty="0">
              <a:solidFill>
                <a:srgbClr val="FF0000"/>
              </a:solidFill>
              <a:cs typeface="Times New Roman" pitchFamily="18" charset="0"/>
            </a:rPr>
            <a:t>Non</a:t>
          </a:r>
          <a:endParaRPr lang="fr-FR" sz="2100" dirty="0"/>
        </a:p>
      </dgm:t>
    </dgm:pt>
    <dgm:pt modelId="{54F3F0AD-829B-4D02-92C7-3B8DD80F8DD4}" type="parTrans" cxnId="{56DBEA82-28C5-47E8-8899-8732B53F8AB5}">
      <dgm:prSet/>
      <dgm:spPr/>
      <dgm:t>
        <a:bodyPr/>
        <a:lstStyle/>
        <a:p>
          <a:endParaRPr lang="fr-FR"/>
        </a:p>
      </dgm:t>
    </dgm:pt>
    <dgm:pt modelId="{43204BC2-9AB2-4C07-8150-1A218B8DD8F6}" type="sibTrans" cxnId="{56DBEA82-28C5-47E8-8899-8732B53F8AB5}">
      <dgm:prSet/>
      <dgm:spPr/>
      <dgm:t>
        <a:bodyPr/>
        <a:lstStyle/>
        <a:p>
          <a:endParaRPr lang="fr-FR"/>
        </a:p>
      </dgm:t>
    </dgm:pt>
    <dgm:pt modelId="{94A41782-5840-4248-898C-27C5C9DC0C37}">
      <dgm:prSet phldrT="[Texte]"/>
      <dgm:spPr/>
      <dgm:t>
        <a:bodyPr/>
        <a:lstStyle/>
        <a:p>
          <a:r>
            <a:rPr lang="fr-FR" dirty="0"/>
            <a:t>Méthode stratégique</a:t>
          </a:r>
        </a:p>
      </dgm:t>
    </dgm:pt>
    <dgm:pt modelId="{2BA08A21-8970-4932-8430-D3AAFD48277F}" type="parTrans" cxnId="{6766D7D4-1CF7-48FD-A5E2-B1012C3A5E1D}">
      <dgm:prSet/>
      <dgm:spPr/>
      <dgm:t>
        <a:bodyPr/>
        <a:lstStyle/>
        <a:p>
          <a:endParaRPr lang="fr-FR"/>
        </a:p>
      </dgm:t>
    </dgm:pt>
    <dgm:pt modelId="{91560211-AFAB-423A-8E38-E89905120EFC}" type="sibTrans" cxnId="{6766D7D4-1CF7-48FD-A5E2-B1012C3A5E1D}">
      <dgm:prSet/>
      <dgm:spPr/>
      <dgm:t>
        <a:bodyPr/>
        <a:lstStyle/>
        <a:p>
          <a:endParaRPr lang="fr-FR"/>
        </a:p>
      </dgm:t>
    </dgm:pt>
    <dgm:pt modelId="{039B6880-58E9-436C-A074-B10893146B1F}">
      <dgm:prSet phldrT="[Texte]" custT="1"/>
      <dgm:spPr/>
      <dgm:t>
        <a:bodyPr/>
        <a:lstStyle/>
        <a:p>
          <a:pPr algn="ctr"/>
          <a:r>
            <a:rPr lang="fr-FR" sz="2800" b="1" dirty="0">
              <a:solidFill>
                <a:srgbClr val="22259C"/>
              </a:solidFill>
              <a:cs typeface="Times New Roman" pitchFamily="18" charset="0"/>
            </a:rPr>
            <a:t>SAFE</a:t>
          </a:r>
          <a:r>
            <a:rPr lang="fr-FR" sz="2800" b="1" dirty="0">
              <a:solidFill>
                <a:srgbClr val="FF0000"/>
              </a:solidFill>
              <a:cs typeface="Times New Roman" pitchFamily="18" charset="0"/>
            </a:rPr>
            <a:t> 	</a:t>
          </a:r>
          <a:r>
            <a:rPr lang="fr-FR" sz="2000" dirty="0">
              <a:solidFill>
                <a:srgbClr val="FF0000"/>
              </a:solidFill>
              <a:cs typeface="Times New Roman" pitchFamily="18" charset="0"/>
            </a:rPr>
            <a:t>				                                          </a:t>
          </a:r>
          <a:r>
            <a:rPr lang="fr-FR" sz="2000" dirty="0">
              <a:cs typeface="Times New Roman" pitchFamily="18" charset="0"/>
            </a:rPr>
            <a:t>Oui  </a:t>
          </a:r>
          <a:r>
            <a:rPr lang="fr-FR" sz="2000" dirty="0">
              <a:solidFill>
                <a:srgbClr val="FF0000"/>
              </a:solidFill>
              <a:cs typeface="Times New Roman" pitchFamily="18" charset="0"/>
            </a:rPr>
            <a:t>Non</a:t>
          </a:r>
          <a:endParaRPr lang="fr-FR" sz="2000" dirty="0"/>
        </a:p>
      </dgm:t>
    </dgm:pt>
    <dgm:pt modelId="{73B5774D-5713-4D66-B6AD-CD3EE21A77DE}" type="parTrans" cxnId="{2325104B-711F-43AB-8859-C0EE567F4D29}">
      <dgm:prSet/>
      <dgm:spPr/>
      <dgm:t>
        <a:bodyPr/>
        <a:lstStyle/>
        <a:p>
          <a:endParaRPr lang="fr-FR"/>
        </a:p>
      </dgm:t>
    </dgm:pt>
    <dgm:pt modelId="{5E9B3A07-FAE2-4187-8F7B-F54B286CD129}" type="sibTrans" cxnId="{2325104B-711F-43AB-8859-C0EE567F4D29}">
      <dgm:prSet/>
      <dgm:spPr/>
      <dgm:t>
        <a:bodyPr/>
        <a:lstStyle/>
        <a:p>
          <a:endParaRPr lang="fr-FR"/>
        </a:p>
      </dgm:t>
    </dgm:pt>
    <dgm:pt modelId="{4B07EFDC-C785-439D-AA26-C8C151CDCD6A}">
      <dgm:prSet custT="1"/>
      <dgm:spPr/>
      <dgm:t>
        <a:bodyPr/>
        <a:lstStyle/>
        <a:p>
          <a:r>
            <a:rPr lang="fr-FR" sz="2000" dirty="0">
              <a:solidFill>
                <a:srgbClr val="22259C"/>
              </a:solidFill>
              <a:cs typeface="Times New Roman" pitchFamily="18" charset="0"/>
            </a:rPr>
            <a:t>S</a:t>
          </a:r>
          <a:r>
            <a:rPr lang="fr-FR" sz="2000" dirty="0">
              <a:cs typeface="Times New Roman" pitchFamily="18" charset="0"/>
            </a:rPr>
            <a:t>pécificités connues </a:t>
          </a:r>
          <a:r>
            <a:rPr lang="fr-FR" sz="2100" dirty="0">
              <a:cs typeface="Times New Roman" pitchFamily="18" charset="0"/>
            </a:rPr>
            <a:t>		  </a:t>
          </a:r>
          <a:endParaRPr lang="fr-FR" sz="2100" dirty="0">
            <a:solidFill>
              <a:srgbClr val="FF0000"/>
            </a:solidFill>
            <a:cs typeface="Times New Roman" pitchFamily="18" charset="0"/>
          </a:endParaRPr>
        </a:p>
      </dgm:t>
    </dgm:pt>
    <dgm:pt modelId="{0854F06A-2282-442D-A475-B4FA91EB0567}" type="parTrans" cxnId="{BC67E0C9-F7EC-4B87-86AE-D0996A29DF85}">
      <dgm:prSet/>
      <dgm:spPr/>
      <dgm:t>
        <a:bodyPr/>
        <a:lstStyle/>
        <a:p>
          <a:endParaRPr lang="fr-FR"/>
        </a:p>
      </dgm:t>
    </dgm:pt>
    <dgm:pt modelId="{5BFD0C44-3E34-4E87-BEEA-A9EB9DA07499}" type="sibTrans" cxnId="{BC67E0C9-F7EC-4B87-86AE-D0996A29DF85}">
      <dgm:prSet/>
      <dgm:spPr/>
      <dgm:t>
        <a:bodyPr/>
        <a:lstStyle/>
        <a:p>
          <a:endParaRPr lang="fr-FR"/>
        </a:p>
      </dgm:t>
    </dgm:pt>
    <dgm:pt modelId="{48D8D0D4-CDD8-4978-8258-6C1CA9C39922}">
      <dgm:prSet/>
      <dgm:spPr/>
      <dgm:t>
        <a:bodyPr/>
        <a:lstStyle/>
        <a:p>
          <a:r>
            <a:rPr lang="fr-FR" sz="2100" dirty="0">
              <a:cs typeface="Times New Roman" pitchFamily="18" charset="0"/>
            </a:rPr>
            <a:t>Input et output</a:t>
          </a:r>
          <a:r>
            <a:rPr lang="fr-FR" sz="2100" dirty="0">
              <a:solidFill>
                <a:srgbClr val="22259C"/>
              </a:solidFill>
              <a:cs typeface="Times New Roman" pitchFamily="18" charset="0"/>
            </a:rPr>
            <a:t> M</a:t>
          </a:r>
          <a:r>
            <a:rPr lang="fr-FR" sz="2100" dirty="0">
              <a:cs typeface="Times New Roman" pitchFamily="18" charset="0"/>
            </a:rPr>
            <a:t>esurables	</a:t>
          </a:r>
          <a:endParaRPr lang="fr-FR" sz="2100" dirty="0">
            <a:solidFill>
              <a:srgbClr val="FF0000"/>
            </a:solidFill>
            <a:cs typeface="Times New Roman" pitchFamily="18" charset="0"/>
          </a:endParaRPr>
        </a:p>
      </dgm:t>
    </dgm:pt>
    <dgm:pt modelId="{2D675A99-C494-48B9-92B9-FAD2EC8810C6}" type="parTrans" cxnId="{04637CF9-2EBE-43E7-9980-94897F40C3E9}">
      <dgm:prSet/>
      <dgm:spPr/>
      <dgm:t>
        <a:bodyPr/>
        <a:lstStyle/>
        <a:p>
          <a:endParaRPr lang="fr-FR"/>
        </a:p>
      </dgm:t>
    </dgm:pt>
    <dgm:pt modelId="{A311E06E-2988-4067-B5CB-2282FE2093AD}" type="sibTrans" cxnId="{04637CF9-2EBE-43E7-9980-94897F40C3E9}">
      <dgm:prSet/>
      <dgm:spPr/>
      <dgm:t>
        <a:bodyPr/>
        <a:lstStyle/>
        <a:p>
          <a:endParaRPr lang="fr-FR"/>
        </a:p>
      </dgm:t>
    </dgm:pt>
    <dgm:pt modelId="{F8E08E5D-7118-4002-BD89-10846F67AECA}">
      <dgm:prSet/>
      <dgm:spPr/>
      <dgm:t>
        <a:bodyPr/>
        <a:lstStyle/>
        <a:p>
          <a:r>
            <a:rPr lang="fr-FR" sz="2100" dirty="0">
              <a:cs typeface="Times New Roman" pitchFamily="18" charset="0"/>
            </a:rPr>
            <a:t>Objectifs </a:t>
          </a:r>
          <a:r>
            <a:rPr lang="fr-FR" sz="2100" dirty="0">
              <a:solidFill>
                <a:srgbClr val="22259C"/>
              </a:solidFill>
              <a:cs typeface="Times New Roman" pitchFamily="18" charset="0"/>
            </a:rPr>
            <a:t>A</a:t>
          </a:r>
          <a:r>
            <a:rPr lang="fr-FR" sz="2100" dirty="0">
              <a:cs typeface="Times New Roman" pitchFamily="18" charset="0"/>
            </a:rPr>
            <a:t>tteignables et but </a:t>
          </a:r>
          <a:r>
            <a:rPr lang="fr-FR" sz="2100" dirty="0">
              <a:solidFill>
                <a:srgbClr val="22259C"/>
              </a:solidFill>
              <a:cs typeface="Times New Roman" pitchFamily="18" charset="0"/>
            </a:rPr>
            <a:t>R</a:t>
          </a:r>
          <a:r>
            <a:rPr lang="fr-FR" sz="2100" dirty="0">
              <a:cs typeface="Times New Roman" pitchFamily="18" charset="0"/>
            </a:rPr>
            <a:t>éalisable			    </a:t>
          </a:r>
          <a:endParaRPr lang="fr-FR" sz="2100" dirty="0">
            <a:solidFill>
              <a:srgbClr val="FF0000"/>
            </a:solidFill>
            <a:cs typeface="Times New Roman" pitchFamily="18" charset="0"/>
          </a:endParaRPr>
        </a:p>
      </dgm:t>
    </dgm:pt>
    <dgm:pt modelId="{B9160CFD-7D64-4CE4-AD4F-D01AEA77988A}" type="parTrans" cxnId="{96602D2C-8E0C-4047-98CE-859B577B4BDE}">
      <dgm:prSet/>
      <dgm:spPr/>
      <dgm:t>
        <a:bodyPr/>
        <a:lstStyle/>
        <a:p>
          <a:endParaRPr lang="fr-FR"/>
        </a:p>
      </dgm:t>
    </dgm:pt>
    <dgm:pt modelId="{E23EB5E0-0BE7-4893-9A15-2686F43270F1}" type="sibTrans" cxnId="{96602D2C-8E0C-4047-98CE-859B577B4BDE}">
      <dgm:prSet/>
      <dgm:spPr/>
      <dgm:t>
        <a:bodyPr/>
        <a:lstStyle/>
        <a:p>
          <a:endParaRPr lang="fr-FR"/>
        </a:p>
      </dgm:t>
    </dgm:pt>
    <dgm:pt modelId="{96C2CC28-D19A-43F0-A3AA-D3A2113C82C2}">
      <dgm:prSet/>
      <dgm:spPr/>
      <dgm:t>
        <a:bodyPr/>
        <a:lstStyle/>
        <a:p>
          <a:r>
            <a:rPr lang="fr-FR" sz="2100" dirty="0">
              <a:cs typeface="Times New Roman" pitchFamily="18" charset="0"/>
            </a:rPr>
            <a:t>Processus limité dans le </a:t>
          </a:r>
          <a:r>
            <a:rPr lang="fr-FR" sz="2100" dirty="0">
              <a:solidFill>
                <a:srgbClr val="22259C"/>
              </a:solidFill>
              <a:cs typeface="Times New Roman" pitchFamily="18" charset="0"/>
            </a:rPr>
            <a:t>T</a:t>
          </a:r>
          <a:r>
            <a:rPr lang="fr-FR" sz="2100" dirty="0">
              <a:cs typeface="Times New Roman" pitchFamily="18" charset="0"/>
            </a:rPr>
            <a:t>emps, ayant un début et une fin prévisibles </a:t>
          </a:r>
          <a:endParaRPr lang="fr-CA" sz="2100" dirty="0">
            <a:solidFill>
              <a:srgbClr val="FF0000"/>
            </a:solidFill>
            <a:cs typeface="Arial" charset="0"/>
          </a:endParaRPr>
        </a:p>
      </dgm:t>
    </dgm:pt>
    <dgm:pt modelId="{DE7C83C0-04DB-40D2-901A-A2738FA11B0E}" type="parTrans" cxnId="{C6128898-4AA5-48E1-9F05-FBE748EFC2D0}">
      <dgm:prSet/>
      <dgm:spPr/>
      <dgm:t>
        <a:bodyPr/>
        <a:lstStyle/>
        <a:p>
          <a:endParaRPr lang="fr-FR"/>
        </a:p>
      </dgm:t>
    </dgm:pt>
    <dgm:pt modelId="{FB78BBA1-271A-429D-B11F-83BA09DF3AC1}" type="sibTrans" cxnId="{C6128898-4AA5-48E1-9F05-FBE748EFC2D0}">
      <dgm:prSet/>
      <dgm:spPr/>
      <dgm:t>
        <a:bodyPr/>
        <a:lstStyle/>
        <a:p>
          <a:endParaRPr lang="fr-FR"/>
        </a:p>
      </dgm:t>
    </dgm:pt>
    <dgm:pt modelId="{B3097C72-1DDD-4215-BF98-F7D6AB398FCF}">
      <dgm:prSet/>
      <dgm:spPr/>
      <dgm:t>
        <a:bodyPr/>
        <a:lstStyle/>
        <a:p>
          <a:pPr algn="l"/>
          <a:r>
            <a:rPr lang="fr-FR" sz="2000" dirty="0">
              <a:solidFill>
                <a:srgbClr val="22259C"/>
              </a:solidFill>
              <a:cs typeface="Times New Roman" pitchFamily="18" charset="0"/>
            </a:rPr>
            <a:t>S</a:t>
          </a:r>
          <a:r>
            <a:rPr lang="fr-FR" sz="2000" dirty="0">
              <a:cs typeface="Times New Roman" pitchFamily="18" charset="0"/>
            </a:rPr>
            <a:t>ouhaitable par les dirigeants		</a:t>
          </a:r>
        </a:p>
      </dgm:t>
    </dgm:pt>
    <dgm:pt modelId="{2980AFA6-748F-48EB-BA55-F7CB96493016}" type="parTrans" cxnId="{443D9ECC-7A6C-4729-A0D0-68B27E1509F1}">
      <dgm:prSet/>
      <dgm:spPr/>
      <dgm:t>
        <a:bodyPr/>
        <a:lstStyle/>
        <a:p>
          <a:endParaRPr lang="fr-FR"/>
        </a:p>
      </dgm:t>
    </dgm:pt>
    <dgm:pt modelId="{13688E18-4972-4305-BFC8-51F7A518FF99}" type="sibTrans" cxnId="{443D9ECC-7A6C-4729-A0D0-68B27E1509F1}">
      <dgm:prSet/>
      <dgm:spPr/>
      <dgm:t>
        <a:bodyPr/>
        <a:lstStyle/>
        <a:p>
          <a:endParaRPr lang="fr-FR"/>
        </a:p>
      </dgm:t>
    </dgm:pt>
    <dgm:pt modelId="{F35BCC1B-F2AC-46A2-AAC0-30118A27389C}">
      <dgm:prSet/>
      <dgm:spPr/>
      <dgm:t>
        <a:bodyPr/>
        <a:lstStyle/>
        <a:p>
          <a:pPr algn="l"/>
          <a:r>
            <a:rPr lang="fr-FR" sz="2000" dirty="0">
              <a:solidFill>
                <a:srgbClr val="22259C"/>
              </a:solidFill>
              <a:cs typeface="Times New Roman" pitchFamily="18" charset="0"/>
            </a:rPr>
            <a:t>A</a:t>
          </a:r>
          <a:r>
            <a:rPr lang="fr-FR" sz="2000" dirty="0">
              <a:cs typeface="Times New Roman" pitchFamily="18" charset="0"/>
            </a:rPr>
            <a:t>cceptable du point de vue normes, législation, brevets, opinion public  </a:t>
          </a:r>
          <a:endParaRPr lang="fr-FR" sz="2000" dirty="0">
            <a:solidFill>
              <a:srgbClr val="FF0000"/>
            </a:solidFill>
            <a:cs typeface="Times New Roman" pitchFamily="18" charset="0"/>
          </a:endParaRPr>
        </a:p>
      </dgm:t>
    </dgm:pt>
    <dgm:pt modelId="{F457265A-5A98-4197-A109-E9857239A497}" type="parTrans" cxnId="{254CEFE2-1587-4FC1-B857-859979A18F94}">
      <dgm:prSet/>
      <dgm:spPr/>
      <dgm:t>
        <a:bodyPr/>
        <a:lstStyle/>
        <a:p>
          <a:endParaRPr lang="fr-FR"/>
        </a:p>
      </dgm:t>
    </dgm:pt>
    <dgm:pt modelId="{C6454BA2-845A-43A2-9AEB-CD046F6419F8}" type="sibTrans" cxnId="{254CEFE2-1587-4FC1-B857-859979A18F94}">
      <dgm:prSet/>
      <dgm:spPr/>
      <dgm:t>
        <a:bodyPr/>
        <a:lstStyle/>
        <a:p>
          <a:endParaRPr lang="fr-FR"/>
        </a:p>
      </dgm:t>
    </dgm:pt>
    <dgm:pt modelId="{A69BD14D-29B6-44AE-9476-893E2945BC3F}">
      <dgm:prSet/>
      <dgm:spPr/>
      <dgm:t>
        <a:bodyPr/>
        <a:lstStyle/>
        <a:p>
          <a:pPr algn="l"/>
          <a:r>
            <a:rPr lang="fr-FR" sz="2000" dirty="0">
              <a:solidFill>
                <a:srgbClr val="22259C"/>
              </a:solidFill>
              <a:cs typeface="Times New Roman" pitchFamily="18" charset="0"/>
            </a:rPr>
            <a:t>F</a:t>
          </a:r>
          <a:r>
            <a:rPr lang="fr-FR" sz="2000" dirty="0">
              <a:cs typeface="Times New Roman" pitchFamily="18" charset="0"/>
            </a:rPr>
            <a:t>aisable : habilités techniques, expertises, capacités financières</a:t>
          </a:r>
          <a:endParaRPr lang="fr-FR" sz="2000" dirty="0">
            <a:solidFill>
              <a:srgbClr val="FF0000"/>
            </a:solidFill>
            <a:cs typeface="Arial" charset="0"/>
          </a:endParaRPr>
        </a:p>
      </dgm:t>
    </dgm:pt>
    <dgm:pt modelId="{31A10BCB-0003-433F-9996-8402EA16EB16}" type="parTrans" cxnId="{B7A95927-F001-4D86-99D9-E7EE505ECF45}">
      <dgm:prSet/>
      <dgm:spPr/>
      <dgm:t>
        <a:bodyPr/>
        <a:lstStyle/>
        <a:p>
          <a:endParaRPr lang="fr-FR"/>
        </a:p>
      </dgm:t>
    </dgm:pt>
    <dgm:pt modelId="{FD8E53D0-E93E-4B4B-ACE8-2A35EF886B3B}" type="sibTrans" cxnId="{B7A95927-F001-4D86-99D9-E7EE505ECF45}">
      <dgm:prSet/>
      <dgm:spPr/>
      <dgm:t>
        <a:bodyPr/>
        <a:lstStyle/>
        <a:p>
          <a:endParaRPr lang="fr-FR"/>
        </a:p>
      </dgm:t>
    </dgm:pt>
    <dgm:pt modelId="{50635353-1314-49F9-BBB9-55E02CB487C7}">
      <dgm:prSet/>
      <dgm:spPr/>
      <dgm:t>
        <a:bodyPr/>
        <a:lstStyle/>
        <a:p>
          <a:pPr algn="l"/>
          <a:r>
            <a:rPr lang="fr-FR" sz="2000" dirty="0">
              <a:solidFill>
                <a:srgbClr val="22259C"/>
              </a:solidFill>
              <a:cs typeface="Arial" charset="0"/>
            </a:rPr>
            <a:t>E</a:t>
          </a:r>
          <a:r>
            <a:rPr lang="fr-FR" sz="2000" dirty="0">
              <a:solidFill>
                <a:schemeClr val="tx2"/>
              </a:solidFill>
              <a:cs typeface="Arial" charset="0"/>
            </a:rPr>
            <a:t>ntrepreneurial</a:t>
          </a:r>
          <a:r>
            <a:rPr lang="fr-FR" sz="2000" dirty="0">
              <a:cs typeface="Arial" charset="0"/>
            </a:rPr>
            <a:t> : génère de la valeur				</a:t>
          </a:r>
          <a:endParaRPr lang="fr-CA" sz="2000" dirty="0">
            <a:cs typeface="Arial" charset="0"/>
          </a:endParaRPr>
        </a:p>
      </dgm:t>
    </dgm:pt>
    <dgm:pt modelId="{056F3DA2-AC34-4300-A84D-82BD55380E1E}" type="parTrans" cxnId="{2C7BF1E8-65B8-4576-B74D-1049621A1267}">
      <dgm:prSet/>
      <dgm:spPr/>
      <dgm:t>
        <a:bodyPr/>
        <a:lstStyle/>
        <a:p>
          <a:endParaRPr lang="fr-FR"/>
        </a:p>
      </dgm:t>
    </dgm:pt>
    <dgm:pt modelId="{5702331B-3929-41D0-A7E2-B47B1B98A760}" type="sibTrans" cxnId="{2C7BF1E8-65B8-4576-B74D-1049621A1267}">
      <dgm:prSet/>
      <dgm:spPr/>
      <dgm:t>
        <a:bodyPr/>
        <a:lstStyle/>
        <a:p>
          <a:endParaRPr lang="fr-FR"/>
        </a:p>
      </dgm:t>
    </dgm:pt>
    <dgm:pt modelId="{3F96F9BB-C0EA-4978-A6FE-05BDBB5576D4}" type="pres">
      <dgm:prSet presAssocID="{2B112159-B31C-4A3A-9468-6CEB17ABD745}" presName="Name0" presStyleCnt="0">
        <dgm:presLayoutVars>
          <dgm:dir/>
          <dgm:animLvl val="lvl"/>
          <dgm:resizeHandles val="exact"/>
        </dgm:presLayoutVars>
      </dgm:prSet>
      <dgm:spPr/>
    </dgm:pt>
    <dgm:pt modelId="{12E232D9-9AB5-4F85-AB1F-CEEAB1A054DD}" type="pres">
      <dgm:prSet presAssocID="{C41A433D-73F9-4E69-97D1-19C002385665}" presName="composite" presStyleCnt="0"/>
      <dgm:spPr/>
    </dgm:pt>
    <dgm:pt modelId="{D4A849A3-C46C-486E-B4C8-348A96B33431}" type="pres">
      <dgm:prSet presAssocID="{C41A433D-73F9-4E69-97D1-19C002385665}" presName="parTx" presStyleLbl="alignNode1" presStyleIdx="0" presStyleCnt="2" custScaleY="87551">
        <dgm:presLayoutVars>
          <dgm:chMax val="0"/>
          <dgm:chPref val="0"/>
          <dgm:bulletEnabled val="1"/>
        </dgm:presLayoutVars>
      </dgm:prSet>
      <dgm:spPr/>
    </dgm:pt>
    <dgm:pt modelId="{F12CA275-C29D-4DA8-8910-27F6B6F368A1}" type="pres">
      <dgm:prSet presAssocID="{C41A433D-73F9-4E69-97D1-19C002385665}" presName="desTx" presStyleLbl="alignAccFollowNode1" presStyleIdx="0" presStyleCnt="2">
        <dgm:presLayoutVars>
          <dgm:bulletEnabled val="1"/>
        </dgm:presLayoutVars>
      </dgm:prSet>
      <dgm:spPr/>
    </dgm:pt>
    <dgm:pt modelId="{BAEE2AE9-C7CD-4340-92F3-04152F00F1D1}" type="pres">
      <dgm:prSet presAssocID="{6B1A53D8-6CF6-4872-AF28-02415D7F5CFF}" presName="space" presStyleCnt="0"/>
      <dgm:spPr/>
    </dgm:pt>
    <dgm:pt modelId="{3848C952-BF68-45BD-BCF2-BA2062C7806F}" type="pres">
      <dgm:prSet presAssocID="{94A41782-5840-4248-898C-27C5C9DC0C37}" presName="composite" presStyleCnt="0"/>
      <dgm:spPr/>
    </dgm:pt>
    <dgm:pt modelId="{B503B774-2694-46B7-ADFF-126ED30A5E26}" type="pres">
      <dgm:prSet presAssocID="{94A41782-5840-4248-898C-27C5C9DC0C37}" presName="parTx" presStyleLbl="alignNode1" presStyleIdx="1" presStyleCnt="2" custScaleX="110300" custScaleY="88532">
        <dgm:presLayoutVars>
          <dgm:chMax val="0"/>
          <dgm:chPref val="0"/>
          <dgm:bulletEnabled val="1"/>
        </dgm:presLayoutVars>
      </dgm:prSet>
      <dgm:spPr/>
    </dgm:pt>
    <dgm:pt modelId="{A4260177-68D6-48C7-977A-B73426023A8F}" type="pres">
      <dgm:prSet presAssocID="{94A41782-5840-4248-898C-27C5C9DC0C37}" presName="desTx" presStyleLbl="alignAccFollowNode1" presStyleIdx="1" presStyleCnt="2" custScaleX="109447">
        <dgm:presLayoutVars>
          <dgm:bulletEnabled val="1"/>
        </dgm:presLayoutVars>
      </dgm:prSet>
      <dgm:spPr/>
    </dgm:pt>
  </dgm:ptLst>
  <dgm:cxnLst>
    <dgm:cxn modelId="{A84E250E-727E-42A0-990D-F0002146215E}" type="presOf" srcId="{4B07EFDC-C785-439D-AA26-C8C151CDCD6A}" destId="{F12CA275-C29D-4DA8-8910-27F6B6F368A1}" srcOrd="0" destOrd="1" presId="urn:microsoft.com/office/officeart/2005/8/layout/hList1"/>
    <dgm:cxn modelId="{0278D41D-80B2-40B6-8525-7D4AB6D04782}" type="presOf" srcId="{C41A433D-73F9-4E69-97D1-19C002385665}" destId="{D4A849A3-C46C-486E-B4C8-348A96B33431}" srcOrd="0" destOrd="0" presId="urn:microsoft.com/office/officeart/2005/8/layout/hList1"/>
    <dgm:cxn modelId="{425DA125-7490-463A-A198-7B0A9A875326}" srcId="{2B112159-B31C-4A3A-9468-6CEB17ABD745}" destId="{C41A433D-73F9-4E69-97D1-19C002385665}" srcOrd="0" destOrd="0" parTransId="{7108A727-BE52-4327-B0AF-285AA488F5CE}" sibTransId="{6B1A53D8-6CF6-4872-AF28-02415D7F5CFF}"/>
    <dgm:cxn modelId="{B7A95927-F001-4D86-99D9-E7EE505ECF45}" srcId="{039B6880-58E9-436C-A074-B10893146B1F}" destId="{A69BD14D-29B6-44AE-9476-893E2945BC3F}" srcOrd="2" destOrd="0" parTransId="{31A10BCB-0003-433F-9996-8402EA16EB16}" sibTransId="{FD8E53D0-E93E-4B4B-ACE8-2A35EF886B3B}"/>
    <dgm:cxn modelId="{96602D2C-8E0C-4047-98CE-859B577B4BDE}" srcId="{2F157B43-EA90-430D-A562-74D5E762DC7C}" destId="{F8E08E5D-7118-4002-BD89-10846F67AECA}" srcOrd="2" destOrd="0" parTransId="{B9160CFD-7D64-4CE4-AD4F-D01AEA77988A}" sibTransId="{E23EB5E0-0BE7-4893-9A15-2686F43270F1}"/>
    <dgm:cxn modelId="{3B21BB44-3098-4931-80D0-11F0FDECEA45}" type="presOf" srcId="{50635353-1314-49F9-BBB9-55E02CB487C7}" destId="{A4260177-68D6-48C7-977A-B73426023A8F}" srcOrd="0" destOrd="4" presId="urn:microsoft.com/office/officeart/2005/8/layout/hList1"/>
    <dgm:cxn modelId="{2325104B-711F-43AB-8859-C0EE567F4D29}" srcId="{94A41782-5840-4248-898C-27C5C9DC0C37}" destId="{039B6880-58E9-436C-A074-B10893146B1F}" srcOrd="0" destOrd="0" parTransId="{73B5774D-5713-4D66-B6AD-CD3EE21A77DE}" sibTransId="{5E9B3A07-FAE2-4187-8F7B-F54B286CD129}"/>
    <dgm:cxn modelId="{28F1CA6D-2A1B-42AA-A7DC-D1E841C81533}" type="presOf" srcId="{2F157B43-EA90-430D-A562-74D5E762DC7C}" destId="{F12CA275-C29D-4DA8-8910-27F6B6F368A1}" srcOrd="0" destOrd="0" presId="urn:microsoft.com/office/officeart/2005/8/layout/hList1"/>
    <dgm:cxn modelId="{26DD5E6E-7EE2-456C-A15E-C71F5D7C7EC9}" type="presOf" srcId="{94A41782-5840-4248-898C-27C5C9DC0C37}" destId="{B503B774-2694-46B7-ADFF-126ED30A5E26}" srcOrd="0" destOrd="0" presId="urn:microsoft.com/office/officeart/2005/8/layout/hList1"/>
    <dgm:cxn modelId="{23682674-4F5F-4B9D-932D-013416CC38F0}" type="presOf" srcId="{2B112159-B31C-4A3A-9468-6CEB17ABD745}" destId="{3F96F9BB-C0EA-4978-A6FE-05BDBB5576D4}" srcOrd="0" destOrd="0" presId="urn:microsoft.com/office/officeart/2005/8/layout/hList1"/>
    <dgm:cxn modelId="{6F325354-6B85-4453-B2C2-A2FF3000CE96}" type="presOf" srcId="{48D8D0D4-CDD8-4978-8258-6C1CA9C39922}" destId="{F12CA275-C29D-4DA8-8910-27F6B6F368A1}" srcOrd="0" destOrd="2" presId="urn:microsoft.com/office/officeart/2005/8/layout/hList1"/>
    <dgm:cxn modelId="{D39D9B78-3531-4745-ACF9-8391308D6BB5}" type="presOf" srcId="{B3097C72-1DDD-4215-BF98-F7D6AB398FCF}" destId="{A4260177-68D6-48C7-977A-B73426023A8F}" srcOrd="0" destOrd="1" presId="urn:microsoft.com/office/officeart/2005/8/layout/hList1"/>
    <dgm:cxn modelId="{FD10AA7E-6F28-4FFA-8256-8173F6723CAE}" type="presOf" srcId="{96C2CC28-D19A-43F0-A3AA-D3A2113C82C2}" destId="{F12CA275-C29D-4DA8-8910-27F6B6F368A1}" srcOrd="0" destOrd="4" presId="urn:microsoft.com/office/officeart/2005/8/layout/hList1"/>
    <dgm:cxn modelId="{56DBEA82-28C5-47E8-8899-8732B53F8AB5}" srcId="{C41A433D-73F9-4E69-97D1-19C002385665}" destId="{2F157B43-EA90-430D-A562-74D5E762DC7C}" srcOrd="0" destOrd="0" parTransId="{54F3F0AD-829B-4D02-92C7-3B8DD80F8DD4}" sibTransId="{43204BC2-9AB2-4C07-8150-1A218B8DD8F6}"/>
    <dgm:cxn modelId="{C6128898-4AA5-48E1-9F05-FBE748EFC2D0}" srcId="{2F157B43-EA90-430D-A562-74D5E762DC7C}" destId="{96C2CC28-D19A-43F0-A3AA-D3A2113C82C2}" srcOrd="3" destOrd="0" parTransId="{DE7C83C0-04DB-40D2-901A-A2738FA11B0E}" sibTransId="{FB78BBA1-271A-429D-B11F-83BA09DF3AC1}"/>
    <dgm:cxn modelId="{00B47EB5-22BA-4444-8D5B-762DF3D6951D}" type="presOf" srcId="{039B6880-58E9-436C-A074-B10893146B1F}" destId="{A4260177-68D6-48C7-977A-B73426023A8F}" srcOrd="0" destOrd="0" presId="urn:microsoft.com/office/officeart/2005/8/layout/hList1"/>
    <dgm:cxn modelId="{1DF05BC8-4CCE-4C20-B966-5A3A85D11EBE}" type="presOf" srcId="{F35BCC1B-F2AC-46A2-AAC0-30118A27389C}" destId="{A4260177-68D6-48C7-977A-B73426023A8F}" srcOrd="0" destOrd="2" presId="urn:microsoft.com/office/officeart/2005/8/layout/hList1"/>
    <dgm:cxn modelId="{BC67E0C9-F7EC-4B87-86AE-D0996A29DF85}" srcId="{2F157B43-EA90-430D-A562-74D5E762DC7C}" destId="{4B07EFDC-C785-439D-AA26-C8C151CDCD6A}" srcOrd="0" destOrd="0" parTransId="{0854F06A-2282-442D-A475-B4FA91EB0567}" sibTransId="{5BFD0C44-3E34-4E87-BEEA-A9EB9DA07499}"/>
    <dgm:cxn modelId="{443D9ECC-7A6C-4729-A0D0-68B27E1509F1}" srcId="{039B6880-58E9-436C-A074-B10893146B1F}" destId="{B3097C72-1DDD-4215-BF98-F7D6AB398FCF}" srcOrd="0" destOrd="0" parTransId="{2980AFA6-748F-48EB-BA55-F7CB96493016}" sibTransId="{13688E18-4972-4305-BFC8-51F7A518FF99}"/>
    <dgm:cxn modelId="{6766D7D4-1CF7-48FD-A5E2-B1012C3A5E1D}" srcId="{2B112159-B31C-4A3A-9468-6CEB17ABD745}" destId="{94A41782-5840-4248-898C-27C5C9DC0C37}" srcOrd="1" destOrd="0" parTransId="{2BA08A21-8970-4932-8430-D3AAFD48277F}" sibTransId="{91560211-AFAB-423A-8E38-E89905120EFC}"/>
    <dgm:cxn modelId="{1A2F74DA-8050-495F-A44C-790F6BD11769}" type="presOf" srcId="{F8E08E5D-7118-4002-BD89-10846F67AECA}" destId="{F12CA275-C29D-4DA8-8910-27F6B6F368A1}" srcOrd="0" destOrd="3" presId="urn:microsoft.com/office/officeart/2005/8/layout/hList1"/>
    <dgm:cxn modelId="{254CEFE2-1587-4FC1-B857-859979A18F94}" srcId="{039B6880-58E9-436C-A074-B10893146B1F}" destId="{F35BCC1B-F2AC-46A2-AAC0-30118A27389C}" srcOrd="1" destOrd="0" parTransId="{F457265A-5A98-4197-A109-E9857239A497}" sibTransId="{C6454BA2-845A-43A2-9AEB-CD046F6419F8}"/>
    <dgm:cxn modelId="{2C7BF1E8-65B8-4576-B74D-1049621A1267}" srcId="{039B6880-58E9-436C-A074-B10893146B1F}" destId="{50635353-1314-49F9-BBB9-55E02CB487C7}" srcOrd="3" destOrd="0" parTransId="{056F3DA2-AC34-4300-A84D-82BD55380E1E}" sibTransId="{5702331B-3929-41D0-A7E2-B47B1B98A760}"/>
    <dgm:cxn modelId="{5A4E50E9-FB91-44C9-8863-9A8BD1B4C87D}" type="presOf" srcId="{A69BD14D-29B6-44AE-9476-893E2945BC3F}" destId="{A4260177-68D6-48C7-977A-B73426023A8F}" srcOrd="0" destOrd="3" presId="urn:microsoft.com/office/officeart/2005/8/layout/hList1"/>
    <dgm:cxn modelId="{04637CF9-2EBE-43E7-9980-94897F40C3E9}" srcId="{2F157B43-EA90-430D-A562-74D5E762DC7C}" destId="{48D8D0D4-CDD8-4978-8258-6C1CA9C39922}" srcOrd="1" destOrd="0" parTransId="{2D675A99-C494-48B9-92B9-FAD2EC8810C6}" sibTransId="{A311E06E-2988-4067-B5CB-2282FE2093AD}"/>
    <dgm:cxn modelId="{0D2FFAA0-DF38-4657-B452-9658297B181D}" type="presParOf" srcId="{3F96F9BB-C0EA-4978-A6FE-05BDBB5576D4}" destId="{12E232D9-9AB5-4F85-AB1F-CEEAB1A054DD}" srcOrd="0" destOrd="0" presId="urn:microsoft.com/office/officeart/2005/8/layout/hList1"/>
    <dgm:cxn modelId="{98C62E84-77BE-495D-A907-B139E6C57AD1}" type="presParOf" srcId="{12E232D9-9AB5-4F85-AB1F-CEEAB1A054DD}" destId="{D4A849A3-C46C-486E-B4C8-348A96B33431}" srcOrd="0" destOrd="0" presId="urn:microsoft.com/office/officeart/2005/8/layout/hList1"/>
    <dgm:cxn modelId="{6BD8EC1B-A85D-4980-8FAC-0CDCA6CD793F}" type="presParOf" srcId="{12E232D9-9AB5-4F85-AB1F-CEEAB1A054DD}" destId="{F12CA275-C29D-4DA8-8910-27F6B6F368A1}" srcOrd="1" destOrd="0" presId="urn:microsoft.com/office/officeart/2005/8/layout/hList1"/>
    <dgm:cxn modelId="{E7E819A0-166A-4839-9262-0BF65EFD52DA}" type="presParOf" srcId="{3F96F9BB-C0EA-4978-A6FE-05BDBB5576D4}" destId="{BAEE2AE9-C7CD-4340-92F3-04152F00F1D1}" srcOrd="1" destOrd="0" presId="urn:microsoft.com/office/officeart/2005/8/layout/hList1"/>
    <dgm:cxn modelId="{A6ADD12F-476B-4516-9486-65311EA9E56C}" type="presParOf" srcId="{3F96F9BB-C0EA-4978-A6FE-05BDBB5576D4}" destId="{3848C952-BF68-45BD-BCF2-BA2062C7806F}" srcOrd="2" destOrd="0" presId="urn:microsoft.com/office/officeart/2005/8/layout/hList1"/>
    <dgm:cxn modelId="{04812048-F47E-412B-BD53-3C0DF43FF7F3}" type="presParOf" srcId="{3848C952-BF68-45BD-BCF2-BA2062C7806F}" destId="{B503B774-2694-46B7-ADFF-126ED30A5E26}" srcOrd="0" destOrd="0" presId="urn:microsoft.com/office/officeart/2005/8/layout/hList1"/>
    <dgm:cxn modelId="{3F5BA16F-02C0-4703-8FA2-5989F6223ABF}" type="presParOf" srcId="{3848C952-BF68-45BD-BCF2-BA2062C7806F}" destId="{A4260177-68D6-48C7-977A-B73426023A8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5C101B8-B1F3-44D9-B4D7-6EC6B8EBD75D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AFDAE92B-AFBC-41EE-A17F-C5733C035CE0}">
      <dgm:prSet phldrT="[Texte]"/>
      <dgm:spPr/>
      <dgm:t>
        <a:bodyPr/>
        <a:lstStyle/>
        <a:p>
          <a:r>
            <a:rPr lang="fr-FR" dirty="0"/>
            <a:t>Méthodes analytiques</a:t>
          </a:r>
        </a:p>
      </dgm:t>
    </dgm:pt>
    <dgm:pt modelId="{E4B76204-B57A-4243-ABC7-540C1D21AEDB}" type="parTrans" cxnId="{24C2A354-76C7-45BB-BD10-F67B371656E7}">
      <dgm:prSet/>
      <dgm:spPr/>
      <dgm:t>
        <a:bodyPr/>
        <a:lstStyle/>
        <a:p>
          <a:endParaRPr lang="fr-FR"/>
        </a:p>
      </dgm:t>
    </dgm:pt>
    <dgm:pt modelId="{3E02C1C6-C7D5-4910-B6AC-7C74E00CDF7A}" type="sibTrans" cxnId="{24C2A354-76C7-45BB-BD10-F67B371656E7}">
      <dgm:prSet/>
      <dgm:spPr/>
      <dgm:t>
        <a:bodyPr/>
        <a:lstStyle/>
        <a:p>
          <a:endParaRPr lang="fr-FR"/>
        </a:p>
      </dgm:t>
    </dgm:pt>
    <dgm:pt modelId="{9AD6B1CA-9E68-499C-8EFD-B9B294F4343E}">
      <dgm:prSet phldrT="[Texte]"/>
      <dgm:spPr/>
      <dgm:t>
        <a:bodyPr/>
        <a:lstStyle/>
        <a:p>
          <a:r>
            <a:rPr lang="fr-FR" b="1" dirty="0"/>
            <a:t>Sans pointage</a:t>
          </a:r>
        </a:p>
      </dgm:t>
    </dgm:pt>
    <dgm:pt modelId="{98EFE1F9-2CA9-4FA1-834F-34C5BEA436BC}" type="parTrans" cxnId="{24C0C172-4643-4AB8-9B86-7B92E95FCBA5}">
      <dgm:prSet/>
      <dgm:spPr/>
      <dgm:t>
        <a:bodyPr/>
        <a:lstStyle/>
        <a:p>
          <a:endParaRPr lang="fr-FR"/>
        </a:p>
      </dgm:t>
    </dgm:pt>
    <dgm:pt modelId="{EC09A32C-F289-4A1F-8C79-6255CB1B6B3C}" type="sibTrans" cxnId="{24C0C172-4643-4AB8-9B86-7B92E95FCBA5}">
      <dgm:prSet/>
      <dgm:spPr/>
      <dgm:t>
        <a:bodyPr/>
        <a:lstStyle/>
        <a:p>
          <a:endParaRPr lang="fr-FR"/>
        </a:p>
      </dgm:t>
    </dgm:pt>
    <dgm:pt modelId="{E921D198-C0CC-4FC3-91D6-166BCAE409DE}">
      <dgm:prSet phldrT="[Texte]"/>
      <dgm:spPr/>
      <dgm:t>
        <a:bodyPr/>
        <a:lstStyle/>
        <a:p>
          <a:r>
            <a:rPr lang="fr-FR" b="1" dirty="0"/>
            <a:t>Pointage pondéré</a:t>
          </a:r>
        </a:p>
      </dgm:t>
    </dgm:pt>
    <dgm:pt modelId="{C3B63C01-345A-4432-BA01-6E1B9651C1AA}" type="parTrans" cxnId="{2354A2A2-337B-4B39-AC7F-8F0DFB95F09E}">
      <dgm:prSet/>
      <dgm:spPr/>
      <dgm:t>
        <a:bodyPr/>
        <a:lstStyle/>
        <a:p>
          <a:endParaRPr lang="fr-FR"/>
        </a:p>
      </dgm:t>
    </dgm:pt>
    <dgm:pt modelId="{EBB97B30-6631-4E0B-A2A7-2AC1680E9A92}" type="sibTrans" cxnId="{2354A2A2-337B-4B39-AC7F-8F0DFB95F09E}">
      <dgm:prSet/>
      <dgm:spPr/>
      <dgm:t>
        <a:bodyPr/>
        <a:lstStyle/>
        <a:p>
          <a:endParaRPr lang="fr-FR"/>
        </a:p>
      </dgm:t>
    </dgm:pt>
    <dgm:pt modelId="{2F0C5B4C-1DE8-43CF-AA22-F5F3900EB3C0}">
      <dgm:prSet phldrT="[Texte]"/>
      <dgm:spPr/>
      <dgm:t>
        <a:bodyPr/>
        <a:lstStyle/>
        <a:p>
          <a:r>
            <a:rPr lang="fr-FR" dirty="0"/>
            <a:t>Méthodes intuitives</a:t>
          </a:r>
        </a:p>
      </dgm:t>
    </dgm:pt>
    <dgm:pt modelId="{CBA2FD14-11AC-4DC6-B68C-F36D467075ED}" type="parTrans" cxnId="{9713CC5E-5E1B-49DE-AA01-B92E87EB6308}">
      <dgm:prSet/>
      <dgm:spPr/>
      <dgm:t>
        <a:bodyPr/>
        <a:lstStyle/>
        <a:p>
          <a:endParaRPr lang="fr-FR"/>
        </a:p>
      </dgm:t>
    </dgm:pt>
    <dgm:pt modelId="{31329259-A0EE-4C75-8FBB-5D9CB02C9485}" type="sibTrans" cxnId="{9713CC5E-5E1B-49DE-AA01-B92E87EB6308}">
      <dgm:prSet/>
      <dgm:spPr/>
      <dgm:t>
        <a:bodyPr/>
        <a:lstStyle/>
        <a:p>
          <a:endParaRPr lang="fr-FR"/>
        </a:p>
      </dgm:t>
    </dgm:pt>
    <dgm:pt modelId="{F5ED8D73-EC64-4345-AE62-C4CE2E393472}">
      <dgm:prSet phldrT="[Texte]"/>
      <dgm:spPr/>
      <dgm:t>
        <a:bodyPr/>
        <a:lstStyle/>
        <a:p>
          <a:r>
            <a:rPr lang="fr-FR" dirty="0"/>
            <a:t>basées sur des considérations politiques, entrepreneuriales, contextuelles</a:t>
          </a:r>
        </a:p>
      </dgm:t>
    </dgm:pt>
    <dgm:pt modelId="{139C0213-541D-427F-AF8A-A7CC296E0B12}" type="parTrans" cxnId="{3FF6D244-56FD-45DB-A367-21D36BAA5902}">
      <dgm:prSet/>
      <dgm:spPr/>
      <dgm:t>
        <a:bodyPr/>
        <a:lstStyle/>
        <a:p>
          <a:endParaRPr lang="fr-FR"/>
        </a:p>
      </dgm:t>
    </dgm:pt>
    <dgm:pt modelId="{D4F9FE4C-F6C8-41DB-BC11-6872210505F3}" type="sibTrans" cxnId="{3FF6D244-56FD-45DB-A367-21D36BAA5902}">
      <dgm:prSet/>
      <dgm:spPr/>
      <dgm:t>
        <a:bodyPr/>
        <a:lstStyle/>
        <a:p>
          <a:endParaRPr lang="fr-FR"/>
        </a:p>
      </dgm:t>
    </dgm:pt>
    <dgm:pt modelId="{10863E58-BB93-4FAE-8676-E029561EB561}">
      <dgm:prSet/>
      <dgm:spPr/>
      <dgm:t>
        <a:bodyPr/>
        <a:lstStyle/>
        <a:p>
          <a:r>
            <a:rPr lang="en-US" dirty="0"/>
            <a:t> </a:t>
          </a:r>
          <a:r>
            <a:rPr lang="en-US" b="1" dirty="0" err="1"/>
            <a:t>Préférence</a:t>
          </a:r>
          <a:r>
            <a:rPr lang="en-US" b="1" dirty="0"/>
            <a:t> </a:t>
          </a:r>
          <a:r>
            <a:rPr lang="en-US" b="1" dirty="0" err="1"/>
            <a:t>légitime</a:t>
          </a:r>
          <a:r>
            <a:rPr lang="en-US" dirty="0"/>
            <a:t>‘‘It's that I want and nothing else’’</a:t>
          </a:r>
          <a:endParaRPr lang="fr-FR" dirty="0"/>
        </a:p>
      </dgm:t>
    </dgm:pt>
    <dgm:pt modelId="{D55365E0-31CD-4B47-A1CE-446C7A2AAAE9}" type="parTrans" cxnId="{C5D344BA-66D5-4241-9FE6-35BDCAC3504E}">
      <dgm:prSet/>
      <dgm:spPr/>
      <dgm:t>
        <a:bodyPr/>
        <a:lstStyle/>
        <a:p>
          <a:endParaRPr lang="fr-FR"/>
        </a:p>
      </dgm:t>
    </dgm:pt>
    <dgm:pt modelId="{0B43EF44-3AF4-4C80-8AA2-FA6897C74A30}" type="sibTrans" cxnId="{C5D344BA-66D5-4241-9FE6-35BDCAC3504E}">
      <dgm:prSet/>
      <dgm:spPr/>
      <dgm:t>
        <a:bodyPr/>
        <a:lstStyle/>
        <a:p>
          <a:endParaRPr lang="fr-FR"/>
        </a:p>
      </dgm:t>
    </dgm:pt>
    <dgm:pt modelId="{FF8B2A8C-DD1E-48FE-9857-52255A1243CA}">
      <dgm:prSet/>
      <dgm:spPr/>
      <dgm:t>
        <a:bodyPr/>
        <a:lstStyle/>
        <a:p>
          <a:r>
            <a:rPr lang="en-US" dirty="0"/>
            <a:t> </a:t>
          </a:r>
          <a:r>
            <a:rPr lang="en-US" b="1" dirty="0"/>
            <a:t>Opportunité plausible </a:t>
          </a:r>
          <a:r>
            <a:rPr lang="en-US" dirty="0"/>
            <a:t>: ‘‘The right thing at the right moment’’</a:t>
          </a:r>
          <a:endParaRPr lang="fr-FR" dirty="0"/>
        </a:p>
      </dgm:t>
    </dgm:pt>
    <dgm:pt modelId="{F24BB7CD-743E-48A6-B63C-372FE506D6C6}" type="parTrans" cxnId="{82BA9593-15F5-4DB7-9109-C346BE1CCDF2}">
      <dgm:prSet/>
      <dgm:spPr/>
      <dgm:t>
        <a:bodyPr/>
        <a:lstStyle/>
        <a:p>
          <a:endParaRPr lang="fr-FR"/>
        </a:p>
      </dgm:t>
    </dgm:pt>
    <dgm:pt modelId="{A88D8D74-DDC1-4863-9162-51AEEB501507}" type="sibTrans" cxnId="{82BA9593-15F5-4DB7-9109-C346BE1CCDF2}">
      <dgm:prSet/>
      <dgm:spPr/>
      <dgm:t>
        <a:bodyPr/>
        <a:lstStyle/>
        <a:p>
          <a:endParaRPr lang="fr-FR"/>
        </a:p>
      </dgm:t>
    </dgm:pt>
    <dgm:pt modelId="{14198986-E0C9-4579-955A-B25C86F3D173}">
      <dgm:prSet/>
      <dgm:spPr/>
      <dgm:t>
        <a:bodyPr/>
        <a:lstStyle/>
        <a:p>
          <a:r>
            <a:rPr lang="en-US" dirty="0"/>
            <a:t> </a:t>
          </a:r>
          <a:r>
            <a:rPr lang="en-US" b="1" dirty="0"/>
            <a:t>Situation d’urgence : </a:t>
          </a:r>
          <a:r>
            <a:rPr lang="en-US" dirty="0"/>
            <a:t>‘‘It is now or never’’</a:t>
          </a:r>
          <a:endParaRPr lang="fr-FR" dirty="0"/>
        </a:p>
      </dgm:t>
    </dgm:pt>
    <dgm:pt modelId="{7F917503-9A0E-4946-9855-9A99B709940D}" type="parTrans" cxnId="{315D4818-D2E0-422A-A91B-33AE9F003EB1}">
      <dgm:prSet/>
      <dgm:spPr/>
      <dgm:t>
        <a:bodyPr/>
        <a:lstStyle/>
        <a:p>
          <a:endParaRPr lang="fr-FR"/>
        </a:p>
      </dgm:t>
    </dgm:pt>
    <dgm:pt modelId="{1CE328C6-2477-41C8-B1D6-1857ADB49356}" type="sibTrans" cxnId="{315D4818-D2E0-422A-A91B-33AE9F003EB1}">
      <dgm:prSet/>
      <dgm:spPr/>
      <dgm:t>
        <a:bodyPr/>
        <a:lstStyle/>
        <a:p>
          <a:endParaRPr lang="fr-FR"/>
        </a:p>
      </dgm:t>
    </dgm:pt>
    <dgm:pt modelId="{28DFB380-5E87-4786-A1F4-60999A2DD5A8}">
      <dgm:prSet/>
      <dgm:spPr/>
      <dgm:t>
        <a:bodyPr/>
        <a:lstStyle/>
        <a:p>
          <a:r>
            <a:rPr lang="en-US" dirty="0"/>
            <a:t> </a:t>
          </a:r>
          <a:r>
            <a:rPr lang="en-US" b="1" dirty="0"/>
            <a:t>La pression concurrentielle : </a:t>
          </a:r>
          <a:r>
            <a:rPr lang="en-US" dirty="0"/>
            <a:t>‘‘We've to catch up them’’</a:t>
          </a:r>
          <a:endParaRPr lang="fr-FR" dirty="0"/>
        </a:p>
      </dgm:t>
    </dgm:pt>
    <dgm:pt modelId="{4D7C6E08-ACC7-4A27-9804-932EC099D9BA}" type="parTrans" cxnId="{1FED62B4-0589-4420-BB9C-AC5737BAE4BF}">
      <dgm:prSet/>
      <dgm:spPr/>
      <dgm:t>
        <a:bodyPr/>
        <a:lstStyle/>
        <a:p>
          <a:endParaRPr lang="fr-FR"/>
        </a:p>
      </dgm:t>
    </dgm:pt>
    <dgm:pt modelId="{1D39B079-CB72-4D95-9992-0ED3027AD164}" type="sibTrans" cxnId="{1FED62B4-0589-4420-BB9C-AC5737BAE4BF}">
      <dgm:prSet/>
      <dgm:spPr/>
      <dgm:t>
        <a:bodyPr/>
        <a:lstStyle/>
        <a:p>
          <a:endParaRPr lang="fr-FR"/>
        </a:p>
      </dgm:t>
    </dgm:pt>
    <dgm:pt modelId="{62FD4FA3-4FDD-4770-A08D-F6114898A098}">
      <dgm:prSet phldrT="[Texte]"/>
      <dgm:spPr/>
      <dgm:t>
        <a:bodyPr/>
        <a:lstStyle/>
        <a:p>
          <a:r>
            <a:rPr lang="fr-FR" b="1" dirty="0"/>
            <a:t>Pointage non pondéré</a:t>
          </a:r>
        </a:p>
      </dgm:t>
    </dgm:pt>
    <dgm:pt modelId="{7D89A93B-2E4E-43EA-88FB-B5C34B1B2557}" type="parTrans" cxnId="{86516192-F36D-4B3D-83A0-FA4595953487}">
      <dgm:prSet/>
      <dgm:spPr/>
      <dgm:t>
        <a:bodyPr/>
        <a:lstStyle/>
        <a:p>
          <a:endParaRPr lang="fr-FR"/>
        </a:p>
      </dgm:t>
    </dgm:pt>
    <dgm:pt modelId="{6037454E-E4AB-466C-8E68-9C36FF679F94}" type="sibTrans" cxnId="{86516192-F36D-4B3D-83A0-FA4595953487}">
      <dgm:prSet/>
      <dgm:spPr/>
      <dgm:t>
        <a:bodyPr/>
        <a:lstStyle/>
        <a:p>
          <a:endParaRPr lang="fr-FR"/>
        </a:p>
      </dgm:t>
    </dgm:pt>
    <dgm:pt modelId="{85B2487E-32F4-4800-A319-C6E2BB29EFB7}" type="pres">
      <dgm:prSet presAssocID="{25C101B8-B1F3-44D9-B4D7-6EC6B8EBD75D}" presName="Name0" presStyleCnt="0">
        <dgm:presLayoutVars>
          <dgm:dir/>
          <dgm:animLvl val="lvl"/>
          <dgm:resizeHandles val="exact"/>
        </dgm:presLayoutVars>
      </dgm:prSet>
      <dgm:spPr/>
    </dgm:pt>
    <dgm:pt modelId="{084AA2E1-C375-436F-9841-689E288143E3}" type="pres">
      <dgm:prSet presAssocID="{AFDAE92B-AFBC-41EE-A17F-C5733C035CE0}" presName="composite" presStyleCnt="0"/>
      <dgm:spPr/>
    </dgm:pt>
    <dgm:pt modelId="{5B53DE51-CB2B-4ECE-A189-C2328766F0E3}" type="pres">
      <dgm:prSet presAssocID="{AFDAE92B-AFBC-41EE-A17F-C5733C035CE0}" presName="parTx" presStyleLbl="alignNode1" presStyleIdx="0" presStyleCnt="2" custLinFactNeighborX="-267" custLinFactNeighborY="4121">
        <dgm:presLayoutVars>
          <dgm:chMax val="0"/>
          <dgm:chPref val="0"/>
          <dgm:bulletEnabled val="1"/>
        </dgm:presLayoutVars>
      </dgm:prSet>
      <dgm:spPr/>
    </dgm:pt>
    <dgm:pt modelId="{E6B67B53-A27E-4C61-A607-38114DF16296}" type="pres">
      <dgm:prSet presAssocID="{AFDAE92B-AFBC-41EE-A17F-C5733C035CE0}" presName="desTx" presStyleLbl="alignAccFollowNode1" presStyleIdx="0" presStyleCnt="2">
        <dgm:presLayoutVars>
          <dgm:bulletEnabled val="1"/>
        </dgm:presLayoutVars>
      </dgm:prSet>
      <dgm:spPr/>
    </dgm:pt>
    <dgm:pt modelId="{11BB3333-F0F5-45B5-8C9E-2DE92379F044}" type="pres">
      <dgm:prSet presAssocID="{3E02C1C6-C7D5-4910-B6AC-7C74E00CDF7A}" presName="space" presStyleCnt="0"/>
      <dgm:spPr/>
    </dgm:pt>
    <dgm:pt modelId="{BC52C17C-1854-4D0A-B9C8-C5244D5E344E}" type="pres">
      <dgm:prSet presAssocID="{2F0C5B4C-1DE8-43CF-AA22-F5F3900EB3C0}" presName="composite" presStyleCnt="0"/>
      <dgm:spPr/>
    </dgm:pt>
    <dgm:pt modelId="{3D97DA6A-773E-488D-874F-2226AF448726}" type="pres">
      <dgm:prSet presAssocID="{2F0C5B4C-1DE8-43CF-AA22-F5F3900EB3C0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178A79E9-0BEC-4D31-B8F4-E97216AE5D63}" type="pres">
      <dgm:prSet presAssocID="{2F0C5B4C-1DE8-43CF-AA22-F5F3900EB3C0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40D1AD0F-5D94-43CD-BEFD-B8A4E3219F4C}" type="presOf" srcId="{FF8B2A8C-DD1E-48FE-9857-52255A1243CA}" destId="{178A79E9-0BEC-4D31-B8F4-E97216AE5D63}" srcOrd="0" destOrd="2" presId="urn:microsoft.com/office/officeart/2005/8/layout/hList1"/>
    <dgm:cxn modelId="{D0CEB615-A811-45DA-903C-6D83D0E5497A}" type="presOf" srcId="{14198986-E0C9-4579-955A-B25C86F3D173}" destId="{178A79E9-0BEC-4D31-B8F4-E97216AE5D63}" srcOrd="0" destOrd="3" presId="urn:microsoft.com/office/officeart/2005/8/layout/hList1"/>
    <dgm:cxn modelId="{315D4818-D2E0-422A-A91B-33AE9F003EB1}" srcId="{2F0C5B4C-1DE8-43CF-AA22-F5F3900EB3C0}" destId="{14198986-E0C9-4579-955A-B25C86F3D173}" srcOrd="3" destOrd="0" parTransId="{7F917503-9A0E-4946-9855-9A99B709940D}" sibTransId="{1CE328C6-2477-41C8-B1D6-1857ADB49356}"/>
    <dgm:cxn modelId="{CC5E2624-22A5-4ABA-9F9B-E16879D88E89}" type="presOf" srcId="{F5ED8D73-EC64-4345-AE62-C4CE2E393472}" destId="{178A79E9-0BEC-4D31-B8F4-E97216AE5D63}" srcOrd="0" destOrd="0" presId="urn:microsoft.com/office/officeart/2005/8/layout/hList1"/>
    <dgm:cxn modelId="{9713CC5E-5E1B-49DE-AA01-B92E87EB6308}" srcId="{25C101B8-B1F3-44D9-B4D7-6EC6B8EBD75D}" destId="{2F0C5B4C-1DE8-43CF-AA22-F5F3900EB3C0}" srcOrd="1" destOrd="0" parTransId="{CBA2FD14-11AC-4DC6-B68C-F36D467075ED}" sibTransId="{31329259-A0EE-4C75-8FBB-5D9CB02C9485}"/>
    <dgm:cxn modelId="{3FF6D244-56FD-45DB-A367-21D36BAA5902}" srcId="{2F0C5B4C-1DE8-43CF-AA22-F5F3900EB3C0}" destId="{F5ED8D73-EC64-4345-AE62-C4CE2E393472}" srcOrd="0" destOrd="0" parTransId="{139C0213-541D-427F-AF8A-A7CC296E0B12}" sibTransId="{D4F9FE4C-F6C8-41DB-BC11-6872210505F3}"/>
    <dgm:cxn modelId="{24C0C172-4643-4AB8-9B86-7B92E95FCBA5}" srcId="{AFDAE92B-AFBC-41EE-A17F-C5733C035CE0}" destId="{9AD6B1CA-9E68-499C-8EFD-B9B294F4343E}" srcOrd="0" destOrd="0" parTransId="{98EFE1F9-2CA9-4FA1-834F-34C5BEA436BC}" sibTransId="{EC09A32C-F289-4A1F-8C79-6255CB1B6B3C}"/>
    <dgm:cxn modelId="{24C2A354-76C7-45BB-BD10-F67B371656E7}" srcId="{25C101B8-B1F3-44D9-B4D7-6EC6B8EBD75D}" destId="{AFDAE92B-AFBC-41EE-A17F-C5733C035CE0}" srcOrd="0" destOrd="0" parTransId="{E4B76204-B57A-4243-ABC7-540C1D21AEDB}" sibTransId="{3E02C1C6-C7D5-4910-B6AC-7C74E00CDF7A}"/>
    <dgm:cxn modelId="{6A29458A-57ED-469B-8325-F9A3AD8DA7D3}" type="presOf" srcId="{E921D198-C0CC-4FC3-91D6-166BCAE409DE}" destId="{E6B67B53-A27E-4C61-A607-38114DF16296}" srcOrd="0" destOrd="2" presId="urn:microsoft.com/office/officeart/2005/8/layout/hList1"/>
    <dgm:cxn modelId="{A8720B8B-A7EC-464C-8E33-9D1CEDE902DA}" type="presOf" srcId="{AFDAE92B-AFBC-41EE-A17F-C5733C035CE0}" destId="{5B53DE51-CB2B-4ECE-A189-C2328766F0E3}" srcOrd="0" destOrd="0" presId="urn:microsoft.com/office/officeart/2005/8/layout/hList1"/>
    <dgm:cxn modelId="{86516192-F36D-4B3D-83A0-FA4595953487}" srcId="{AFDAE92B-AFBC-41EE-A17F-C5733C035CE0}" destId="{62FD4FA3-4FDD-4770-A08D-F6114898A098}" srcOrd="1" destOrd="0" parTransId="{7D89A93B-2E4E-43EA-88FB-B5C34B1B2557}" sibTransId="{6037454E-E4AB-466C-8E68-9C36FF679F94}"/>
    <dgm:cxn modelId="{82BA9593-15F5-4DB7-9109-C346BE1CCDF2}" srcId="{2F0C5B4C-1DE8-43CF-AA22-F5F3900EB3C0}" destId="{FF8B2A8C-DD1E-48FE-9857-52255A1243CA}" srcOrd="2" destOrd="0" parTransId="{F24BB7CD-743E-48A6-B63C-372FE506D6C6}" sibTransId="{A88D8D74-DDC1-4863-9162-51AEEB501507}"/>
    <dgm:cxn modelId="{2354A2A2-337B-4B39-AC7F-8F0DFB95F09E}" srcId="{AFDAE92B-AFBC-41EE-A17F-C5733C035CE0}" destId="{E921D198-C0CC-4FC3-91D6-166BCAE409DE}" srcOrd="2" destOrd="0" parTransId="{C3B63C01-345A-4432-BA01-6E1B9651C1AA}" sibTransId="{EBB97B30-6631-4E0B-A2A7-2AC1680E9A92}"/>
    <dgm:cxn modelId="{1FED62B4-0589-4420-BB9C-AC5737BAE4BF}" srcId="{2F0C5B4C-1DE8-43CF-AA22-F5F3900EB3C0}" destId="{28DFB380-5E87-4786-A1F4-60999A2DD5A8}" srcOrd="4" destOrd="0" parTransId="{4D7C6E08-ACC7-4A27-9804-932EC099D9BA}" sibTransId="{1D39B079-CB72-4D95-9992-0ED3027AD164}"/>
    <dgm:cxn modelId="{EA2BB5B6-D98E-4A2E-9F3A-BA573EEE0232}" type="presOf" srcId="{25C101B8-B1F3-44D9-B4D7-6EC6B8EBD75D}" destId="{85B2487E-32F4-4800-A319-C6E2BB29EFB7}" srcOrd="0" destOrd="0" presId="urn:microsoft.com/office/officeart/2005/8/layout/hList1"/>
    <dgm:cxn modelId="{C5D344BA-66D5-4241-9FE6-35BDCAC3504E}" srcId="{2F0C5B4C-1DE8-43CF-AA22-F5F3900EB3C0}" destId="{10863E58-BB93-4FAE-8676-E029561EB561}" srcOrd="1" destOrd="0" parTransId="{D55365E0-31CD-4B47-A1CE-446C7A2AAAE9}" sibTransId="{0B43EF44-3AF4-4C80-8AA2-FA6897C74A30}"/>
    <dgm:cxn modelId="{E09D8AC7-CD1E-4466-B6E9-4B0A473AABC3}" type="presOf" srcId="{9AD6B1CA-9E68-499C-8EFD-B9B294F4343E}" destId="{E6B67B53-A27E-4C61-A607-38114DF16296}" srcOrd="0" destOrd="0" presId="urn:microsoft.com/office/officeart/2005/8/layout/hList1"/>
    <dgm:cxn modelId="{9BD91AD6-1C45-4BC5-A584-6ACEF7120F3E}" type="presOf" srcId="{62FD4FA3-4FDD-4770-A08D-F6114898A098}" destId="{E6B67B53-A27E-4C61-A607-38114DF16296}" srcOrd="0" destOrd="1" presId="urn:microsoft.com/office/officeart/2005/8/layout/hList1"/>
    <dgm:cxn modelId="{1CD90CDF-92A5-4F96-B981-E98DEA9F86D6}" type="presOf" srcId="{10863E58-BB93-4FAE-8676-E029561EB561}" destId="{178A79E9-0BEC-4D31-B8F4-E97216AE5D63}" srcOrd="0" destOrd="1" presId="urn:microsoft.com/office/officeart/2005/8/layout/hList1"/>
    <dgm:cxn modelId="{A5866EE7-DDEC-420A-A5B7-18F50025A00C}" type="presOf" srcId="{28DFB380-5E87-4786-A1F4-60999A2DD5A8}" destId="{178A79E9-0BEC-4D31-B8F4-E97216AE5D63}" srcOrd="0" destOrd="4" presId="urn:microsoft.com/office/officeart/2005/8/layout/hList1"/>
    <dgm:cxn modelId="{C82C5FFA-0963-4304-A33A-B165E577E3C5}" type="presOf" srcId="{2F0C5B4C-1DE8-43CF-AA22-F5F3900EB3C0}" destId="{3D97DA6A-773E-488D-874F-2226AF448726}" srcOrd="0" destOrd="0" presId="urn:microsoft.com/office/officeart/2005/8/layout/hList1"/>
    <dgm:cxn modelId="{90999503-04EC-4803-AFD7-691B9835404D}" type="presParOf" srcId="{85B2487E-32F4-4800-A319-C6E2BB29EFB7}" destId="{084AA2E1-C375-436F-9841-689E288143E3}" srcOrd="0" destOrd="0" presId="urn:microsoft.com/office/officeart/2005/8/layout/hList1"/>
    <dgm:cxn modelId="{3C923C71-375F-4414-B4E8-09E1A6F0AB54}" type="presParOf" srcId="{084AA2E1-C375-436F-9841-689E288143E3}" destId="{5B53DE51-CB2B-4ECE-A189-C2328766F0E3}" srcOrd="0" destOrd="0" presId="urn:microsoft.com/office/officeart/2005/8/layout/hList1"/>
    <dgm:cxn modelId="{A64220B7-101C-490F-917B-678E5509AA93}" type="presParOf" srcId="{084AA2E1-C375-436F-9841-689E288143E3}" destId="{E6B67B53-A27E-4C61-A607-38114DF16296}" srcOrd="1" destOrd="0" presId="urn:microsoft.com/office/officeart/2005/8/layout/hList1"/>
    <dgm:cxn modelId="{7A7B0FBD-9B09-4BBB-A143-8F4B2E2B4B25}" type="presParOf" srcId="{85B2487E-32F4-4800-A319-C6E2BB29EFB7}" destId="{11BB3333-F0F5-45B5-8C9E-2DE92379F044}" srcOrd="1" destOrd="0" presId="urn:microsoft.com/office/officeart/2005/8/layout/hList1"/>
    <dgm:cxn modelId="{FAC5E360-9101-472E-AFEE-D6BA2D68D59F}" type="presParOf" srcId="{85B2487E-32F4-4800-A319-C6E2BB29EFB7}" destId="{BC52C17C-1854-4D0A-B9C8-C5244D5E344E}" srcOrd="2" destOrd="0" presId="urn:microsoft.com/office/officeart/2005/8/layout/hList1"/>
    <dgm:cxn modelId="{38F91E80-FEB7-4695-8EEA-466D37AE4312}" type="presParOf" srcId="{BC52C17C-1854-4D0A-B9C8-C5244D5E344E}" destId="{3D97DA6A-773E-488D-874F-2226AF448726}" srcOrd="0" destOrd="0" presId="urn:microsoft.com/office/officeart/2005/8/layout/hList1"/>
    <dgm:cxn modelId="{1602D3CA-1542-4062-8838-3C67359F3FA5}" type="presParOf" srcId="{BC52C17C-1854-4D0A-B9C8-C5244D5E344E}" destId="{178A79E9-0BEC-4D31-B8F4-E97216AE5D6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E0AC980-7A45-4902-95EC-214A6C480D7D}" type="doc">
      <dgm:prSet loTypeId="urn:microsoft.com/office/officeart/2005/8/layout/process5" loCatId="process" qsTypeId="urn:microsoft.com/office/officeart/2005/8/quickstyle/simple1" qsCatId="simple" csTypeId="urn:microsoft.com/office/officeart/2005/8/colors/accent2_1" csCatId="accent2" phldr="1"/>
      <dgm:spPr/>
    </dgm:pt>
    <dgm:pt modelId="{C356B028-99DC-48E5-B0B0-5E06F70622D9}">
      <dgm:prSet phldrT="[Texte]" custT="1"/>
      <dgm:spPr/>
      <dgm:t>
        <a:bodyPr/>
        <a:lstStyle/>
        <a:p>
          <a:r>
            <a:rPr lang="fr-FR" sz="2000" b="1" dirty="0"/>
            <a:t>Identification</a:t>
          </a:r>
          <a:r>
            <a:rPr lang="fr-FR" sz="2000" dirty="0"/>
            <a:t> </a:t>
          </a:r>
        </a:p>
      </dgm:t>
    </dgm:pt>
    <dgm:pt modelId="{506B7D0F-B219-44BA-A7D1-725308BC0684}" type="parTrans" cxnId="{9BD0D035-24B7-4AFD-B169-BAC5D03256AA}">
      <dgm:prSet/>
      <dgm:spPr/>
      <dgm:t>
        <a:bodyPr/>
        <a:lstStyle/>
        <a:p>
          <a:endParaRPr lang="fr-FR" sz="2800"/>
        </a:p>
      </dgm:t>
    </dgm:pt>
    <dgm:pt modelId="{70050F7E-9FAC-43AA-8548-AB8EAF849B3E}" type="sibTrans" cxnId="{9BD0D035-24B7-4AFD-B169-BAC5D03256AA}">
      <dgm:prSet custT="1"/>
      <dgm:spPr/>
      <dgm:t>
        <a:bodyPr/>
        <a:lstStyle/>
        <a:p>
          <a:endParaRPr lang="fr-FR" sz="1600"/>
        </a:p>
      </dgm:t>
    </dgm:pt>
    <dgm:pt modelId="{6E0461D1-45A7-4236-8678-8FAF2CC38682}">
      <dgm:prSet custT="1"/>
      <dgm:spPr/>
      <dgm:t>
        <a:bodyPr/>
        <a:lstStyle/>
        <a:p>
          <a:r>
            <a:rPr lang="fr-FR" sz="2000" b="1" dirty="0"/>
            <a:t>Formulation</a:t>
          </a:r>
          <a:r>
            <a:rPr lang="fr-FR" sz="2000" dirty="0"/>
            <a:t> </a:t>
          </a:r>
        </a:p>
      </dgm:t>
    </dgm:pt>
    <dgm:pt modelId="{75FF76E4-84E3-49F6-81D3-4CAF1299C0D4}" type="parTrans" cxnId="{CFDA2722-E7A9-4F5D-B609-1B4CA44C8512}">
      <dgm:prSet/>
      <dgm:spPr/>
      <dgm:t>
        <a:bodyPr/>
        <a:lstStyle/>
        <a:p>
          <a:endParaRPr lang="fr-FR" sz="2800"/>
        </a:p>
      </dgm:t>
    </dgm:pt>
    <dgm:pt modelId="{3EFD9ECD-F38A-424E-BC06-7D36E5D3964E}" type="sibTrans" cxnId="{CFDA2722-E7A9-4F5D-B609-1B4CA44C8512}">
      <dgm:prSet custT="1"/>
      <dgm:spPr/>
      <dgm:t>
        <a:bodyPr/>
        <a:lstStyle/>
        <a:p>
          <a:endParaRPr lang="fr-FR" sz="1600"/>
        </a:p>
      </dgm:t>
    </dgm:pt>
    <dgm:pt modelId="{2D1B333D-088F-44F4-91C0-45053970B334}">
      <dgm:prSet custT="1"/>
      <dgm:spPr/>
      <dgm:t>
        <a:bodyPr/>
        <a:lstStyle/>
        <a:p>
          <a:r>
            <a:rPr lang="fr-FR" sz="2000" b="1" dirty="0"/>
            <a:t>Analyse</a:t>
          </a:r>
          <a:r>
            <a:rPr lang="fr-FR" sz="2000" dirty="0"/>
            <a:t> &amp; </a:t>
          </a:r>
          <a:r>
            <a:rPr lang="fr-FR" sz="2000" b="1" dirty="0"/>
            <a:t>évaluation</a:t>
          </a:r>
        </a:p>
      </dgm:t>
    </dgm:pt>
    <dgm:pt modelId="{096711AB-2DC0-4B3D-835C-F90A3355723F}" type="parTrans" cxnId="{F19A0815-4586-4163-9B60-59B1FF492770}">
      <dgm:prSet/>
      <dgm:spPr/>
      <dgm:t>
        <a:bodyPr/>
        <a:lstStyle/>
        <a:p>
          <a:endParaRPr lang="fr-FR" sz="2800"/>
        </a:p>
      </dgm:t>
    </dgm:pt>
    <dgm:pt modelId="{B86E2048-3C45-4BF9-A28A-47BE90D45F2A}" type="sibTrans" cxnId="{F19A0815-4586-4163-9B60-59B1FF492770}">
      <dgm:prSet custT="1"/>
      <dgm:spPr/>
      <dgm:t>
        <a:bodyPr/>
        <a:lstStyle/>
        <a:p>
          <a:endParaRPr lang="fr-FR" sz="1600"/>
        </a:p>
      </dgm:t>
    </dgm:pt>
    <dgm:pt modelId="{C57DB3A0-B01A-485C-9BC2-633BFB6DB56D}">
      <dgm:prSet custT="1"/>
      <dgm:spPr/>
      <dgm:t>
        <a:bodyPr/>
        <a:lstStyle/>
        <a:p>
          <a:r>
            <a:rPr lang="fr-FR" sz="2000" b="1" dirty="0"/>
            <a:t>Décision</a:t>
          </a:r>
        </a:p>
      </dgm:t>
    </dgm:pt>
    <dgm:pt modelId="{BBDFBA19-A45E-4350-BA90-FDFC31FE8F5A}" type="parTrans" cxnId="{5F692379-D14D-43BA-BD64-B4CD1ED5A6EA}">
      <dgm:prSet/>
      <dgm:spPr/>
      <dgm:t>
        <a:bodyPr/>
        <a:lstStyle/>
        <a:p>
          <a:endParaRPr lang="fr-FR" sz="2800"/>
        </a:p>
      </dgm:t>
    </dgm:pt>
    <dgm:pt modelId="{84EDC427-E517-4C50-98D2-76D46AB6AAA2}" type="sibTrans" cxnId="{5F692379-D14D-43BA-BD64-B4CD1ED5A6EA}">
      <dgm:prSet custT="1"/>
      <dgm:spPr/>
      <dgm:t>
        <a:bodyPr/>
        <a:lstStyle/>
        <a:p>
          <a:endParaRPr lang="fr-FR" sz="1600"/>
        </a:p>
      </dgm:t>
    </dgm:pt>
    <dgm:pt modelId="{4A897DE9-34BF-431B-938A-5CAE1A436F38}">
      <dgm:prSet custT="1"/>
      <dgm:spPr/>
      <dgm:t>
        <a:bodyPr/>
        <a:lstStyle/>
        <a:p>
          <a:r>
            <a:rPr lang="fr-FR" sz="2000" dirty="0"/>
            <a:t>Planification</a:t>
          </a:r>
        </a:p>
      </dgm:t>
    </dgm:pt>
    <dgm:pt modelId="{AEE182B2-1059-493A-890C-C90A2965AD6F}" type="parTrans" cxnId="{0582FD47-E047-4BC2-B0A4-252DBA5A8E24}">
      <dgm:prSet/>
      <dgm:spPr/>
      <dgm:t>
        <a:bodyPr/>
        <a:lstStyle/>
        <a:p>
          <a:endParaRPr lang="fr-FR" sz="2800"/>
        </a:p>
      </dgm:t>
    </dgm:pt>
    <dgm:pt modelId="{509A9D22-7B6A-463B-9CFC-41FBD88DDB67}" type="sibTrans" cxnId="{0582FD47-E047-4BC2-B0A4-252DBA5A8E24}">
      <dgm:prSet custT="1"/>
      <dgm:spPr/>
      <dgm:t>
        <a:bodyPr/>
        <a:lstStyle/>
        <a:p>
          <a:endParaRPr lang="fr-FR" sz="1600"/>
        </a:p>
      </dgm:t>
    </dgm:pt>
    <dgm:pt modelId="{40743FFA-DD79-45DA-8DB7-163F6F976ED3}">
      <dgm:prSet custT="1"/>
      <dgm:spPr/>
      <dgm:t>
        <a:bodyPr/>
        <a:lstStyle/>
        <a:p>
          <a:r>
            <a:rPr lang="fr-FR" sz="2000" dirty="0"/>
            <a:t>Exécution, Suivi &amp; Contrôle</a:t>
          </a:r>
        </a:p>
      </dgm:t>
    </dgm:pt>
    <dgm:pt modelId="{E16F452F-B229-45F8-8099-52194E611B43}" type="parTrans" cxnId="{8B0F0333-688F-4DEE-A48B-A8B75A26F531}">
      <dgm:prSet/>
      <dgm:spPr/>
      <dgm:t>
        <a:bodyPr/>
        <a:lstStyle/>
        <a:p>
          <a:endParaRPr lang="fr-FR" sz="2800"/>
        </a:p>
      </dgm:t>
    </dgm:pt>
    <dgm:pt modelId="{2E778CE4-8709-4E75-A36A-CFCE9AAA83FB}" type="sibTrans" cxnId="{8B0F0333-688F-4DEE-A48B-A8B75A26F531}">
      <dgm:prSet custT="1"/>
      <dgm:spPr/>
      <dgm:t>
        <a:bodyPr/>
        <a:lstStyle/>
        <a:p>
          <a:endParaRPr lang="fr-FR" sz="1600"/>
        </a:p>
      </dgm:t>
    </dgm:pt>
    <dgm:pt modelId="{0DA557A3-B995-4AC8-B1A8-26338D0D0B58}">
      <dgm:prSet custT="1"/>
      <dgm:spPr/>
      <dgm:t>
        <a:bodyPr/>
        <a:lstStyle/>
        <a:p>
          <a:r>
            <a:rPr lang="fr-FR" sz="2000" dirty="0"/>
            <a:t>Opérationnalisation </a:t>
          </a:r>
        </a:p>
      </dgm:t>
    </dgm:pt>
    <dgm:pt modelId="{1406AF3A-19C7-4967-98E1-F51CF44B58BA}" type="parTrans" cxnId="{CE0BC701-8A85-464A-9972-8229D8AF8EB1}">
      <dgm:prSet/>
      <dgm:spPr/>
      <dgm:t>
        <a:bodyPr/>
        <a:lstStyle/>
        <a:p>
          <a:endParaRPr lang="fr-FR" sz="2800"/>
        </a:p>
      </dgm:t>
    </dgm:pt>
    <dgm:pt modelId="{A0F2A1AE-9FF7-4ED2-A378-70EA41338C41}" type="sibTrans" cxnId="{CE0BC701-8A85-464A-9972-8229D8AF8EB1}">
      <dgm:prSet custT="1"/>
      <dgm:spPr/>
      <dgm:t>
        <a:bodyPr/>
        <a:lstStyle/>
        <a:p>
          <a:endParaRPr lang="fr-FR" sz="1600"/>
        </a:p>
      </dgm:t>
    </dgm:pt>
    <dgm:pt modelId="{F0138D88-813E-4980-81AB-8026D8610AB8}">
      <dgm:prSet custT="1"/>
      <dgm:spPr/>
      <dgm:t>
        <a:bodyPr/>
        <a:lstStyle/>
        <a:p>
          <a:r>
            <a:rPr lang="fr-FR" sz="2000" dirty="0"/>
            <a:t>Post-évaluation</a:t>
          </a:r>
        </a:p>
      </dgm:t>
    </dgm:pt>
    <dgm:pt modelId="{8B8122C6-D249-4F66-B272-F1CCB0C7DA9E}" type="parTrans" cxnId="{79BAB019-7A9E-4BEB-AB7E-24D6E17CDF90}">
      <dgm:prSet/>
      <dgm:spPr/>
      <dgm:t>
        <a:bodyPr/>
        <a:lstStyle/>
        <a:p>
          <a:endParaRPr lang="fr-FR" sz="2800"/>
        </a:p>
      </dgm:t>
    </dgm:pt>
    <dgm:pt modelId="{2C53033C-F939-4961-83D5-5B9B150A7A47}" type="sibTrans" cxnId="{79BAB019-7A9E-4BEB-AB7E-24D6E17CDF90}">
      <dgm:prSet/>
      <dgm:spPr/>
      <dgm:t>
        <a:bodyPr/>
        <a:lstStyle/>
        <a:p>
          <a:endParaRPr lang="fr-FR" sz="2800"/>
        </a:p>
      </dgm:t>
    </dgm:pt>
    <dgm:pt modelId="{3374842E-6778-4826-87B0-69D0FDFFA41E}" type="pres">
      <dgm:prSet presAssocID="{1E0AC980-7A45-4902-95EC-214A6C480D7D}" presName="diagram" presStyleCnt="0">
        <dgm:presLayoutVars>
          <dgm:dir/>
          <dgm:resizeHandles val="exact"/>
        </dgm:presLayoutVars>
      </dgm:prSet>
      <dgm:spPr/>
    </dgm:pt>
    <dgm:pt modelId="{EBDDC775-63E8-4395-BF68-587AD8BED221}" type="pres">
      <dgm:prSet presAssocID="{C356B028-99DC-48E5-B0B0-5E06F70622D9}" presName="node" presStyleLbl="node1" presStyleIdx="0" presStyleCnt="8">
        <dgm:presLayoutVars>
          <dgm:bulletEnabled val="1"/>
        </dgm:presLayoutVars>
      </dgm:prSet>
      <dgm:spPr/>
    </dgm:pt>
    <dgm:pt modelId="{E8439967-794B-4526-851B-1ACADBC8FD8D}" type="pres">
      <dgm:prSet presAssocID="{70050F7E-9FAC-43AA-8548-AB8EAF849B3E}" presName="sibTrans" presStyleLbl="sibTrans2D1" presStyleIdx="0" presStyleCnt="7"/>
      <dgm:spPr/>
    </dgm:pt>
    <dgm:pt modelId="{8D146D1D-E700-433A-964A-F3ED3E554FB5}" type="pres">
      <dgm:prSet presAssocID="{70050F7E-9FAC-43AA-8548-AB8EAF849B3E}" presName="connectorText" presStyleLbl="sibTrans2D1" presStyleIdx="0" presStyleCnt="7"/>
      <dgm:spPr/>
    </dgm:pt>
    <dgm:pt modelId="{BD172ADC-4714-4B21-819A-545F87259A4B}" type="pres">
      <dgm:prSet presAssocID="{6E0461D1-45A7-4236-8678-8FAF2CC38682}" presName="node" presStyleLbl="node1" presStyleIdx="1" presStyleCnt="8">
        <dgm:presLayoutVars>
          <dgm:bulletEnabled val="1"/>
        </dgm:presLayoutVars>
      </dgm:prSet>
      <dgm:spPr/>
    </dgm:pt>
    <dgm:pt modelId="{2F82CA1D-0A8D-4515-9692-B346F544E1F9}" type="pres">
      <dgm:prSet presAssocID="{3EFD9ECD-F38A-424E-BC06-7D36E5D3964E}" presName="sibTrans" presStyleLbl="sibTrans2D1" presStyleIdx="1" presStyleCnt="7"/>
      <dgm:spPr/>
    </dgm:pt>
    <dgm:pt modelId="{8A44374B-20AF-4FD7-BC46-C8E91E626EFC}" type="pres">
      <dgm:prSet presAssocID="{3EFD9ECD-F38A-424E-BC06-7D36E5D3964E}" presName="connectorText" presStyleLbl="sibTrans2D1" presStyleIdx="1" presStyleCnt="7"/>
      <dgm:spPr/>
    </dgm:pt>
    <dgm:pt modelId="{35938E07-C209-4E4F-A258-9396B4B41FA3}" type="pres">
      <dgm:prSet presAssocID="{2D1B333D-088F-44F4-91C0-45053970B334}" presName="node" presStyleLbl="node1" presStyleIdx="2" presStyleCnt="8">
        <dgm:presLayoutVars>
          <dgm:bulletEnabled val="1"/>
        </dgm:presLayoutVars>
      </dgm:prSet>
      <dgm:spPr/>
    </dgm:pt>
    <dgm:pt modelId="{9B4B268A-C9E9-4260-AF09-F6DE67D8A1FC}" type="pres">
      <dgm:prSet presAssocID="{B86E2048-3C45-4BF9-A28A-47BE90D45F2A}" presName="sibTrans" presStyleLbl="sibTrans2D1" presStyleIdx="2" presStyleCnt="7"/>
      <dgm:spPr/>
    </dgm:pt>
    <dgm:pt modelId="{DBFBEF08-EFC7-4054-BD36-C3FA396534F8}" type="pres">
      <dgm:prSet presAssocID="{B86E2048-3C45-4BF9-A28A-47BE90D45F2A}" presName="connectorText" presStyleLbl="sibTrans2D1" presStyleIdx="2" presStyleCnt="7"/>
      <dgm:spPr/>
    </dgm:pt>
    <dgm:pt modelId="{8A67B814-7991-4419-87B7-0898DAD526A0}" type="pres">
      <dgm:prSet presAssocID="{C57DB3A0-B01A-485C-9BC2-633BFB6DB56D}" presName="node" presStyleLbl="node1" presStyleIdx="3" presStyleCnt="8">
        <dgm:presLayoutVars>
          <dgm:bulletEnabled val="1"/>
        </dgm:presLayoutVars>
      </dgm:prSet>
      <dgm:spPr/>
    </dgm:pt>
    <dgm:pt modelId="{231139D8-9B53-485D-B8E4-2A45ED227CAF}" type="pres">
      <dgm:prSet presAssocID="{84EDC427-E517-4C50-98D2-76D46AB6AAA2}" presName="sibTrans" presStyleLbl="sibTrans2D1" presStyleIdx="3" presStyleCnt="7"/>
      <dgm:spPr/>
    </dgm:pt>
    <dgm:pt modelId="{745F8BAC-143A-447A-B8D2-E18D18A667F7}" type="pres">
      <dgm:prSet presAssocID="{84EDC427-E517-4C50-98D2-76D46AB6AAA2}" presName="connectorText" presStyleLbl="sibTrans2D1" presStyleIdx="3" presStyleCnt="7"/>
      <dgm:spPr/>
    </dgm:pt>
    <dgm:pt modelId="{ABE4D707-696B-49CA-905A-BF466C77B862}" type="pres">
      <dgm:prSet presAssocID="{4A897DE9-34BF-431B-938A-5CAE1A436F38}" presName="node" presStyleLbl="node1" presStyleIdx="4" presStyleCnt="8">
        <dgm:presLayoutVars>
          <dgm:bulletEnabled val="1"/>
        </dgm:presLayoutVars>
      </dgm:prSet>
      <dgm:spPr/>
    </dgm:pt>
    <dgm:pt modelId="{42B6BD58-2EE3-47C8-89A5-40E367F62FB9}" type="pres">
      <dgm:prSet presAssocID="{509A9D22-7B6A-463B-9CFC-41FBD88DDB67}" presName="sibTrans" presStyleLbl="sibTrans2D1" presStyleIdx="4" presStyleCnt="7"/>
      <dgm:spPr/>
    </dgm:pt>
    <dgm:pt modelId="{D6D9471F-5358-4B8A-8DC3-FD8630C8228D}" type="pres">
      <dgm:prSet presAssocID="{509A9D22-7B6A-463B-9CFC-41FBD88DDB67}" presName="connectorText" presStyleLbl="sibTrans2D1" presStyleIdx="4" presStyleCnt="7"/>
      <dgm:spPr/>
    </dgm:pt>
    <dgm:pt modelId="{4A55A49A-E914-4354-BC53-4AC61E7233CD}" type="pres">
      <dgm:prSet presAssocID="{40743FFA-DD79-45DA-8DB7-163F6F976ED3}" presName="node" presStyleLbl="node1" presStyleIdx="5" presStyleCnt="8">
        <dgm:presLayoutVars>
          <dgm:bulletEnabled val="1"/>
        </dgm:presLayoutVars>
      </dgm:prSet>
      <dgm:spPr/>
    </dgm:pt>
    <dgm:pt modelId="{223CC472-419F-411D-B734-FA567D99B063}" type="pres">
      <dgm:prSet presAssocID="{2E778CE4-8709-4E75-A36A-CFCE9AAA83FB}" presName="sibTrans" presStyleLbl="sibTrans2D1" presStyleIdx="5" presStyleCnt="7"/>
      <dgm:spPr/>
    </dgm:pt>
    <dgm:pt modelId="{3F63C8BE-511F-4D13-920A-DF23F215A603}" type="pres">
      <dgm:prSet presAssocID="{2E778CE4-8709-4E75-A36A-CFCE9AAA83FB}" presName="connectorText" presStyleLbl="sibTrans2D1" presStyleIdx="5" presStyleCnt="7"/>
      <dgm:spPr/>
    </dgm:pt>
    <dgm:pt modelId="{4A0DECE1-8626-445F-9D4B-D578FB295F3B}" type="pres">
      <dgm:prSet presAssocID="{0DA557A3-B995-4AC8-B1A8-26338D0D0B58}" presName="node" presStyleLbl="node1" presStyleIdx="6" presStyleCnt="8">
        <dgm:presLayoutVars>
          <dgm:bulletEnabled val="1"/>
        </dgm:presLayoutVars>
      </dgm:prSet>
      <dgm:spPr/>
    </dgm:pt>
    <dgm:pt modelId="{2A606846-4945-4564-ADFC-34A0AD3D11FD}" type="pres">
      <dgm:prSet presAssocID="{A0F2A1AE-9FF7-4ED2-A378-70EA41338C41}" presName="sibTrans" presStyleLbl="sibTrans2D1" presStyleIdx="6" presStyleCnt="7"/>
      <dgm:spPr/>
    </dgm:pt>
    <dgm:pt modelId="{2AB94E5F-FE42-497F-B0FE-246B3BB667FB}" type="pres">
      <dgm:prSet presAssocID="{A0F2A1AE-9FF7-4ED2-A378-70EA41338C41}" presName="connectorText" presStyleLbl="sibTrans2D1" presStyleIdx="6" presStyleCnt="7"/>
      <dgm:spPr/>
    </dgm:pt>
    <dgm:pt modelId="{101DC9DC-00C3-41F2-8140-CF350950AF01}" type="pres">
      <dgm:prSet presAssocID="{F0138D88-813E-4980-81AB-8026D8610AB8}" presName="node" presStyleLbl="node1" presStyleIdx="7" presStyleCnt="8">
        <dgm:presLayoutVars>
          <dgm:bulletEnabled val="1"/>
        </dgm:presLayoutVars>
      </dgm:prSet>
      <dgm:spPr/>
    </dgm:pt>
  </dgm:ptLst>
  <dgm:cxnLst>
    <dgm:cxn modelId="{CE0BC701-8A85-464A-9972-8229D8AF8EB1}" srcId="{1E0AC980-7A45-4902-95EC-214A6C480D7D}" destId="{0DA557A3-B995-4AC8-B1A8-26338D0D0B58}" srcOrd="6" destOrd="0" parTransId="{1406AF3A-19C7-4967-98E1-F51CF44B58BA}" sibTransId="{A0F2A1AE-9FF7-4ED2-A378-70EA41338C41}"/>
    <dgm:cxn modelId="{551D720B-6831-45FF-8B58-B2135F9ACAC3}" type="presOf" srcId="{509A9D22-7B6A-463B-9CFC-41FBD88DDB67}" destId="{42B6BD58-2EE3-47C8-89A5-40E367F62FB9}" srcOrd="0" destOrd="0" presId="urn:microsoft.com/office/officeart/2005/8/layout/process5"/>
    <dgm:cxn modelId="{2E471C14-2371-4EAF-A90E-E2600F41766E}" type="presOf" srcId="{A0F2A1AE-9FF7-4ED2-A378-70EA41338C41}" destId="{2AB94E5F-FE42-497F-B0FE-246B3BB667FB}" srcOrd="1" destOrd="0" presId="urn:microsoft.com/office/officeart/2005/8/layout/process5"/>
    <dgm:cxn modelId="{F19A0815-4586-4163-9B60-59B1FF492770}" srcId="{1E0AC980-7A45-4902-95EC-214A6C480D7D}" destId="{2D1B333D-088F-44F4-91C0-45053970B334}" srcOrd="2" destOrd="0" parTransId="{096711AB-2DC0-4B3D-835C-F90A3355723F}" sibTransId="{B86E2048-3C45-4BF9-A28A-47BE90D45F2A}"/>
    <dgm:cxn modelId="{79BAB019-7A9E-4BEB-AB7E-24D6E17CDF90}" srcId="{1E0AC980-7A45-4902-95EC-214A6C480D7D}" destId="{F0138D88-813E-4980-81AB-8026D8610AB8}" srcOrd="7" destOrd="0" parTransId="{8B8122C6-D249-4F66-B272-F1CCB0C7DA9E}" sibTransId="{2C53033C-F939-4961-83D5-5B9B150A7A47}"/>
    <dgm:cxn modelId="{CFDA2722-E7A9-4F5D-B609-1B4CA44C8512}" srcId="{1E0AC980-7A45-4902-95EC-214A6C480D7D}" destId="{6E0461D1-45A7-4236-8678-8FAF2CC38682}" srcOrd="1" destOrd="0" parTransId="{75FF76E4-84E3-49F6-81D3-4CAF1299C0D4}" sibTransId="{3EFD9ECD-F38A-424E-BC06-7D36E5D3964E}"/>
    <dgm:cxn modelId="{42855A26-E50C-4312-81C5-2B8FA4410CBE}" type="presOf" srcId="{1E0AC980-7A45-4902-95EC-214A6C480D7D}" destId="{3374842E-6778-4826-87B0-69D0FDFFA41E}" srcOrd="0" destOrd="0" presId="urn:microsoft.com/office/officeart/2005/8/layout/process5"/>
    <dgm:cxn modelId="{8B0F0333-688F-4DEE-A48B-A8B75A26F531}" srcId="{1E0AC980-7A45-4902-95EC-214A6C480D7D}" destId="{40743FFA-DD79-45DA-8DB7-163F6F976ED3}" srcOrd="5" destOrd="0" parTransId="{E16F452F-B229-45F8-8099-52194E611B43}" sibTransId="{2E778CE4-8709-4E75-A36A-CFCE9AAA83FB}"/>
    <dgm:cxn modelId="{9BD0D035-24B7-4AFD-B169-BAC5D03256AA}" srcId="{1E0AC980-7A45-4902-95EC-214A6C480D7D}" destId="{C356B028-99DC-48E5-B0B0-5E06F70622D9}" srcOrd="0" destOrd="0" parTransId="{506B7D0F-B219-44BA-A7D1-725308BC0684}" sibTransId="{70050F7E-9FAC-43AA-8548-AB8EAF849B3E}"/>
    <dgm:cxn modelId="{2649B162-D78A-4A1D-88B5-B4B996502681}" type="presOf" srcId="{40743FFA-DD79-45DA-8DB7-163F6F976ED3}" destId="{4A55A49A-E914-4354-BC53-4AC61E7233CD}" srcOrd="0" destOrd="0" presId="urn:microsoft.com/office/officeart/2005/8/layout/process5"/>
    <dgm:cxn modelId="{49FB1344-CE5D-4BA1-BE2A-8F678C4769FA}" type="presOf" srcId="{70050F7E-9FAC-43AA-8548-AB8EAF849B3E}" destId="{8D146D1D-E700-433A-964A-F3ED3E554FB5}" srcOrd="1" destOrd="0" presId="urn:microsoft.com/office/officeart/2005/8/layout/process5"/>
    <dgm:cxn modelId="{24A0CE45-1A99-4238-A2F5-D0B2D457F92A}" type="presOf" srcId="{F0138D88-813E-4980-81AB-8026D8610AB8}" destId="{101DC9DC-00C3-41F2-8140-CF350950AF01}" srcOrd="0" destOrd="0" presId="urn:microsoft.com/office/officeart/2005/8/layout/process5"/>
    <dgm:cxn modelId="{0582FD47-E047-4BC2-B0A4-252DBA5A8E24}" srcId="{1E0AC980-7A45-4902-95EC-214A6C480D7D}" destId="{4A897DE9-34BF-431B-938A-5CAE1A436F38}" srcOrd="4" destOrd="0" parTransId="{AEE182B2-1059-493A-890C-C90A2965AD6F}" sibTransId="{509A9D22-7B6A-463B-9CFC-41FBD88DDB67}"/>
    <dgm:cxn modelId="{B12F0B6A-0D2D-4933-BCCF-31768AFB396A}" type="presOf" srcId="{84EDC427-E517-4C50-98D2-76D46AB6AAA2}" destId="{231139D8-9B53-485D-B8E4-2A45ED227CAF}" srcOrd="0" destOrd="0" presId="urn:microsoft.com/office/officeart/2005/8/layout/process5"/>
    <dgm:cxn modelId="{07F2364D-0C09-4D1A-AAB0-FD9BCD986527}" type="presOf" srcId="{C356B028-99DC-48E5-B0B0-5E06F70622D9}" destId="{EBDDC775-63E8-4395-BF68-587AD8BED221}" srcOrd="0" destOrd="0" presId="urn:microsoft.com/office/officeart/2005/8/layout/process5"/>
    <dgm:cxn modelId="{69348970-471D-4436-A06E-675E777EFE66}" type="presOf" srcId="{84EDC427-E517-4C50-98D2-76D46AB6AAA2}" destId="{745F8BAC-143A-447A-B8D2-E18D18A667F7}" srcOrd="1" destOrd="0" presId="urn:microsoft.com/office/officeart/2005/8/layout/process5"/>
    <dgm:cxn modelId="{90FB3474-ABFC-4B08-891B-59B46ABF1D4F}" type="presOf" srcId="{4A897DE9-34BF-431B-938A-5CAE1A436F38}" destId="{ABE4D707-696B-49CA-905A-BF466C77B862}" srcOrd="0" destOrd="0" presId="urn:microsoft.com/office/officeart/2005/8/layout/process5"/>
    <dgm:cxn modelId="{A606A258-4707-46FA-820F-C368F45E9547}" type="presOf" srcId="{70050F7E-9FAC-43AA-8548-AB8EAF849B3E}" destId="{E8439967-794B-4526-851B-1ACADBC8FD8D}" srcOrd="0" destOrd="0" presId="urn:microsoft.com/office/officeart/2005/8/layout/process5"/>
    <dgm:cxn modelId="{5F692379-D14D-43BA-BD64-B4CD1ED5A6EA}" srcId="{1E0AC980-7A45-4902-95EC-214A6C480D7D}" destId="{C57DB3A0-B01A-485C-9BC2-633BFB6DB56D}" srcOrd="3" destOrd="0" parTransId="{BBDFBA19-A45E-4350-BA90-FDFC31FE8F5A}" sibTransId="{84EDC427-E517-4C50-98D2-76D46AB6AAA2}"/>
    <dgm:cxn modelId="{81283884-72BF-4B36-B741-61CF2C18DCA0}" type="presOf" srcId="{B86E2048-3C45-4BF9-A28A-47BE90D45F2A}" destId="{9B4B268A-C9E9-4260-AF09-F6DE67D8A1FC}" srcOrd="0" destOrd="0" presId="urn:microsoft.com/office/officeart/2005/8/layout/process5"/>
    <dgm:cxn modelId="{23449784-6872-407B-910F-104F7BDCBF00}" type="presOf" srcId="{B86E2048-3C45-4BF9-A28A-47BE90D45F2A}" destId="{DBFBEF08-EFC7-4054-BD36-C3FA396534F8}" srcOrd="1" destOrd="0" presId="urn:microsoft.com/office/officeart/2005/8/layout/process5"/>
    <dgm:cxn modelId="{7EBD5787-9348-409F-AF81-3676D9080ECD}" type="presOf" srcId="{2D1B333D-088F-44F4-91C0-45053970B334}" destId="{35938E07-C209-4E4F-A258-9396B4B41FA3}" srcOrd="0" destOrd="0" presId="urn:microsoft.com/office/officeart/2005/8/layout/process5"/>
    <dgm:cxn modelId="{C496648C-E18E-4389-861F-5CC9B0276BE0}" type="presOf" srcId="{3EFD9ECD-F38A-424E-BC06-7D36E5D3964E}" destId="{2F82CA1D-0A8D-4515-9692-B346F544E1F9}" srcOrd="0" destOrd="0" presId="urn:microsoft.com/office/officeart/2005/8/layout/process5"/>
    <dgm:cxn modelId="{9FB36B95-D2EC-4F58-BE55-3B7C232E6D76}" type="presOf" srcId="{6E0461D1-45A7-4236-8678-8FAF2CC38682}" destId="{BD172ADC-4714-4B21-819A-545F87259A4B}" srcOrd="0" destOrd="0" presId="urn:microsoft.com/office/officeart/2005/8/layout/process5"/>
    <dgm:cxn modelId="{61E9029E-DA54-43A7-AD8F-353C1C8AF27C}" type="presOf" srcId="{3EFD9ECD-F38A-424E-BC06-7D36E5D3964E}" destId="{8A44374B-20AF-4FD7-BC46-C8E91E626EFC}" srcOrd="1" destOrd="0" presId="urn:microsoft.com/office/officeart/2005/8/layout/process5"/>
    <dgm:cxn modelId="{EE038CA8-DBAF-4639-9DE6-3E13ADC57F9A}" type="presOf" srcId="{0DA557A3-B995-4AC8-B1A8-26338D0D0B58}" destId="{4A0DECE1-8626-445F-9D4B-D578FB295F3B}" srcOrd="0" destOrd="0" presId="urn:microsoft.com/office/officeart/2005/8/layout/process5"/>
    <dgm:cxn modelId="{4082A1BC-C8BE-48ED-B584-E2252488506B}" type="presOf" srcId="{A0F2A1AE-9FF7-4ED2-A378-70EA41338C41}" destId="{2A606846-4945-4564-ADFC-34A0AD3D11FD}" srcOrd="0" destOrd="0" presId="urn:microsoft.com/office/officeart/2005/8/layout/process5"/>
    <dgm:cxn modelId="{F7E310C1-D090-4188-8DDD-73978D16AD9D}" type="presOf" srcId="{2E778CE4-8709-4E75-A36A-CFCE9AAA83FB}" destId="{3F63C8BE-511F-4D13-920A-DF23F215A603}" srcOrd="1" destOrd="0" presId="urn:microsoft.com/office/officeart/2005/8/layout/process5"/>
    <dgm:cxn modelId="{1D85D4CB-8A80-4D2E-BA3F-66BF5B74100C}" type="presOf" srcId="{509A9D22-7B6A-463B-9CFC-41FBD88DDB67}" destId="{D6D9471F-5358-4B8A-8DC3-FD8630C8228D}" srcOrd="1" destOrd="0" presId="urn:microsoft.com/office/officeart/2005/8/layout/process5"/>
    <dgm:cxn modelId="{1BB8AACE-807A-4DBA-AE72-E19DCF066CDC}" type="presOf" srcId="{C57DB3A0-B01A-485C-9BC2-633BFB6DB56D}" destId="{8A67B814-7991-4419-87B7-0898DAD526A0}" srcOrd="0" destOrd="0" presId="urn:microsoft.com/office/officeart/2005/8/layout/process5"/>
    <dgm:cxn modelId="{132DE3DC-164A-4BB9-9749-3B5A578CAA34}" type="presOf" srcId="{2E778CE4-8709-4E75-A36A-CFCE9AAA83FB}" destId="{223CC472-419F-411D-B734-FA567D99B063}" srcOrd="0" destOrd="0" presId="urn:microsoft.com/office/officeart/2005/8/layout/process5"/>
    <dgm:cxn modelId="{B7DFEE9A-E8A7-408F-8542-72C3129C441C}" type="presParOf" srcId="{3374842E-6778-4826-87B0-69D0FDFFA41E}" destId="{EBDDC775-63E8-4395-BF68-587AD8BED221}" srcOrd="0" destOrd="0" presId="urn:microsoft.com/office/officeart/2005/8/layout/process5"/>
    <dgm:cxn modelId="{2558744D-C55C-4C70-9140-154206094F9B}" type="presParOf" srcId="{3374842E-6778-4826-87B0-69D0FDFFA41E}" destId="{E8439967-794B-4526-851B-1ACADBC8FD8D}" srcOrd="1" destOrd="0" presId="urn:microsoft.com/office/officeart/2005/8/layout/process5"/>
    <dgm:cxn modelId="{9103B9D1-B2E8-478E-8869-828FF17EAB7C}" type="presParOf" srcId="{E8439967-794B-4526-851B-1ACADBC8FD8D}" destId="{8D146D1D-E700-433A-964A-F3ED3E554FB5}" srcOrd="0" destOrd="0" presId="urn:microsoft.com/office/officeart/2005/8/layout/process5"/>
    <dgm:cxn modelId="{C84B8FE8-7122-45BF-BACB-6F3DE40FE208}" type="presParOf" srcId="{3374842E-6778-4826-87B0-69D0FDFFA41E}" destId="{BD172ADC-4714-4B21-819A-545F87259A4B}" srcOrd="2" destOrd="0" presId="urn:microsoft.com/office/officeart/2005/8/layout/process5"/>
    <dgm:cxn modelId="{938EC4E5-A09D-4F94-9B60-04128597397C}" type="presParOf" srcId="{3374842E-6778-4826-87B0-69D0FDFFA41E}" destId="{2F82CA1D-0A8D-4515-9692-B346F544E1F9}" srcOrd="3" destOrd="0" presId="urn:microsoft.com/office/officeart/2005/8/layout/process5"/>
    <dgm:cxn modelId="{F2DDA07B-D967-4203-8593-AD6E4F1E51EB}" type="presParOf" srcId="{2F82CA1D-0A8D-4515-9692-B346F544E1F9}" destId="{8A44374B-20AF-4FD7-BC46-C8E91E626EFC}" srcOrd="0" destOrd="0" presId="urn:microsoft.com/office/officeart/2005/8/layout/process5"/>
    <dgm:cxn modelId="{62599FDC-74A6-4AA0-AC99-1F1EE7A8A696}" type="presParOf" srcId="{3374842E-6778-4826-87B0-69D0FDFFA41E}" destId="{35938E07-C209-4E4F-A258-9396B4B41FA3}" srcOrd="4" destOrd="0" presId="urn:microsoft.com/office/officeart/2005/8/layout/process5"/>
    <dgm:cxn modelId="{368F235B-FB26-42CA-9319-3AC3F0F1AA04}" type="presParOf" srcId="{3374842E-6778-4826-87B0-69D0FDFFA41E}" destId="{9B4B268A-C9E9-4260-AF09-F6DE67D8A1FC}" srcOrd="5" destOrd="0" presId="urn:microsoft.com/office/officeart/2005/8/layout/process5"/>
    <dgm:cxn modelId="{E7B90C74-AF53-47A1-9AE1-320BCA018669}" type="presParOf" srcId="{9B4B268A-C9E9-4260-AF09-F6DE67D8A1FC}" destId="{DBFBEF08-EFC7-4054-BD36-C3FA396534F8}" srcOrd="0" destOrd="0" presId="urn:microsoft.com/office/officeart/2005/8/layout/process5"/>
    <dgm:cxn modelId="{1E146BA6-57F6-408C-B4DB-A30BBD3CDA31}" type="presParOf" srcId="{3374842E-6778-4826-87B0-69D0FDFFA41E}" destId="{8A67B814-7991-4419-87B7-0898DAD526A0}" srcOrd="6" destOrd="0" presId="urn:microsoft.com/office/officeart/2005/8/layout/process5"/>
    <dgm:cxn modelId="{F573BBAD-AAAC-4CC7-94EF-B899879B1CA9}" type="presParOf" srcId="{3374842E-6778-4826-87B0-69D0FDFFA41E}" destId="{231139D8-9B53-485D-B8E4-2A45ED227CAF}" srcOrd="7" destOrd="0" presId="urn:microsoft.com/office/officeart/2005/8/layout/process5"/>
    <dgm:cxn modelId="{FBCB3B70-178E-4CA8-A5BA-489EFC074B08}" type="presParOf" srcId="{231139D8-9B53-485D-B8E4-2A45ED227CAF}" destId="{745F8BAC-143A-447A-B8D2-E18D18A667F7}" srcOrd="0" destOrd="0" presId="urn:microsoft.com/office/officeart/2005/8/layout/process5"/>
    <dgm:cxn modelId="{25AEB408-E1AB-4FBA-B1BC-46C1BBA989FC}" type="presParOf" srcId="{3374842E-6778-4826-87B0-69D0FDFFA41E}" destId="{ABE4D707-696B-49CA-905A-BF466C77B862}" srcOrd="8" destOrd="0" presId="urn:microsoft.com/office/officeart/2005/8/layout/process5"/>
    <dgm:cxn modelId="{890EDA5A-F5B3-4151-A36C-B6D948F65810}" type="presParOf" srcId="{3374842E-6778-4826-87B0-69D0FDFFA41E}" destId="{42B6BD58-2EE3-47C8-89A5-40E367F62FB9}" srcOrd="9" destOrd="0" presId="urn:microsoft.com/office/officeart/2005/8/layout/process5"/>
    <dgm:cxn modelId="{FAC14073-BA08-4C1C-ACBB-10C01FBE7FAD}" type="presParOf" srcId="{42B6BD58-2EE3-47C8-89A5-40E367F62FB9}" destId="{D6D9471F-5358-4B8A-8DC3-FD8630C8228D}" srcOrd="0" destOrd="0" presId="urn:microsoft.com/office/officeart/2005/8/layout/process5"/>
    <dgm:cxn modelId="{2F2609A7-3CAF-442E-904E-4C8462796B58}" type="presParOf" srcId="{3374842E-6778-4826-87B0-69D0FDFFA41E}" destId="{4A55A49A-E914-4354-BC53-4AC61E7233CD}" srcOrd="10" destOrd="0" presId="urn:microsoft.com/office/officeart/2005/8/layout/process5"/>
    <dgm:cxn modelId="{E1B35A20-1D1E-460D-A0A1-5A8EC83A5AC4}" type="presParOf" srcId="{3374842E-6778-4826-87B0-69D0FDFFA41E}" destId="{223CC472-419F-411D-B734-FA567D99B063}" srcOrd="11" destOrd="0" presId="urn:microsoft.com/office/officeart/2005/8/layout/process5"/>
    <dgm:cxn modelId="{F52A3E71-FD9A-4702-AD89-7D1D54B7FBC1}" type="presParOf" srcId="{223CC472-419F-411D-B734-FA567D99B063}" destId="{3F63C8BE-511F-4D13-920A-DF23F215A603}" srcOrd="0" destOrd="0" presId="urn:microsoft.com/office/officeart/2005/8/layout/process5"/>
    <dgm:cxn modelId="{18D014E4-C5E8-47FA-9BFE-A1B203AFEDAC}" type="presParOf" srcId="{3374842E-6778-4826-87B0-69D0FDFFA41E}" destId="{4A0DECE1-8626-445F-9D4B-D578FB295F3B}" srcOrd="12" destOrd="0" presId="urn:microsoft.com/office/officeart/2005/8/layout/process5"/>
    <dgm:cxn modelId="{721E9145-D18F-4F22-BACB-DF577544F708}" type="presParOf" srcId="{3374842E-6778-4826-87B0-69D0FDFFA41E}" destId="{2A606846-4945-4564-ADFC-34A0AD3D11FD}" srcOrd="13" destOrd="0" presId="urn:microsoft.com/office/officeart/2005/8/layout/process5"/>
    <dgm:cxn modelId="{D5B101EF-B90E-4ABB-BB00-B23F93B29CA1}" type="presParOf" srcId="{2A606846-4945-4564-ADFC-34A0AD3D11FD}" destId="{2AB94E5F-FE42-497F-B0FE-246B3BB667FB}" srcOrd="0" destOrd="0" presId="urn:microsoft.com/office/officeart/2005/8/layout/process5"/>
    <dgm:cxn modelId="{AC8E714A-B949-46AA-BDDB-447CAAA0C2A6}" type="presParOf" srcId="{3374842E-6778-4826-87B0-69D0FDFFA41E}" destId="{101DC9DC-00C3-41F2-8140-CF350950AF01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5358DC7-3E49-4FE8-94B4-78BE79BDEC07}" type="doc">
      <dgm:prSet loTypeId="urn:microsoft.com/office/officeart/2005/8/layout/process1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fr-FR"/>
        </a:p>
      </dgm:t>
    </dgm:pt>
    <dgm:pt modelId="{F63CE2E7-C971-4857-8A9A-3A4D1DEBA15B}">
      <dgm:prSet phldrT="[Texte]"/>
      <dgm:spPr/>
      <dgm:t>
        <a:bodyPr/>
        <a:lstStyle/>
        <a:p>
          <a:r>
            <a:rPr lang="fr-FR" dirty="0"/>
            <a:t>1. Le découpage</a:t>
          </a:r>
        </a:p>
      </dgm:t>
    </dgm:pt>
    <dgm:pt modelId="{FB4A8518-F53E-443B-A3BA-B0E0240F3C22}" type="parTrans" cxnId="{1F3305CE-DC9B-4230-9A87-B8251DA52E42}">
      <dgm:prSet/>
      <dgm:spPr/>
      <dgm:t>
        <a:bodyPr/>
        <a:lstStyle/>
        <a:p>
          <a:endParaRPr lang="fr-FR"/>
        </a:p>
      </dgm:t>
    </dgm:pt>
    <dgm:pt modelId="{42584F1C-092F-4CAC-B57F-B71384801BFD}" type="sibTrans" cxnId="{1F3305CE-DC9B-4230-9A87-B8251DA52E42}">
      <dgm:prSet/>
      <dgm:spPr/>
      <dgm:t>
        <a:bodyPr/>
        <a:lstStyle/>
        <a:p>
          <a:endParaRPr lang="fr-FR"/>
        </a:p>
      </dgm:t>
    </dgm:pt>
    <dgm:pt modelId="{595FCBA8-6CA9-4CDC-9D2F-1FE4D6064C47}">
      <dgm:prSet phldrT="[Texte]"/>
      <dgm:spPr/>
      <dgm:t>
        <a:bodyPr/>
        <a:lstStyle/>
        <a:p>
          <a:r>
            <a:rPr lang="fr-FR" dirty="0"/>
            <a:t>2. L’ordonnancement</a:t>
          </a:r>
        </a:p>
      </dgm:t>
    </dgm:pt>
    <dgm:pt modelId="{270242B7-EB1A-4ED2-91E7-280812CD89FE}" type="parTrans" cxnId="{E142D572-BD3E-4CB9-8273-D2CE17E0C279}">
      <dgm:prSet/>
      <dgm:spPr/>
      <dgm:t>
        <a:bodyPr/>
        <a:lstStyle/>
        <a:p>
          <a:endParaRPr lang="fr-FR"/>
        </a:p>
      </dgm:t>
    </dgm:pt>
    <dgm:pt modelId="{E611E9BF-8C60-491D-B0A8-AF188DE6AE49}" type="sibTrans" cxnId="{E142D572-BD3E-4CB9-8273-D2CE17E0C279}">
      <dgm:prSet/>
      <dgm:spPr/>
      <dgm:t>
        <a:bodyPr/>
        <a:lstStyle/>
        <a:p>
          <a:endParaRPr lang="fr-FR"/>
        </a:p>
      </dgm:t>
    </dgm:pt>
    <dgm:pt modelId="{2578C8C3-CBFE-4850-94C4-CED086851755}">
      <dgm:prSet phldrT="[Texte]"/>
      <dgm:spPr/>
      <dgm:t>
        <a:bodyPr/>
        <a:lstStyle/>
        <a:p>
          <a:r>
            <a:rPr lang="fr-FR" dirty="0"/>
            <a:t>3. Le planning</a:t>
          </a:r>
        </a:p>
      </dgm:t>
    </dgm:pt>
    <dgm:pt modelId="{BC42D57E-DFB8-4B08-BF00-5240599DC9BD}" type="parTrans" cxnId="{4EE51FD4-030B-470F-8717-275EF6DDD5F8}">
      <dgm:prSet/>
      <dgm:spPr/>
      <dgm:t>
        <a:bodyPr/>
        <a:lstStyle/>
        <a:p>
          <a:endParaRPr lang="fr-FR"/>
        </a:p>
      </dgm:t>
    </dgm:pt>
    <dgm:pt modelId="{1A2A0A49-1BA0-4F10-A4E4-3DFAE9079BB0}" type="sibTrans" cxnId="{4EE51FD4-030B-470F-8717-275EF6DDD5F8}">
      <dgm:prSet/>
      <dgm:spPr/>
      <dgm:t>
        <a:bodyPr/>
        <a:lstStyle/>
        <a:p>
          <a:endParaRPr lang="fr-FR"/>
        </a:p>
      </dgm:t>
    </dgm:pt>
    <dgm:pt modelId="{6640036F-4DF6-40EB-AFA8-CEC6BBF225B5}" type="pres">
      <dgm:prSet presAssocID="{E5358DC7-3E49-4FE8-94B4-78BE79BDEC07}" presName="Name0" presStyleCnt="0">
        <dgm:presLayoutVars>
          <dgm:dir/>
          <dgm:resizeHandles val="exact"/>
        </dgm:presLayoutVars>
      </dgm:prSet>
      <dgm:spPr/>
    </dgm:pt>
    <dgm:pt modelId="{2BF88CFE-EF71-43F1-A067-4B5079BEB693}" type="pres">
      <dgm:prSet presAssocID="{F63CE2E7-C971-4857-8A9A-3A4D1DEBA15B}" presName="node" presStyleLbl="node1" presStyleIdx="0" presStyleCnt="3">
        <dgm:presLayoutVars>
          <dgm:bulletEnabled val="1"/>
        </dgm:presLayoutVars>
      </dgm:prSet>
      <dgm:spPr/>
    </dgm:pt>
    <dgm:pt modelId="{4D5FD232-A0FD-4DB4-852F-1ADB94A85AEB}" type="pres">
      <dgm:prSet presAssocID="{42584F1C-092F-4CAC-B57F-B71384801BFD}" presName="sibTrans" presStyleLbl="sibTrans2D1" presStyleIdx="0" presStyleCnt="2"/>
      <dgm:spPr/>
    </dgm:pt>
    <dgm:pt modelId="{45CBCCB4-07F2-471A-A246-7071076A1E2A}" type="pres">
      <dgm:prSet presAssocID="{42584F1C-092F-4CAC-B57F-B71384801BFD}" presName="connectorText" presStyleLbl="sibTrans2D1" presStyleIdx="0" presStyleCnt="2"/>
      <dgm:spPr/>
    </dgm:pt>
    <dgm:pt modelId="{527E7BFD-0C52-4C55-AE37-AEB6122EC744}" type="pres">
      <dgm:prSet presAssocID="{595FCBA8-6CA9-4CDC-9D2F-1FE4D6064C47}" presName="node" presStyleLbl="node1" presStyleIdx="1" presStyleCnt="3">
        <dgm:presLayoutVars>
          <dgm:bulletEnabled val="1"/>
        </dgm:presLayoutVars>
      </dgm:prSet>
      <dgm:spPr/>
    </dgm:pt>
    <dgm:pt modelId="{D2585DB7-E4F2-4FE0-8CA0-EBDE72D2120E}" type="pres">
      <dgm:prSet presAssocID="{E611E9BF-8C60-491D-B0A8-AF188DE6AE49}" presName="sibTrans" presStyleLbl="sibTrans2D1" presStyleIdx="1" presStyleCnt="2"/>
      <dgm:spPr/>
    </dgm:pt>
    <dgm:pt modelId="{8995FD77-8C61-4452-8CCE-C639B314100D}" type="pres">
      <dgm:prSet presAssocID="{E611E9BF-8C60-491D-B0A8-AF188DE6AE49}" presName="connectorText" presStyleLbl="sibTrans2D1" presStyleIdx="1" presStyleCnt="2"/>
      <dgm:spPr/>
    </dgm:pt>
    <dgm:pt modelId="{14A1A207-A8E1-4FFB-A97C-D21153639267}" type="pres">
      <dgm:prSet presAssocID="{2578C8C3-CBFE-4850-94C4-CED086851755}" presName="node" presStyleLbl="node1" presStyleIdx="2" presStyleCnt="3">
        <dgm:presLayoutVars>
          <dgm:bulletEnabled val="1"/>
        </dgm:presLayoutVars>
      </dgm:prSet>
      <dgm:spPr/>
    </dgm:pt>
  </dgm:ptLst>
  <dgm:cxnLst>
    <dgm:cxn modelId="{D88C2A41-EF85-40DD-8018-5F19B6EFFEF0}" type="presOf" srcId="{42584F1C-092F-4CAC-B57F-B71384801BFD}" destId="{4D5FD232-A0FD-4DB4-852F-1ADB94A85AEB}" srcOrd="0" destOrd="0" presId="urn:microsoft.com/office/officeart/2005/8/layout/process1"/>
    <dgm:cxn modelId="{59602E46-F0F0-40C0-8CE7-BCF284B21105}" type="presOf" srcId="{E611E9BF-8C60-491D-B0A8-AF188DE6AE49}" destId="{8995FD77-8C61-4452-8CCE-C639B314100D}" srcOrd="1" destOrd="0" presId="urn:microsoft.com/office/officeart/2005/8/layout/process1"/>
    <dgm:cxn modelId="{E142D572-BD3E-4CB9-8273-D2CE17E0C279}" srcId="{E5358DC7-3E49-4FE8-94B4-78BE79BDEC07}" destId="{595FCBA8-6CA9-4CDC-9D2F-1FE4D6064C47}" srcOrd="1" destOrd="0" parTransId="{270242B7-EB1A-4ED2-91E7-280812CD89FE}" sibTransId="{E611E9BF-8C60-491D-B0A8-AF188DE6AE49}"/>
    <dgm:cxn modelId="{C6981FAD-226C-4420-B3FC-3DD77FB0170C}" type="presOf" srcId="{E5358DC7-3E49-4FE8-94B4-78BE79BDEC07}" destId="{6640036F-4DF6-40EB-AFA8-CEC6BBF225B5}" srcOrd="0" destOrd="0" presId="urn:microsoft.com/office/officeart/2005/8/layout/process1"/>
    <dgm:cxn modelId="{1DB1BAB9-6C28-4502-80F8-442312E7E220}" type="presOf" srcId="{2578C8C3-CBFE-4850-94C4-CED086851755}" destId="{14A1A207-A8E1-4FFB-A97C-D21153639267}" srcOrd="0" destOrd="0" presId="urn:microsoft.com/office/officeart/2005/8/layout/process1"/>
    <dgm:cxn modelId="{4C125AC9-7AD2-4661-B729-11E1D92BADCD}" type="presOf" srcId="{595FCBA8-6CA9-4CDC-9D2F-1FE4D6064C47}" destId="{527E7BFD-0C52-4C55-AE37-AEB6122EC744}" srcOrd="0" destOrd="0" presId="urn:microsoft.com/office/officeart/2005/8/layout/process1"/>
    <dgm:cxn modelId="{1F3305CE-DC9B-4230-9A87-B8251DA52E42}" srcId="{E5358DC7-3E49-4FE8-94B4-78BE79BDEC07}" destId="{F63CE2E7-C971-4857-8A9A-3A4D1DEBA15B}" srcOrd="0" destOrd="0" parTransId="{FB4A8518-F53E-443B-A3BA-B0E0240F3C22}" sibTransId="{42584F1C-092F-4CAC-B57F-B71384801BFD}"/>
    <dgm:cxn modelId="{4EE51FD4-030B-470F-8717-275EF6DDD5F8}" srcId="{E5358DC7-3E49-4FE8-94B4-78BE79BDEC07}" destId="{2578C8C3-CBFE-4850-94C4-CED086851755}" srcOrd="2" destOrd="0" parTransId="{BC42D57E-DFB8-4B08-BF00-5240599DC9BD}" sibTransId="{1A2A0A49-1BA0-4F10-A4E4-3DFAE9079BB0}"/>
    <dgm:cxn modelId="{181B33D8-DC3B-4142-A410-E6B6E0145A3C}" type="presOf" srcId="{42584F1C-092F-4CAC-B57F-B71384801BFD}" destId="{45CBCCB4-07F2-471A-A246-7071076A1E2A}" srcOrd="1" destOrd="0" presId="urn:microsoft.com/office/officeart/2005/8/layout/process1"/>
    <dgm:cxn modelId="{081D16E8-C606-40E5-867A-41C493244569}" type="presOf" srcId="{F63CE2E7-C971-4857-8A9A-3A4D1DEBA15B}" destId="{2BF88CFE-EF71-43F1-A067-4B5079BEB693}" srcOrd="0" destOrd="0" presId="urn:microsoft.com/office/officeart/2005/8/layout/process1"/>
    <dgm:cxn modelId="{B75D91E9-9BCF-4430-9972-3C2A66FA8098}" type="presOf" srcId="{E611E9BF-8C60-491D-B0A8-AF188DE6AE49}" destId="{D2585DB7-E4F2-4FE0-8CA0-EBDE72D2120E}" srcOrd="0" destOrd="0" presId="urn:microsoft.com/office/officeart/2005/8/layout/process1"/>
    <dgm:cxn modelId="{36123500-D963-4331-879B-EC2937618475}" type="presParOf" srcId="{6640036F-4DF6-40EB-AFA8-CEC6BBF225B5}" destId="{2BF88CFE-EF71-43F1-A067-4B5079BEB693}" srcOrd="0" destOrd="0" presId="urn:microsoft.com/office/officeart/2005/8/layout/process1"/>
    <dgm:cxn modelId="{81ECE273-1214-4110-82F1-114AE323BCAF}" type="presParOf" srcId="{6640036F-4DF6-40EB-AFA8-CEC6BBF225B5}" destId="{4D5FD232-A0FD-4DB4-852F-1ADB94A85AEB}" srcOrd="1" destOrd="0" presId="urn:microsoft.com/office/officeart/2005/8/layout/process1"/>
    <dgm:cxn modelId="{FDE6E19C-A7AE-4D6C-9EBF-321E84EC65F0}" type="presParOf" srcId="{4D5FD232-A0FD-4DB4-852F-1ADB94A85AEB}" destId="{45CBCCB4-07F2-471A-A246-7071076A1E2A}" srcOrd="0" destOrd="0" presId="urn:microsoft.com/office/officeart/2005/8/layout/process1"/>
    <dgm:cxn modelId="{6F6D601A-125E-4FAE-BBBB-F0647749EF0C}" type="presParOf" srcId="{6640036F-4DF6-40EB-AFA8-CEC6BBF225B5}" destId="{527E7BFD-0C52-4C55-AE37-AEB6122EC744}" srcOrd="2" destOrd="0" presId="urn:microsoft.com/office/officeart/2005/8/layout/process1"/>
    <dgm:cxn modelId="{0BF42009-8771-4563-B64E-4A2508048696}" type="presParOf" srcId="{6640036F-4DF6-40EB-AFA8-CEC6BBF225B5}" destId="{D2585DB7-E4F2-4FE0-8CA0-EBDE72D2120E}" srcOrd="3" destOrd="0" presId="urn:microsoft.com/office/officeart/2005/8/layout/process1"/>
    <dgm:cxn modelId="{8FA2422B-21F8-415D-A59C-54B5E76F0FE5}" type="presParOf" srcId="{D2585DB7-E4F2-4FE0-8CA0-EBDE72D2120E}" destId="{8995FD77-8C61-4452-8CCE-C639B314100D}" srcOrd="0" destOrd="0" presId="urn:microsoft.com/office/officeart/2005/8/layout/process1"/>
    <dgm:cxn modelId="{580A5E08-4E49-486F-89F0-34756BD04983}" type="presParOf" srcId="{6640036F-4DF6-40EB-AFA8-CEC6BBF225B5}" destId="{14A1A207-A8E1-4FFB-A97C-D2115363926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9B972E9-0FEB-4AC0-AB85-1F39182FBF84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fr-FR"/>
        </a:p>
      </dgm:t>
    </dgm:pt>
    <dgm:pt modelId="{A197B9EB-9B8D-44DD-8A68-F8FE4E1FA0B4}">
      <dgm:prSet phldrT="[Texte]" custT="1"/>
      <dgm:spPr/>
      <dgm:t>
        <a:bodyPr/>
        <a:lstStyle/>
        <a:p>
          <a:r>
            <a:rPr lang="fr-FR" sz="1800" b="1" dirty="0"/>
            <a:t> Meilleure planification : </a:t>
          </a:r>
          <a:r>
            <a:rPr lang="fr-FR" sz="1800" dirty="0"/>
            <a:t>le découpage facilite l'estimation des durées à accorder à chaque opération</a:t>
          </a:r>
        </a:p>
      </dgm:t>
    </dgm:pt>
    <dgm:pt modelId="{987DD96E-D6E9-461B-89DB-D12E6B0C2D25}" type="parTrans" cxnId="{10C59CBA-183B-4A67-B5DF-6E669FAAC732}">
      <dgm:prSet/>
      <dgm:spPr/>
      <dgm:t>
        <a:bodyPr/>
        <a:lstStyle/>
        <a:p>
          <a:endParaRPr lang="fr-FR" sz="1600"/>
        </a:p>
      </dgm:t>
    </dgm:pt>
    <dgm:pt modelId="{BF7E2664-3133-40E0-B5E1-B67FC3A6B422}" type="sibTrans" cxnId="{10C59CBA-183B-4A67-B5DF-6E669FAAC732}">
      <dgm:prSet/>
      <dgm:spPr/>
      <dgm:t>
        <a:bodyPr/>
        <a:lstStyle/>
        <a:p>
          <a:endParaRPr lang="fr-FR" sz="1600"/>
        </a:p>
      </dgm:t>
    </dgm:pt>
    <dgm:pt modelId="{CC324985-AFD9-4B6A-9FDE-A7B98C8E3645}">
      <dgm:prSet custT="1"/>
      <dgm:spPr/>
      <dgm:t>
        <a:bodyPr/>
        <a:lstStyle/>
        <a:p>
          <a:r>
            <a:rPr lang="fr-FR" sz="1800" b="1" dirty="0"/>
            <a:t> Meilleure gestion des coûts </a:t>
          </a:r>
          <a:r>
            <a:rPr lang="fr-FR" sz="1800" dirty="0"/>
            <a:t>: l'allocation des moyens et leur suivi sont plus précis. </a:t>
          </a:r>
        </a:p>
      </dgm:t>
    </dgm:pt>
    <dgm:pt modelId="{2F502F2E-E049-4C34-ACE4-8427CF3C98E5}" type="parTrans" cxnId="{A34793FA-43E6-443F-8F7D-FB6E24988442}">
      <dgm:prSet/>
      <dgm:spPr/>
      <dgm:t>
        <a:bodyPr/>
        <a:lstStyle/>
        <a:p>
          <a:endParaRPr lang="fr-FR" sz="1600"/>
        </a:p>
      </dgm:t>
    </dgm:pt>
    <dgm:pt modelId="{D7132155-97F2-4A97-8064-1203D0B85E36}" type="sibTrans" cxnId="{A34793FA-43E6-443F-8F7D-FB6E24988442}">
      <dgm:prSet/>
      <dgm:spPr/>
      <dgm:t>
        <a:bodyPr/>
        <a:lstStyle/>
        <a:p>
          <a:endParaRPr lang="fr-FR" sz="1600"/>
        </a:p>
      </dgm:t>
    </dgm:pt>
    <dgm:pt modelId="{4E261459-17DF-4A01-B380-B4E976686EAD}">
      <dgm:prSet phldrT="[Texte]" custT="1"/>
      <dgm:spPr/>
      <dgm:t>
        <a:bodyPr/>
        <a:lstStyle/>
        <a:p>
          <a:r>
            <a:rPr lang="fr-FR" sz="1800" b="1" dirty="0"/>
            <a:t> Maîtrise du suivi </a:t>
          </a:r>
          <a:r>
            <a:rPr lang="fr-FR" sz="1800" dirty="0"/>
            <a:t>- la décomposition des livrables facilite le management global du projet</a:t>
          </a:r>
        </a:p>
      </dgm:t>
    </dgm:pt>
    <dgm:pt modelId="{D9422FDD-BE70-4FFB-BB7C-C62A2FD598FA}" type="parTrans" cxnId="{0EC97F33-E3A5-4A1C-8F9A-E59BD8756691}">
      <dgm:prSet/>
      <dgm:spPr/>
      <dgm:t>
        <a:bodyPr/>
        <a:lstStyle/>
        <a:p>
          <a:endParaRPr lang="fr-FR"/>
        </a:p>
      </dgm:t>
    </dgm:pt>
    <dgm:pt modelId="{A4169A87-A098-4D67-8410-A8A802F78D03}" type="sibTrans" cxnId="{0EC97F33-E3A5-4A1C-8F9A-E59BD8756691}">
      <dgm:prSet/>
      <dgm:spPr/>
      <dgm:t>
        <a:bodyPr/>
        <a:lstStyle/>
        <a:p>
          <a:endParaRPr lang="fr-FR"/>
        </a:p>
      </dgm:t>
    </dgm:pt>
    <dgm:pt modelId="{BDB90457-77DA-496C-AF78-C157EE843FAA}">
      <dgm:prSet phldrT="[Texte]" custT="1"/>
      <dgm:spPr/>
      <dgm:t>
        <a:bodyPr/>
        <a:lstStyle/>
        <a:p>
          <a:r>
            <a:rPr lang="fr-FR" sz="1800" b="1" dirty="0"/>
            <a:t> Meilleure communication : </a:t>
          </a:r>
          <a:r>
            <a:rPr lang="fr-FR" sz="1800" dirty="0"/>
            <a:t>elle simplifie les échanges entre les parties prenantes du projet et fait gagner du temps à tous en offrant une vision exhaustive des différentes phases.</a:t>
          </a:r>
        </a:p>
      </dgm:t>
    </dgm:pt>
    <dgm:pt modelId="{6A0114A6-5939-43AC-BA40-92F4142E6D61}" type="parTrans" cxnId="{79E2D985-C166-4C7D-94C2-E23559B2B648}">
      <dgm:prSet/>
      <dgm:spPr/>
      <dgm:t>
        <a:bodyPr/>
        <a:lstStyle/>
        <a:p>
          <a:endParaRPr lang="fr-FR"/>
        </a:p>
      </dgm:t>
    </dgm:pt>
    <dgm:pt modelId="{C9276677-B92D-4D67-94EF-D8C45820DB86}" type="sibTrans" cxnId="{79E2D985-C166-4C7D-94C2-E23559B2B648}">
      <dgm:prSet/>
      <dgm:spPr/>
      <dgm:t>
        <a:bodyPr/>
        <a:lstStyle/>
        <a:p>
          <a:endParaRPr lang="fr-FR"/>
        </a:p>
      </dgm:t>
    </dgm:pt>
    <dgm:pt modelId="{93BBAE3A-16DA-4355-86ED-B15F457C2433}">
      <dgm:prSet custT="1"/>
      <dgm:spPr/>
      <dgm:t>
        <a:bodyPr/>
        <a:lstStyle/>
        <a:p>
          <a:r>
            <a:rPr lang="fr-FR" sz="1800" dirty="0"/>
            <a:t> </a:t>
          </a:r>
          <a:r>
            <a:rPr lang="fr-FR" sz="1800" b="1" dirty="0"/>
            <a:t>Gestion des risques : </a:t>
          </a:r>
          <a:r>
            <a:rPr lang="fr-FR" sz="1800" dirty="0"/>
            <a:t>identification des zones critiques et mise en place de scénarios préventifs.</a:t>
          </a:r>
        </a:p>
      </dgm:t>
    </dgm:pt>
    <dgm:pt modelId="{E2F86766-8D3B-4025-8028-6897E16DE435}" type="parTrans" cxnId="{91BF8ED7-6E3E-46CA-A856-A8FA5F494FEE}">
      <dgm:prSet/>
      <dgm:spPr/>
      <dgm:t>
        <a:bodyPr/>
        <a:lstStyle/>
        <a:p>
          <a:endParaRPr lang="fr-FR"/>
        </a:p>
      </dgm:t>
    </dgm:pt>
    <dgm:pt modelId="{D7BA260E-EFCB-4474-A916-B11AE0C74D34}" type="sibTrans" cxnId="{91BF8ED7-6E3E-46CA-A856-A8FA5F494FEE}">
      <dgm:prSet/>
      <dgm:spPr/>
      <dgm:t>
        <a:bodyPr/>
        <a:lstStyle/>
        <a:p>
          <a:endParaRPr lang="fr-FR"/>
        </a:p>
      </dgm:t>
    </dgm:pt>
    <dgm:pt modelId="{8CD714EF-A4D5-4AC8-8E83-FD683A28E734}" type="pres">
      <dgm:prSet presAssocID="{59B972E9-0FEB-4AC0-AB85-1F39182FBF84}" presName="linear" presStyleCnt="0">
        <dgm:presLayoutVars>
          <dgm:animLvl val="lvl"/>
          <dgm:resizeHandles val="exact"/>
        </dgm:presLayoutVars>
      </dgm:prSet>
      <dgm:spPr/>
    </dgm:pt>
    <dgm:pt modelId="{1DE1901E-FD21-471E-B470-4142387BFCC7}" type="pres">
      <dgm:prSet presAssocID="{A197B9EB-9B8D-44DD-8A68-F8FE4E1FA0B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3A1C473-EA78-4B81-B608-ED278A015D79}" type="pres">
      <dgm:prSet presAssocID="{BF7E2664-3133-40E0-B5E1-B67FC3A6B422}" presName="spacer" presStyleCnt="0"/>
      <dgm:spPr/>
    </dgm:pt>
    <dgm:pt modelId="{10832529-D333-4909-93ED-CF6575B9A652}" type="pres">
      <dgm:prSet presAssocID="{4E261459-17DF-4A01-B380-B4E976686EA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8A63D98-0037-478A-8537-6E392440AED7}" type="pres">
      <dgm:prSet presAssocID="{A4169A87-A098-4D67-8410-A8A802F78D03}" presName="spacer" presStyleCnt="0"/>
      <dgm:spPr/>
    </dgm:pt>
    <dgm:pt modelId="{51B4EB5B-A36A-4742-A44D-A3E941D975FB}" type="pres">
      <dgm:prSet presAssocID="{BDB90457-77DA-496C-AF78-C157EE843FA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DE2FDA1-0F14-4E9E-B97B-59AA8F9960DB}" type="pres">
      <dgm:prSet presAssocID="{C9276677-B92D-4D67-94EF-D8C45820DB86}" presName="spacer" presStyleCnt="0"/>
      <dgm:spPr/>
    </dgm:pt>
    <dgm:pt modelId="{1A62648A-C8BC-44C1-8CB6-D051DC89EEEB}" type="pres">
      <dgm:prSet presAssocID="{CC324985-AFD9-4B6A-9FDE-A7B98C8E364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6EEFE98-4978-4190-B9CE-EAC70E033DAE}" type="pres">
      <dgm:prSet presAssocID="{D7132155-97F2-4A97-8064-1203D0B85E36}" presName="spacer" presStyleCnt="0"/>
      <dgm:spPr/>
    </dgm:pt>
    <dgm:pt modelId="{046E9098-2E7F-4F9F-9A35-15E9101A243C}" type="pres">
      <dgm:prSet presAssocID="{93BBAE3A-16DA-4355-86ED-B15F457C243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79A0807-F178-4909-85E1-A37754198C51}" type="presOf" srcId="{BDB90457-77DA-496C-AF78-C157EE843FAA}" destId="{51B4EB5B-A36A-4742-A44D-A3E941D975FB}" srcOrd="0" destOrd="0" presId="urn:microsoft.com/office/officeart/2005/8/layout/vList2"/>
    <dgm:cxn modelId="{C768A423-58B5-45B4-936D-9AF1A38CBF03}" type="presOf" srcId="{93BBAE3A-16DA-4355-86ED-B15F457C2433}" destId="{046E9098-2E7F-4F9F-9A35-15E9101A243C}" srcOrd="0" destOrd="0" presId="urn:microsoft.com/office/officeart/2005/8/layout/vList2"/>
    <dgm:cxn modelId="{534F152F-DF39-4690-9AAE-7D32A22483B7}" type="presOf" srcId="{59B972E9-0FEB-4AC0-AB85-1F39182FBF84}" destId="{8CD714EF-A4D5-4AC8-8E83-FD683A28E734}" srcOrd="0" destOrd="0" presId="urn:microsoft.com/office/officeart/2005/8/layout/vList2"/>
    <dgm:cxn modelId="{0EC97F33-E3A5-4A1C-8F9A-E59BD8756691}" srcId="{59B972E9-0FEB-4AC0-AB85-1F39182FBF84}" destId="{4E261459-17DF-4A01-B380-B4E976686EAD}" srcOrd="1" destOrd="0" parTransId="{D9422FDD-BE70-4FFB-BB7C-C62A2FD598FA}" sibTransId="{A4169A87-A098-4D67-8410-A8A802F78D03}"/>
    <dgm:cxn modelId="{AA81BC4A-DF75-4EE8-8326-0BB0861613E4}" type="presOf" srcId="{4E261459-17DF-4A01-B380-B4E976686EAD}" destId="{10832529-D333-4909-93ED-CF6575B9A652}" srcOrd="0" destOrd="0" presId="urn:microsoft.com/office/officeart/2005/8/layout/vList2"/>
    <dgm:cxn modelId="{79E2D985-C166-4C7D-94C2-E23559B2B648}" srcId="{59B972E9-0FEB-4AC0-AB85-1F39182FBF84}" destId="{BDB90457-77DA-496C-AF78-C157EE843FAA}" srcOrd="2" destOrd="0" parTransId="{6A0114A6-5939-43AC-BA40-92F4142E6D61}" sibTransId="{C9276677-B92D-4D67-94EF-D8C45820DB86}"/>
    <dgm:cxn modelId="{2D3A468D-FD4C-4EA6-9506-9353FE00D541}" type="presOf" srcId="{CC324985-AFD9-4B6A-9FDE-A7B98C8E3645}" destId="{1A62648A-C8BC-44C1-8CB6-D051DC89EEEB}" srcOrd="0" destOrd="0" presId="urn:microsoft.com/office/officeart/2005/8/layout/vList2"/>
    <dgm:cxn modelId="{10C59CBA-183B-4A67-B5DF-6E669FAAC732}" srcId="{59B972E9-0FEB-4AC0-AB85-1F39182FBF84}" destId="{A197B9EB-9B8D-44DD-8A68-F8FE4E1FA0B4}" srcOrd="0" destOrd="0" parTransId="{987DD96E-D6E9-461B-89DB-D12E6B0C2D25}" sibTransId="{BF7E2664-3133-40E0-B5E1-B67FC3A6B422}"/>
    <dgm:cxn modelId="{91BF8ED7-6E3E-46CA-A856-A8FA5F494FEE}" srcId="{59B972E9-0FEB-4AC0-AB85-1F39182FBF84}" destId="{93BBAE3A-16DA-4355-86ED-B15F457C2433}" srcOrd="4" destOrd="0" parTransId="{E2F86766-8D3B-4025-8028-6897E16DE435}" sibTransId="{D7BA260E-EFCB-4474-A916-B11AE0C74D34}"/>
    <dgm:cxn modelId="{090D48F0-DF9D-43A5-9EFA-9630DE489ED9}" type="presOf" srcId="{A197B9EB-9B8D-44DD-8A68-F8FE4E1FA0B4}" destId="{1DE1901E-FD21-471E-B470-4142387BFCC7}" srcOrd="0" destOrd="0" presId="urn:microsoft.com/office/officeart/2005/8/layout/vList2"/>
    <dgm:cxn modelId="{A34793FA-43E6-443F-8F7D-FB6E24988442}" srcId="{59B972E9-0FEB-4AC0-AB85-1F39182FBF84}" destId="{CC324985-AFD9-4B6A-9FDE-A7B98C8E3645}" srcOrd="3" destOrd="0" parTransId="{2F502F2E-E049-4C34-ACE4-8427CF3C98E5}" sibTransId="{D7132155-97F2-4A97-8064-1203D0B85E36}"/>
    <dgm:cxn modelId="{9EEF98A8-FA07-49CA-B66B-9C1C950A9700}" type="presParOf" srcId="{8CD714EF-A4D5-4AC8-8E83-FD683A28E734}" destId="{1DE1901E-FD21-471E-B470-4142387BFCC7}" srcOrd="0" destOrd="0" presId="urn:microsoft.com/office/officeart/2005/8/layout/vList2"/>
    <dgm:cxn modelId="{CC100821-0A6A-4A12-959C-0EBE03F41172}" type="presParOf" srcId="{8CD714EF-A4D5-4AC8-8E83-FD683A28E734}" destId="{A3A1C473-EA78-4B81-B608-ED278A015D79}" srcOrd="1" destOrd="0" presId="urn:microsoft.com/office/officeart/2005/8/layout/vList2"/>
    <dgm:cxn modelId="{35E3326E-F17A-4AB5-8975-D9AB7E5C39B8}" type="presParOf" srcId="{8CD714EF-A4D5-4AC8-8E83-FD683A28E734}" destId="{10832529-D333-4909-93ED-CF6575B9A652}" srcOrd="2" destOrd="0" presId="urn:microsoft.com/office/officeart/2005/8/layout/vList2"/>
    <dgm:cxn modelId="{A479321C-B3E9-49F0-8EFF-A75554825F0C}" type="presParOf" srcId="{8CD714EF-A4D5-4AC8-8E83-FD683A28E734}" destId="{C8A63D98-0037-478A-8537-6E392440AED7}" srcOrd="3" destOrd="0" presId="urn:microsoft.com/office/officeart/2005/8/layout/vList2"/>
    <dgm:cxn modelId="{15BC6A58-F6F6-479B-9FE5-CBEA1F35289E}" type="presParOf" srcId="{8CD714EF-A4D5-4AC8-8E83-FD683A28E734}" destId="{51B4EB5B-A36A-4742-A44D-A3E941D975FB}" srcOrd="4" destOrd="0" presId="urn:microsoft.com/office/officeart/2005/8/layout/vList2"/>
    <dgm:cxn modelId="{2D83FFC2-0272-46DA-BA46-3587CBBAE86F}" type="presParOf" srcId="{8CD714EF-A4D5-4AC8-8E83-FD683A28E734}" destId="{9DE2FDA1-0F14-4E9E-B97B-59AA8F9960DB}" srcOrd="5" destOrd="0" presId="urn:microsoft.com/office/officeart/2005/8/layout/vList2"/>
    <dgm:cxn modelId="{76430562-ADE3-4A5D-804F-DC4836AF2F02}" type="presParOf" srcId="{8CD714EF-A4D5-4AC8-8E83-FD683A28E734}" destId="{1A62648A-C8BC-44C1-8CB6-D051DC89EEEB}" srcOrd="6" destOrd="0" presId="urn:microsoft.com/office/officeart/2005/8/layout/vList2"/>
    <dgm:cxn modelId="{B38DC6CA-C512-424C-A494-7E24E169E53B}" type="presParOf" srcId="{8CD714EF-A4D5-4AC8-8E83-FD683A28E734}" destId="{E6EEFE98-4978-4190-B9CE-EAC70E033DAE}" srcOrd="7" destOrd="0" presId="urn:microsoft.com/office/officeart/2005/8/layout/vList2"/>
    <dgm:cxn modelId="{A9E4E775-3FAF-4A78-A30C-69D692963B2A}" type="presParOf" srcId="{8CD714EF-A4D5-4AC8-8E83-FD683A28E734}" destId="{046E9098-2E7F-4F9F-9A35-15E9101A243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EAFFC2D-7A30-4B1A-9CCA-9946BFB67040}" type="doc">
      <dgm:prSet loTypeId="urn:microsoft.com/office/officeart/2005/8/layout/defaul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fr-FR"/>
        </a:p>
      </dgm:t>
    </dgm:pt>
    <dgm:pt modelId="{161BC9F7-33CA-4F25-BF29-ABE7939DABDD}">
      <dgm:prSet phldrT="[Texte]"/>
      <dgm:spPr/>
      <dgm:t>
        <a:bodyPr/>
        <a:lstStyle/>
        <a:p>
          <a:r>
            <a:rPr lang="fr-FR" dirty="0"/>
            <a:t>Dates au plus tôt au plus tard</a:t>
          </a:r>
        </a:p>
      </dgm:t>
    </dgm:pt>
    <dgm:pt modelId="{F766D56C-1D5B-4B80-BE81-C6C9976A8648}" type="parTrans" cxnId="{DB0353D9-04FE-4573-86CC-3B40281C2E67}">
      <dgm:prSet/>
      <dgm:spPr/>
      <dgm:t>
        <a:bodyPr/>
        <a:lstStyle/>
        <a:p>
          <a:endParaRPr lang="fr-FR"/>
        </a:p>
      </dgm:t>
    </dgm:pt>
    <dgm:pt modelId="{EA40ECCA-2752-4A3E-957C-901FC6C1B095}" type="sibTrans" cxnId="{DB0353D9-04FE-4573-86CC-3B40281C2E67}">
      <dgm:prSet/>
      <dgm:spPr/>
      <dgm:t>
        <a:bodyPr/>
        <a:lstStyle/>
        <a:p>
          <a:endParaRPr lang="fr-FR"/>
        </a:p>
      </dgm:t>
    </dgm:pt>
    <dgm:pt modelId="{B71C46B8-53CA-4796-AF18-43D1C5DAEBF5}">
      <dgm:prSet phldrT="[Texte]"/>
      <dgm:spPr/>
      <dgm:t>
        <a:bodyPr/>
        <a:lstStyle/>
        <a:p>
          <a:r>
            <a:rPr lang="fr-FR" dirty="0"/>
            <a:t>Identification des risques</a:t>
          </a:r>
        </a:p>
      </dgm:t>
    </dgm:pt>
    <dgm:pt modelId="{AEA666B8-BED1-4767-8791-71513822752B}" type="parTrans" cxnId="{73559AA0-9E32-4720-9914-D8F6A0D1B0B1}">
      <dgm:prSet/>
      <dgm:spPr/>
      <dgm:t>
        <a:bodyPr/>
        <a:lstStyle/>
        <a:p>
          <a:endParaRPr lang="fr-FR"/>
        </a:p>
      </dgm:t>
    </dgm:pt>
    <dgm:pt modelId="{AF27EF39-409A-4623-A9F0-85DDDD783A3A}" type="sibTrans" cxnId="{73559AA0-9E32-4720-9914-D8F6A0D1B0B1}">
      <dgm:prSet/>
      <dgm:spPr/>
      <dgm:t>
        <a:bodyPr/>
        <a:lstStyle/>
        <a:p>
          <a:endParaRPr lang="fr-FR"/>
        </a:p>
      </dgm:t>
    </dgm:pt>
    <dgm:pt modelId="{F7351117-CE7A-4DEC-AD6E-2BF7F624E9AF}">
      <dgm:prSet phldrT="[Texte]"/>
      <dgm:spPr/>
      <dgm:t>
        <a:bodyPr/>
        <a:lstStyle/>
        <a:p>
          <a:r>
            <a:rPr lang="fr-FR" dirty="0"/>
            <a:t>Durée pour chaque tâche</a:t>
          </a:r>
        </a:p>
      </dgm:t>
    </dgm:pt>
    <dgm:pt modelId="{35CFDD6B-9AF7-4CF9-9F38-633F46897535}" type="parTrans" cxnId="{23F04B6C-9562-4F3C-A588-BBC41F4328A4}">
      <dgm:prSet/>
      <dgm:spPr/>
      <dgm:t>
        <a:bodyPr/>
        <a:lstStyle/>
        <a:p>
          <a:endParaRPr lang="fr-FR"/>
        </a:p>
      </dgm:t>
    </dgm:pt>
    <dgm:pt modelId="{3858945C-E515-4066-AEA6-3CABC7A6BE5C}" type="sibTrans" cxnId="{23F04B6C-9562-4F3C-A588-BBC41F4328A4}">
      <dgm:prSet/>
      <dgm:spPr/>
      <dgm:t>
        <a:bodyPr/>
        <a:lstStyle/>
        <a:p>
          <a:endParaRPr lang="fr-FR"/>
        </a:p>
      </dgm:t>
    </dgm:pt>
    <dgm:pt modelId="{F90CF50A-B752-4F32-9F31-371162855CA0}">
      <dgm:prSet phldrT="[Texte]"/>
      <dgm:spPr/>
      <dgm:t>
        <a:bodyPr/>
        <a:lstStyle/>
        <a:p>
          <a:r>
            <a:rPr lang="fr-FR" dirty="0"/>
            <a:t>Ordonnancement des tâches</a:t>
          </a:r>
        </a:p>
      </dgm:t>
    </dgm:pt>
    <dgm:pt modelId="{1F8C8E12-3FE3-4218-A4BD-07A772E4C370}" type="parTrans" cxnId="{F20C5038-3548-47C8-ABFF-AE07EAD075E1}">
      <dgm:prSet/>
      <dgm:spPr/>
      <dgm:t>
        <a:bodyPr/>
        <a:lstStyle/>
        <a:p>
          <a:endParaRPr lang="fr-FR"/>
        </a:p>
      </dgm:t>
    </dgm:pt>
    <dgm:pt modelId="{15D7BF56-0319-4988-8A0B-ED3CF412634F}" type="sibTrans" cxnId="{F20C5038-3548-47C8-ABFF-AE07EAD075E1}">
      <dgm:prSet/>
      <dgm:spPr/>
      <dgm:t>
        <a:bodyPr/>
        <a:lstStyle/>
        <a:p>
          <a:endParaRPr lang="fr-FR"/>
        </a:p>
      </dgm:t>
    </dgm:pt>
    <dgm:pt modelId="{96579ED8-A729-4028-988C-F87D6D75463B}" type="pres">
      <dgm:prSet presAssocID="{3EAFFC2D-7A30-4B1A-9CCA-9946BFB67040}" presName="diagram" presStyleCnt="0">
        <dgm:presLayoutVars>
          <dgm:dir/>
          <dgm:resizeHandles val="exact"/>
        </dgm:presLayoutVars>
      </dgm:prSet>
      <dgm:spPr/>
    </dgm:pt>
    <dgm:pt modelId="{D0047D13-F366-41F8-95E4-F259D5C483C1}" type="pres">
      <dgm:prSet presAssocID="{F90CF50A-B752-4F32-9F31-371162855CA0}" presName="node" presStyleLbl="node1" presStyleIdx="0" presStyleCnt="4">
        <dgm:presLayoutVars>
          <dgm:bulletEnabled val="1"/>
        </dgm:presLayoutVars>
      </dgm:prSet>
      <dgm:spPr/>
    </dgm:pt>
    <dgm:pt modelId="{11644985-2CA1-4FF9-B7C4-491054EAA0F8}" type="pres">
      <dgm:prSet presAssocID="{15D7BF56-0319-4988-8A0B-ED3CF412634F}" presName="sibTrans" presStyleCnt="0"/>
      <dgm:spPr/>
    </dgm:pt>
    <dgm:pt modelId="{8A258A7E-9211-4481-ACF8-194DD2C08904}" type="pres">
      <dgm:prSet presAssocID="{F7351117-CE7A-4DEC-AD6E-2BF7F624E9AF}" presName="node" presStyleLbl="node1" presStyleIdx="1" presStyleCnt="4">
        <dgm:presLayoutVars>
          <dgm:bulletEnabled val="1"/>
        </dgm:presLayoutVars>
      </dgm:prSet>
      <dgm:spPr/>
    </dgm:pt>
    <dgm:pt modelId="{DC65E6C0-F381-4EBA-9493-B745EB25473B}" type="pres">
      <dgm:prSet presAssocID="{3858945C-E515-4066-AEA6-3CABC7A6BE5C}" presName="sibTrans" presStyleCnt="0"/>
      <dgm:spPr/>
    </dgm:pt>
    <dgm:pt modelId="{C8A5802C-9EDA-4382-AD6C-A10ED005EC83}" type="pres">
      <dgm:prSet presAssocID="{161BC9F7-33CA-4F25-BF29-ABE7939DABDD}" presName="node" presStyleLbl="node1" presStyleIdx="2" presStyleCnt="4">
        <dgm:presLayoutVars>
          <dgm:bulletEnabled val="1"/>
        </dgm:presLayoutVars>
      </dgm:prSet>
      <dgm:spPr/>
    </dgm:pt>
    <dgm:pt modelId="{3AFDBF50-3E70-4CC6-B25A-432BFEFFDA6D}" type="pres">
      <dgm:prSet presAssocID="{EA40ECCA-2752-4A3E-957C-901FC6C1B095}" presName="sibTrans" presStyleCnt="0"/>
      <dgm:spPr/>
    </dgm:pt>
    <dgm:pt modelId="{8906C2EC-F200-4840-8D44-ADCD41B6EAE8}" type="pres">
      <dgm:prSet presAssocID="{B71C46B8-53CA-4796-AF18-43D1C5DAEBF5}" presName="node" presStyleLbl="node1" presStyleIdx="3" presStyleCnt="4">
        <dgm:presLayoutVars>
          <dgm:bulletEnabled val="1"/>
        </dgm:presLayoutVars>
      </dgm:prSet>
      <dgm:spPr/>
    </dgm:pt>
  </dgm:ptLst>
  <dgm:cxnLst>
    <dgm:cxn modelId="{9BB5F80B-47E0-46A3-AF2E-5656633CD946}" type="presOf" srcId="{F90CF50A-B752-4F32-9F31-371162855CA0}" destId="{D0047D13-F366-41F8-95E4-F259D5C483C1}" srcOrd="0" destOrd="0" presId="urn:microsoft.com/office/officeart/2005/8/layout/default"/>
    <dgm:cxn modelId="{F20C5038-3548-47C8-ABFF-AE07EAD075E1}" srcId="{3EAFFC2D-7A30-4B1A-9CCA-9946BFB67040}" destId="{F90CF50A-B752-4F32-9F31-371162855CA0}" srcOrd="0" destOrd="0" parTransId="{1F8C8E12-3FE3-4218-A4BD-07A772E4C370}" sibTransId="{15D7BF56-0319-4988-8A0B-ED3CF412634F}"/>
    <dgm:cxn modelId="{23F04B6C-9562-4F3C-A588-BBC41F4328A4}" srcId="{3EAFFC2D-7A30-4B1A-9CCA-9946BFB67040}" destId="{F7351117-CE7A-4DEC-AD6E-2BF7F624E9AF}" srcOrd="1" destOrd="0" parTransId="{35CFDD6B-9AF7-4CF9-9F38-633F46897535}" sibTransId="{3858945C-E515-4066-AEA6-3CABC7A6BE5C}"/>
    <dgm:cxn modelId="{F7B76B9C-A929-43A0-82E3-503C6FF4B68C}" type="presOf" srcId="{F7351117-CE7A-4DEC-AD6E-2BF7F624E9AF}" destId="{8A258A7E-9211-4481-ACF8-194DD2C08904}" srcOrd="0" destOrd="0" presId="urn:microsoft.com/office/officeart/2005/8/layout/default"/>
    <dgm:cxn modelId="{0DA9F69E-B072-44C4-9CDD-38F247CF665B}" type="presOf" srcId="{3EAFFC2D-7A30-4B1A-9CCA-9946BFB67040}" destId="{96579ED8-A729-4028-988C-F87D6D75463B}" srcOrd="0" destOrd="0" presId="urn:microsoft.com/office/officeart/2005/8/layout/default"/>
    <dgm:cxn modelId="{73559AA0-9E32-4720-9914-D8F6A0D1B0B1}" srcId="{3EAFFC2D-7A30-4B1A-9CCA-9946BFB67040}" destId="{B71C46B8-53CA-4796-AF18-43D1C5DAEBF5}" srcOrd="3" destOrd="0" parTransId="{AEA666B8-BED1-4767-8791-71513822752B}" sibTransId="{AF27EF39-409A-4623-A9F0-85DDDD783A3A}"/>
    <dgm:cxn modelId="{A86E57CA-302D-4603-B34E-9F9841FDE3D2}" type="presOf" srcId="{B71C46B8-53CA-4796-AF18-43D1C5DAEBF5}" destId="{8906C2EC-F200-4840-8D44-ADCD41B6EAE8}" srcOrd="0" destOrd="0" presId="urn:microsoft.com/office/officeart/2005/8/layout/default"/>
    <dgm:cxn modelId="{DB0353D9-04FE-4573-86CC-3B40281C2E67}" srcId="{3EAFFC2D-7A30-4B1A-9CCA-9946BFB67040}" destId="{161BC9F7-33CA-4F25-BF29-ABE7939DABDD}" srcOrd="2" destOrd="0" parTransId="{F766D56C-1D5B-4B80-BE81-C6C9976A8648}" sibTransId="{EA40ECCA-2752-4A3E-957C-901FC6C1B095}"/>
    <dgm:cxn modelId="{2CEB6CF0-930F-4481-B640-C16FAE782691}" type="presOf" srcId="{161BC9F7-33CA-4F25-BF29-ABE7939DABDD}" destId="{C8A5802C-9EDA-4382-AD6C-A10ED005EC83}" srcOrd="0" destOrd="0" presId="urn:microsoft.com/office/officeart/2005/8/layout/default"/>
    <dgm:cxn modelId="{A649D6B7-A58A-4892-AC3B-E2262C4872A8}" type="presParOf" srcId="{96579ED8-A729-4028-988C-F87D6D75463B}" destId="{D0047D13-F366-41F8-95E4-F259D5C483C1}" srcOrd="0" destOrd="0" presId="urn:microsoft.com/office/officeart/2005/8/layout/default"/>
    <dgm:cxn modelId="{1F1DD9CD-BD01-4240-A93F-64E25C6A3D36}" type="presParOf" srcId="{96579ED8-A729-4028-988C-F87D6D75463B}" destId="{11644985-2CA1-4FF9-B7C4-491054EAA0F8}" srcOrd="1" destOrd="0" presId="urn:microsoft.com/office/officeart/2005/8/layout/default"/>
    <dgm:cxn modelId="{0B9894CB-E173-409A-AEC9-E21080D6090A}" type="presParOf" srcId="{96579ED8-A729-4028-988C-F87D6D75463B}" destId="{8A258A7E-9211-4481-ACF8-194DD2C08904}" srcOrd="2" destOrd="0" presId="urn:microsoft.com/office/officeart/2005/8/layout/default"/>
    <dgm:cxn modelId="{0833E1B6-2F25-4F68-8488-D5E337D7E6D7}" type="presParOf" srcId="{96579ED8-A729-4028-988C-F87D6D75463B}" destId="{DC65E6C0-F381-4EBA-9493-B745EB25473B}" srcOrd="3" destOrd="0" presId="urn:microsoft.com/office/officeart/2005/8/layout/default"/>
    <dgm:cxn modelId="{6A0122AE-96E8-4C4E-BCFD-314F4E6DF47E}" type="presParOf" srcId="{96579ED8-A729-4028-988C-F87D6D75463B}" destId="{C8A5802C-9EDA-4382-AD6C-A10ED005EC83}" srcOrd="4" destOrd="0" presId="urn:microsoft.com/office/officeart/2005/8/layout/default"/>
    <dgm:cxn modelId="{9A21224B-5BA9-4123-BB55-9A533B3F84B1}" type="presParOf" srcId="{96579ED8-A729-4028-988C-F87D6D75463B}" destId="{3AFDBF50-3E70-4CC6-B25A-432BFEFFDA6D}" srcOrd="5" destOrd="0" presId="urn:microsoft.com/office/officeart/2005/8/layout/default"/>
    <dgm:cxn modelId="{F52ED2B5-9DA6-480A-A48A-1B6D47371B34}" type="presParOf" srcId="{96579ED8-A729-4028-988C-F87D6D75463B}" destId="{8906C2EC-F200-4840-8D44-ADCD41B6EAE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94AB72D-C7AA-437D-B5B0-E98D17F312B5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9F94252E-2A02-4771-9F49-4CF398693319}">
      <dgm:prSet phldrT="[Texte]"/>
      <dgm:spPr/>
      <dgm:t>
        <a:bodyPr/>
        <a:lstStyle/>
        <a:p>
          <a:r>
            <a:rPr lang="fr-FR" dirty="0"/>
            <a:t>Risques positifs (opportunités)</a:t>
          </a:r>
        </a:p>
      </dgm:t>
    </dgm:pt>
    <dgm:pt modelId="{AAA8C33F-2317-45C3-9662-978FC6157E60}" type="parTrans" cxnId="{EFC0CFE4-A6F7-456C-850C-B704C890C45E}">
      <dgm:prSet/>
      <dgm:spPr/>
      <dgm:t>
        <a:bodyPr/>
        <a:lstStyle/>
        <a:p>
          <a:endParaRPr lang="fr-FR"/>
        </a:p>
      </dgm:t>
    </dgm:pt>
    <dgm:pt modelId="{2B09F62B-1104-48C4-AC36-81DF950C61BB}" type="sibTrans" cxnId="{EFC0CFE4-A6F7-456C-850C-B704C890C45E}">
      <dgm:prSet/>
      <dgm:spPr/>
      <dgm:t>
        <a:bodyPr/>
        <a:lstStyle/>
        <a:p>
          <a:endParaRPr lang="fr-FR"/>
        </a:p>
      </dgm:t>
    </dgm:pt>
    <dgm:pt modelId="{C86B97CB-289A-4D34-A44D-6D498567BE90}">
      <dgm:prSet phldrT="[Texte]"/>
      <dgm:spPr/>
      <dgm:t>
        <a:bodyPr/>
        <a:lstStyle/>
        <a:p>
          <a:r>
            <a:rPr lang="fr-FR" dirty="0"/>
            <a:t>Risques négatifs (menaces)</a:t>
          </a:r>
        </a:p>
      </dgm:t>
    </dgm:pt>
    <dgm:pt modelId="{8F45A19C-C200-47BC-97AD-3B9A629D7763}" type="parTrans" cxnId="{247B511C-EEEB-4B01-8A48-9FD486DB9A91}">
      <dgm:prSet/>
      <dgm:spPr/>
      <dgm:t>
        <a:bodyPr/>
        <a:lstStyle/>
        <a:p>
          <a:endParaRPr lang="fr-FR"/>
        </a:p>
      </dgm:t>
    </dgm:pt>
    <dgm:pt modelId="{79039589-8AA0-4196-818B-0033593DDD1B}" type="sibTrans" cxnId="{247B511C-EEEB-4B01-8A48-9FD486DB9A91}">
      <dgm:prSet/>
      <dgm:spPr/>
      <dgm:t>
        <a:bodyPr/>
        <a:lstStyle/>
        <a:p>
          <a:endParaRPr lang="fr-FR"/>
        </a:p>
      </dgm:t>
    </dgm:pt>
    <dgm:pt modelId="{264F4D9B-3579-4C94-8387-3904FA23423D}">
      <dgm:prSet phldrT="[Texte]"/>
      <dgm:spPr/>
      <dgm:t>
        <a:bodyPr/>
        <a:lstStyle/>
        <a:p>
          <a:r>
            <a:rPr lang="fr-FR" dirty="0"/>
            <a:t>Profitent aux objectifs du projet (par exemple, vous permettre d’achever une tâche avec moins de personnel qu’escompté).</a:t>
          </a:r>
        </a:p>
      </dgm:t>
    </dgm:pt>
    <dgm:pt modelId="{1D2966B2-E257-4068-9569-BBF2972BE3C9}" type="parTrans" cxnId="{0FC8E9D2-CDFA-4942-9D3B-F96487DED215}">
      <dgm:prSet/>
      <dgm:spPr/>
      <dgm:t>
        <a:bodyPr/>
        <a:lstStyle/>
        <a:p>
          <a:endParaRPr lang="fr-FR"/>
        </a:p>
      </dgm:t>
    </dgm:pt>
    <dgm:pt modelId="{D00F36D2-10D4-4907-AD65-FF7195D1A70D}" type="sibTrans" cxnId="{0FC8E9D2-CDFA-4942-9D3B-F96487DED215}">
      <dgm:prSet/>
      <dgm:spPr/>
      <dgm:t>
        <a:bodyPr/>
        <a:lstStyle/>
        <a:p>
          <a:endParaRPr lang="fr-FR"/>
        </a:p>
      </dgm:t>
    </dgm:pt>
    <dgm:pt modelId="{94756D56-7C7C-42B7-ADE9-E96B82E8873D}">
      <dgm:prSet phldrT="[Texte]"/>
      <dgm:spPr/>
      <dgm:t>
        <a:bodyPr/>
        <a:lstStyle/>
        <a:p>
          <a:r>
            <a:rPr lang="fr-FR" dirty="0"/>
            <a:t>Peuvent nuire à un ou plusieurs objectifs du projet (par exemple, vous empêcher de respecter un délai) ;</a:t>
          </a:r>
        </a:p>
      </dgm:t>
    </dgm:pt>
    <dgm:pt modelId="{3EC1E43A-9600-4642-8A78-1CE21B7E9242}" type="parTrans" cxnId="{2205E51F-872E-4929-9540-D4DC07B8AC05}">
      <dgm:prSet/>
      <dgm:spPr/>
      <dgm:t>
        <a:bodyPr/>
        <a:lstStyle/>
        <a:p>
          <a:endParaRPr lang="fr-FR"/>
        </a:p>
      </dgm:t>
    </dgm:pt>
    <dgm:pt modelId="{973EAECC-EE5F-49CF-BA22-C0F1B4E42CC4}" type="sibTrans" cxnId="{2205E51F-872E-4929-9540-D4DC07B8AC05}">
      <dgm:prSet/>
      <dgm:spPr/>
      <dgm:t>
        <a:bodyPr/>
        <a:lstStyle/>
        <a:p>
          <a:endParaRPr lang="fr-FR"/>
        </a:p>
      </dgm:t>
    </dgm:pt>
    <dgm:pt modelId="{9A504D25-4E07-4827-9D7E-B264443E570B}" type="pres">
      <dgm:prSet presAssocID="{794AB72D-C7AA-437D-B5B0-E98D17F312B5}" presName="linear" presStyleCnt="0">
        <dgm:presLayoutVars>
          <dgm:dir/>
          <dgm:animLvl val="lvl"/>
          <dgm:resizeHandles val="exact"/>
        </dgm:presLayoutVars>
      </dgm:prSet>
      <dgm:spPr/>
    </dgm:pt>
    <dgm:pt modelId="{802C3D11-8E5B-4672-81F7-9476C40BBA02}" type="pres">
      <dgm:prSet presAssocID="{9F94252E-2A02-4771-9F49-4CF398693319}" presName="parentLin" presStyleCnt="0"/>
      <dgm:spPr/>
    </dgm:pt>
    <dgm:pt modelId="{CFDA6BA7-C4EC-44F1-8930-C92AB2A0E4FC}" type="pres">
      <dgm:prSet presAssocID="{9F94252E-2A02-4771-9F49-4CF398693319}" presName="parentLeftMargin" presStyleLbl="node1" presStyleIdx="0" presStyleCnt="2"/>
      <dgm:spPr/>
    </dgm:pt>
    <dgm:pt modelId="{F41C89F9-7FB6-46A5-8E03-8BEF2B077D4B}" type="pres">
      <dgm:prSet presAssocID="{9F94252E-2A02-4771-9F49-4CF39869331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D9FAAAB-CCE8-4914-B7F6-9AB598CFF4CC}" type="pres">
      <dgm:prSet presAssocID="{9F94252E-2A02-4771-9F49-4CF398693319}" presName="negativeSpace" presStyleCnt="0"/>
      <dgm:spPr/>
    </dgm:pt>
    <dgm:pt modelId="{16F49A95-B0EE-4CE6-834F-8596B76F1882}" type="pres">
      <dgm:prSet presAssocID="{9F94252E-2A02-4771-9F49-4CF398693319}" presName="childText" presStyleLbl="conFgAcc1" presStyleIdx="0" presStyleCnt="2">
        <dgm:presLayoutVars>
          <dgm:bulletEnabled val="1"/>
        </dgm:presLayoutVars>
      </dgm:prSet>
      <dgm:spPr/>
    </dgm:pt>
    <dgm:pt modelId="{457B837B-A3A3-4039-A411-8B874EBD1F8D}" type="pres">
      <dgm:prSet presAssocID="{2B09F62B-1104-48C4-AC36-81DF950C61BB}" presName="spaceBetweenRectangles" presStyleCnt="0"/>
      <dgm:spPr/>
    </dgm:pt>
    <dgm:pt modelId="{4726BFED-AD09-43BD-AE7C-E97352EE381D}" type="pres">
      <dgm:prSet presAssocID="{C86B97CB-289A-4D34-A44D-6D498567BE90}" presName="parentLin" presStyleCnt="0"/>
      <dgm:spPr/>
    </dgm:pt>
    <dgm:pt modelId="{AC369373-60C5-4845-9687-CF296A8399F4}" type="pres">
      <dgm:prSet presAssocID="{C86B97CB-289A-4D34-A44D-6D498567BE90}" presName="parentLeftMargin" presStyleLbl="node1" presStyleIdx="0" presStyleCnt="2"/>
      <dgm:spPr/>
    </dgm:pt>
    <dgm:pt modelId="{9E0133D6-6ED8-4587-AC52-B7F256296CD0}" type="pres">
      <dgm:prSet presAssocID="{C86B97CB-289A-4D34-A44D-6D498567BE9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910763B-8225-4513-9499-3ED39D0A82E2}" type="pres">
      <dgm:prSet presAssocID="{C86B97CB-289A-4D34-A44D-6D498567BE90}" presName="negativeSpace" presStyleCnt="0"/>
      <dgm:spPr/>
    </dgm:pt>
    <dgm:pt modelId="{702CDF9A-122A-403C-8FC0-EA8594B18A51}" type="pres">
      <dgm:prSet presAssocID="{C86B97CB-289A-4D34-A44D-6D498567BE9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079B600-4B9C-4E6F-9A93-89086F550112}" type="presOf" srcId="{9F94252E-2A02-4771-9F49-4CF398693319}" destId="{CFDA6BA7-C4EC-44F1-8930-C92AB2A0E4FC}" srcOrd="0" destOrd="0" presId="urn:microsoft.com/office/officeart/2005/8/layout/list1"/>
    <dgm:cxn modelId="{247B511C-EEEB-4B01-8A48-9FD486DB9A91}" srcId="{794AB72D-C7AA-437D-B5B0-E98D17F312B5}" destId="{C86B97CB-289A-4D34-A44D-6D498567BE90}" srcOrd="1" destOrd="0" parTransId="{8F45A19C-C200-47BC-97AD-3B9A629D7763}" sibTransId="{79039589-8AA0-4196-818B-0033593DDD1B}"/>
    <dgm:cxn modelId="{EA1FAB1E-21F3-498D-808A-D0B02B67895F}" type="presOf" srcId="{794AB72D-C7AA-437D-B5B0-E98D17F312B5}" destId="{9A504D25-4E07-4827-9D7E-B264443E570B}" srcOrd="0" destOrd="0" presId="urn:microsoft.com/office/officeart/2005/8/layout/list1"/>
    <dgm:cxn modelId="{2205E51F-872E-4929-9540-D4DC07B8AC05}" srcId="{C86B97CB-289A-4D34-A44D-6D498567BE90}" destId="{94756D56-7C7C-42B7-ADE9-E96B82E8873D}" srcOrd="0" destOrd="0" parTransId="{3EC1E43A-9600-4642-8A78-1CE21B7E9242}" sibTransId="{973EAECC-EE5F-49CF-BA22-C0F1B4E42CC4}"/>
    <dgm:cxn modelId="{43CBBD8D-C556-433F-AD45-2727AF147EAA}" type="presOf" srcId="{264F4D9B-3579-4C94-8387-3904FA23423D}" destId="{16F49A95-B0EE-4CE6-834F-8596B76F1882}" srcOrd="0" destOrd="0" presId="urn:microsoft.com/office/officeart/2005/8/layout/list1"/>
    <dgm:cxn modelId="{55B8D3C2-C4AD-4080-BC9A-D6141A73F0B9}" type="presOf" srcId="{9F94252E-2A02-4771-9F49-4CF398693319}" destId="{F41C89F9-7FB6-46A5-8E03-8BEF2B077D4B}" srcOrd="1" destOrd="0" presId="urn:microsoft.com/office/officeart/2005/8/layout/list1"/>
    <dgm:cxn modelId="{0FC8E9D2-CDFA-4942-9D3B-F96487DED215}" srcId="{9F94252E-2A02-4771-9F49-4CF398693319}" destId="{264F4D9B-3579-4C94-8387-3904FA23423D}" srcOrd="0" destOrd="0" parTransId="{1D2966B2-E257-4068-9569-BBF2972BE3C9}" sibTransId="{D00F36D2-10D4-4907-AD65-FF7195D1A70D}"/>
    <dgm:cxn modelId="{8F7C93D3-81D5-4386-B5C0-95CE7CC0371F}" type="presOf" srcId="{C86B97CB-289A-4D34-A44D-6D498567BE90}" destId="{AC369373-60C5-4845-9687-CF296A8399F4}" srcOrd="0" destOrd="0" presId="urn:microsoft.com/office/officeart/2005/8/layout/list1"/>
    <dgm:cxn modelId="{32DF75DE-981B-4D9C-8CF1-A62FB2665501}" type="presOf" srcId="{C86B97CB-289A-4D34-A44D-6D498567BE90}" destId="{9E0133D6-6ED8-4587-AC52-B7F256296CD0}" srcOrd="1" destOrd="0" presId="urn:microsoft.com/office/officeart/2005/8/layout/list1"/>
    <dgm:cxn modelId="{D502F8E3-9016-491A-BD8E-8AFF3BF53587}" type="presOf" srcId="{94756D56-7C7C-42B7-ADE9-E96B82E8873D}" destId="{702CDF9A-122A-403C-8FC0-EA8594B18A51}" srcOrd="0" destOrd="0" presId="urn:microsoft.com/office/officeart/2005/8/layout/list1"/>
    <dgm:cxn modelId="{EFC0CFE4-A6F7-456C-850C-B704C890C45E}" srcId="{794AB72D-C7AA-437D-B5B0-E98D17F312B5}" destId="{9F94252E-2A02-4771-9F49-4CF398693319}" srcOrd="0" destOrd="0" parTransId="{AAA8C33F-2317-45C3-9662-978FC6157E60}" sibTransId="{2B09F62B-1104-48C4-AC36-81DF950C61BB}"/>
    <dgm:cxn modelId="{A138DA77-3E27-4C73-81A2-3334FFCACF04}" type="presParOf" srcId="{9A504D25-4E07-4827-9D7E-B264443E570B}" destId="{802C3D11-8E5B-4672-81F7-9476C40BBA02}" srcOrd="0" destOrd="0" presId="urn:microsoft.com/office/officeart/2005/8/layout/list1"/>
    <dgm:cxn modelId="{02DD0F0E-6801-4516-8FDB-CD60084087AE}" type="presParOf" srcId="{802C3D11-8E5B-4672-81F7-9476C40BBA02}" destId="{CFDA6BA7-C4EC-44F1-8930-C92AB2A0E4FC}" srcOrd="0" destOrd="0" presId="urn:microsoft.com/office/officeart/2005/8/layout/list1"/>
    <dgm:cxn modelId="{6B717EC1-F3D0-4D4F-B2CC-BBA60FD50259}" type="presParOf" srcId="{802C3D11-8E5B-4672-81F7-9476C40BBA02}" destId="{F41C89F9-7FB6-46A5-8E03-8BEF2B077D4B}" srcOrd="1" destOrd="0" presId="urn:microsoft.com/office/officeart/2005/8/layout/list1"/>
    <dgm:cxn modelId="{214C36B9-C5F8-444B-AEBB-02F47552C77E}" type="presParOf" srcId="{9A504D25-4E07-4827-9D7E-B264443E570B}" destId="{BD9FAAAB-CCE8-4914-B7F6-9AB598CFF4CC}" srcOrd="1" destOrd="0" presId="urn:microsoft.com/office/officeart/2005/8/layout/list1"/>
    <dgm:cxn modelId="{19CA0229-8FF7-464F-933B-77D0365090D3}" type="presParOf" srcId="{9A504D25-4E07-4827-9D7E-B264443E570B}" destId="{16F49A95-B0EE-4CE6-834F-8596B76F1882}" srcOrd="2" destOrd="0" presId="urn:microsoft.com/office/officeart/2005/8/layout/list1"/>
    <dgm:cxn modelId="{D8D0622B-7265-4551-9169-5F253CE0D2CE}" type="presParOf" srcId="{9A504D25-4E07-4827-9D7E-B264443E570B}" destId="{457B837B-A3A3-4039-A411-8B874EBD1F8D}" srcOrd="3" destOrd="0" presId="urn:microsoft.com/office/officeart/2005/8/layout/list1"/>
    <dgm:cxn modelId="{B886BE4C-E2A9-4E28-B2D0-3C0F75BA9C21}" type="presParOf" srcId="{9A504D25-4E07-4827-9D7E-B264443E570B}" destId="{4726BFED-AD09-43BD-AE7C-E97352EE381D}" srcOrd="4" destOrd="0" presId="urn:microsoft.com/office/officeart/2005/8/layout/list1"/>
    <dgm:cxn modelId="{E9A5F511-EED2-49F8-BFD5-37779CC6835D}" type="presParOf" srcId="{4726BFED-AD09-43BD-AE7C-E97352EE381D}" destId="{AC369373-60C5-4845-9687-CF296A8399F4}" srcOrd="0" destOrd="0" presId="urn:microsoft.com/office/officeart/2005/8/layout/list1"/>
    <dgm:cxn modelId="{94A71BB5-C3C6-421B-B075-877F4D8E3B41}" type="presParOf" srcId="{4726BFED-AD09-43BD-AE7C-E97352EE381D}" destId="{9E0133D6-6ED8-4587-AC52-B7F256296CD0}" srcOrd="1" destOrd="0" presId="urn:microsoft.com/office/officeart/2005/8/layout/list1"/>
    <dgm:cxn modelId="{774AEF89-B6D0-4FF5-8580-44C1C48103CA}" type="presParOf" srcId="{9A504D25-4E07-4827-9D7E-B264443E570B}" destId="{C910763B-8225-4513-9499-3ED39D0A82E2}" srcOrd="5" destOrd="0" presId="urn:microsoft.com/office/officeart/2005/8/layout/list1"/>
    <dgm:cxn modelId="{93E6FF32-22F0-4CB4-AAFC-E6B935F8C510}" type="presParOf" srcId="{9A504D25-4E07-4827-9D7E-B264443E570B}" destId="{702CDF9A-122A-403C-8FC0-EA8594B18A5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D77A107-255C-4F44-B62E-241729838ECA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80F31C4B-BC86-427F-A935-9FD4CFFE596F}">
      <dgm:prSet phldrT="[Texte]"/>
      <dgm:spPr/>
      <dgm:t>
        <a:bodyPr/>
        <a:lstStyle/>
        <a:p>
          <a:r>
            <a:rPr lang="fr-FR" dirty="0"/>
            <a:t>Risques propres à la gestion d’un projet </a:t>
          </a:r>
        </a:p>
      </dgm:t>
    </dgm:pt>
    <dgm:pt modelId="{BF9D6802-FE1A-4A79-AF7B-5BD63C06BD59}" type="parTrans" cxnId="{2B183C77-414E-4653-9F65-E31E4EBDCC45}">
      <dgm:prSet/>
      <dgm:spPr/>
      <dgm:t>
        <a:bodyPr/>
        <a:lstStyle/>
        <a:p>
          <a:endParaRPr lang="fr-FR"/>
        </a:p>
      </dgm:t>
    </dgm:pt>
    <dgm:pt modelId="{10FF0985-CEA3-44B4-8F8E-364FED79E52F}" type="sibTrans" cxnId="{2B183C77-414E-4653-9F65-E31E4EBDCC45}">
      <dgm:prSet/>
      <dgm:spPr/>
      <dgm:t>
        <a:bodyPr/>
        <a:lstStyle/>
        <a:p>
          <a:endParaRPr lang="fr-FR"/>
        </a:p>
      </dgm:t>
    </dgm:pt>
    <dgm:pt modelId="{2BAEA596-0F29-4EB1-86B2-3F7609A136C4}">
      <dgm:prSet/>
      <dgm:spPr/>
      <dgm:t>
        <a:bodyPr/>
        <a:lstStyle/>
        <a:p>
          <a:r>
            <a:rPr lang="fr-FR" dirty="0"/>
            <a:t>Risques juridiques </a:t>
          </a:r>
        </a:p>
      </dgm:t>
    </dgm:pt>
    <dgm:pt modelId="{BDF3AB1E-C8A5-4412-B36B-375DD6D5B4D6}" type="parTrans" cxnId="{4332EDB6-6416-4FBF-8FE1-307E37BBEE86}">
      <dgm:prSet/>
      <dgm:spPr/>
      <dgm:t>
        <a:bodyPr/>
        <a:lstStyle/>
        <a:p>
          <a:endParaRPr lang="fr-FR"/>
        </a:p>
      </dgm:t>
    </dgm:pt>
    <dgm:pt modelId="{F7C0DD91-475F-4C7C-952A-B30344BBA3C6}" type="sibTrans" cxnId="{4332EDB6-6416-4FBF-8FE1-307E37BBEE86}">
      <dgm:prSet/>
      <dgm:spPr/>
      <dgm:t>
        <a:bodyPr/>
        <a:lstStyle/>
        <a:p>
          <a:endParaRPr lang="fr-FR"/>
        </a:p>
      </dgm:t>
    </dgm:pt>
    <dgm:pt modelId="{EBEDCCB4-F861-49AC-82F9-EF48CDA4A285}">
      <dgm:prSet/>
      <dgm:spPr/>
      <dgm:t>
        <a:bodyPr/>
        <a:lstStyle/>
        <a:p>
          <a:r>
            <a:rPr lang="fr-FR" dirty="0"/>
            <a:t>Risques humains </a:t>
          </a:r>
        </a:p>
      </dgm:t>
    </dgm:pt>
    <dgm:pt modelId="{C90369B5-0817-4ED3-9836-F8F38A4AD684}" type="parTrans" cxnId="{94E2DCE2-CBB4-4352-8D04-2343A165B0A5}">
      <dgm:prSet/>
      <dgm:spPr/>
      <dgm:t>
        <a:bodyPr/>
        <a:lstStyle/>
        <a:p>
          <a:endParaRPr lang="fr-FR"/>
        </a:p>
      </dgm:t>
    </dgm:pt>
    <dgm:pt modelId="{2143A7D6-6EE7-4DEF-A535-E06C6BBEEE71}" type="sibTrans" cxnId="{94E2DCE2-CBB4-4352-8D04-2343A165B0A5}">
      <dgm:prSet/>
      <dgm:spPr/>
      <dgm:t>
        <a:bodyPr/>
        <a:lstStyle/>
        <a:p>
          <a:endParaRPr lang="fr-FR"/>
        </a:p>
      </dgm:t>
    </dgm:pt>
    <dgm:pt modelId="{45B59494-8B61-45E9-9A32-960B664E386E}">
      <dgm:prSet/>
      <dgm:spPr/>
      <dgm:t>
        <a:bodyPr/>
        <a:lstStyle/>
        <a:p>
          <a:r>
            <a:rPr lang="fr-FR" dirty="0"/>
            <a:t>Risques techniques </a:t>
          </a:r>
        </a:p>
      </dgm:t>
    </dgm:pt>
    <dgm:pt modelId="{553571CE-0447-4674-B951-696F7167759B}" type="parTrans" cxnId="{0A0990C2-511F-49CB-BDEE-56A2ED904175}">
      <dgm:prSet/>
      <dgm:spPr/>
      <dgm:t>
        <a:bodyPr/>
        <a:lstStyle/>
        <a:p>
          <a:endParaRPr lang="fr-FR"/>
        </a:p>
      </dgm:t>
    </dgm:pt>
    <dgm:pt modelId="{589EE816-A388-4FE9-A832-B48DB18987D7}" type="sibTrans" cxnId="{0A0990C2-511F-49CB-BDEE-56A2ED904175}">
      <dgm:prSet/>
      <dgm:spPr/>
      <dgm:t>
        <a:bodyPr/>
        <a:lstStyle/>
        <a:p>
          <a:endParaRPr lang="fr-FR"/>
        </a:p>
      </dgm:t>
    </dgm:pt>
    <dgm:pt modelId="{243DC141-DFEB-463A-B179-F263B05992C8}">
      <dgm:prSet custT="1"/>
      <dgm:spPr/>
      <dgm:t>
        <a:bodyPr/>
        <a:lstStyle/>
        <a:p>
          <a:r>
            <a:rPr lang="fr-FR" sz="1800" dirty="0"/>
            <a:t> pas d’accès aux technologies requises, complexité du projet</a:t>
          </a:r>
        </a:p>
      </dgm:t>
    </dgm:pt>
    <dgm:pt modelId="{60CE31D6-4094-4AF7-BBBD-63495EDBA076}" type="parTrans" cxnId="{CF97CECE-DB13-41DC-BF05-043C0CB34133}">
      <dgm:prSet/>
      <dgm:spPr/>
      <dgm:t>
        <a:bodyPr/>
        <a:lstStyle/>
        <a:p>
          <a:endParaRPr lang="fr-FR"/>
        </a:p>
      </dgm:t>
    </dgm:pt>
    <dgm:pt modelId="{9BF73518-E27D-4D1C-B072-E138E57FE1DA}" type="sibTrans" cxnId="{CF97CECE-DB13-41DC-BF05-043C0CB34133}">
      <dgm:prSet/>
      <dgm:spPr/>
      <dgm:t>
        <a:bodyPr/>
        <a:lstStyle/>
        <a:p>
          <a:endParaRPr lang="fr-FR"/>
        </a:p>
      </dgm:t>
    </dgm:pt>
    <dgm:pt modelId="{CD311730-BDD4-4973-8D0D-65E299847F2B}">
      <dgm:prSet custT="1"/>
      <dgm:spPr/>
      <dgm:t>
        <a:bodyPr/>
        <a:lstStyle/>
        <a:p>
          <a:r>
            <a:rPr lang="fr-FR" sz="1500" dirty="0"/>
            <a:t> </a:t>
          </a:r>
          <a:r>
            <a:rPr lang="fr-FR" sz="1800" dirty="0"/>
            <a:t>mauvaise communication, mauvaise répartition des tâches en fonction des compétences de chacun, fournisseur à risque, clients incertains, …</a:t>
          </a:r>
        </a:p>
      </dgm:t>
    </dgm:pt>
    <dgm:pt modelId="{05E25EAE-C99F-4D69-A014-58270CF722BB}" type="parTrans" cxnId="{C8C7017B-38AD-43D3-B093-B649E402EDF8}">
      <dgm:prSet/>
      <dgm:spPr/>
      <dgm:t>
        <a:bodyPr/>
        <a:lstStyle/>
        <a:p>
          <a:endParaRPr lang="fr-FR"/>
        </a:p>
      </dgm:t>
    </dgm:pt>
    <dgm:pt modelId="{0DF14C46-6870-48F6-BDC2-74DD32585DBE}" type="sibTrans" cxnId="{C8C7017B-38AD-43D3-B093-B649E402EDF8}">
      <dgm:prSet/>
      <dgm:spPr/>
      <dgm:t>
        <a:bodyPr/>
        <a:lstStyle/>
        <a:p>
          <a:endParaRPr lang="fr-FR"/>
        </a:p>
      </dgm:t>
    </dgm:pt>
    <dgm:pt modelId="{349B5283-D41B-4F37-BEE8-30A57C2FDECB}">
      <dgm:prSet phldrT="[Texte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fr-FR" sz="1800" dirty="0"/>
            <a:t>un objectif irréaliste, un manque de budget, délai trop court</a:t>
          </a:r>
        </a:p>
        <a:p>
          <a:pPr marL="171450" lvl="1" indent="0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endParaRPr lang="fr-FR" sz="1800" dirty="0"/>
        </a:p>
      </dgm:t>
    </dgm:pt>
    <dgm:pt modelId="{6639ABEF-7F9E-4BB5-8ED7-6C20CD1D0849}" type="parTrans" cxnId="{DCB86E58-8970-43B0-893A-C35D745C7EDF}">
      <dgm:prSet/>
      <dgm:spPr/>
      <dgm:t>
        <a:bodyPr/>
        <a:lstStyle/>
        <a:p>
          <a:endParaRPr lang="fr-FR"/>
        </a:p>
      </dgm:t>
    </dgm:pt>
    <dgm:pt modelId="{4C67CA77-E6DF-46A3-B23C-E6A569B1D877}" type="sibTrans" cxnId="{DCB86E58-8970-43B0-893A-C35D745C7EDF}">
      <dgm:prSet/>
      <dgm:spPr/>
      <dgm:t>
        <a:bodyPr/>
        <a:lstStyle/>
        <a:p>
          <a:endParaRPr lang="fr-FR"/>
        </a:p>
      </dgm:t>
    </dgm:pt>
    <dgm:pt modelId="{1C2494D8-1959-4EED-9B91-D9FA2DCE5735}">
      <dgm:prSet custT="1"/>
      <dgm:spPr/>
      <dgm:t>
        <a:bodyPr/>
        <a:lstStyle/>
        <a:p>
          <a:r>
            <a:rPr lang="fr-FR" sz="1500" dirty="0"/>
            <a:t> </a:t>
          </a:r>
          <a:r>
            <a:rPr lang="fr-FR" sz="1800" dirty="0"/>
            <a:t>non-respect du contrat, changement de l’environnement juridique</a:t>
          </a:r>
        </a:p>
      </dgm:t>
    </dgm:pt>
    <dgm:pt modelId="{6DA29C40-FF42-46AE-9B08-F9218C1F846A}" type="parTrans" cxnId="{50650C80-B2D8-456B-8545-A6B63C0498E1}">
      <dgm:prSet/>
      <dgm:spPr/>
      <dgm:t>
        <a:bodyPr/>
        <a:lstStyle/>
        <a:p>
          <a:endParaRPr lang="fr-FR"/>
        </a:p>
      </dgm:t>
    </dgm:pt>
    <dgm:pt modelId="{5E651078-E612-4564-91FD-A3C9FF0E090E}" type="sibTrans" cxnId="{50650C80-B2D8-456B-8545-A6B63C0498E1}">
      <dgm:prSet/>
      <dgm:spPr/>
      <dgm:t>
        <a:bodyPr/>
        <a:lstStyle/>
        <a:p>
          <a:endParaRPr lang="fr-FR"/>
        </a:p>
      </dgm:t>
    </dgm:pt>
    <dgm:pt modelId="{B2FA2AE6-DBC8-4F81-B630-4E9903675EB0}" type="pres">
      <dgm:prSet presAssocID="{3D77A107-255C-4F44-B62E-241729838ECA}" presName="Name0" presStyleCnt="0">
        <dgm:presLayoutVars>
          <dgm:dir/>
          <dgm:animLvl val="lvl"/>
          <dgm:resizeHandles val="exact"/>
        </dgm:presLayoutVars>
      </dgm:prSet>
      <dgm:spPr/>
    </dgm:pt>
    <dgm:pt modelId="{BA4253D0-6D50-441D-B2E0-D0BD1318039E}" type="pres">
      <dgm:prSet presAssocID="{80F31C4B-BC86-427F-A935-9FD4CFFE596F}" presName="linNode" presStyleCnt="0"/>
      <dgm:spPr/>
    </dgm:pt>
    <dgm:pt modelId="{43E83417-C03A-4A4C-96F9-507AC67B7A5D}" type="pres">
      <dgm:prSet presAssocID="{80F31C4B-BC86-427F-A935-9FD4CFFE596F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AF165552-1FC1-48C5-83A8-0BEFE76BDB0A}" type="pres">
      <dgm:prSet presAssocID="{80F31C4B-BC86-427F-A935-9FD4CFFE596F}" presName="descendantText" presStyleLbl="alignAccFollowNode1" presStyleIdx="0" presStyleCnt="4">
        <dgm:presLayoutVars>
          <dgm:bulletEnabled val="1"/>
        </dgm:presLayoutVars>
      </dgm:prSet>
      <dgm:spPr/>
    </dgm:pt>
    <dgm:pt modelId="{1DBA1D3B-9C54-4449-A5E3-1A072874E690}" type="pres">
      <dgm:prSet presAssocID="{10FF0985-CEA3-44B4-8F8E-364FED79E52F}" presName="sp" presStyleCnt="0"/>
      <dgm:spPr/>
    </dgm:pt>
    <dgm:pt modelId="{2E6106D6-974D-46D4-91F9-C685A0500991}" type="pres">
      <dgm:prSet presAssocID="{2BAEA596-0F29-4EB1-86B2-3F7609A136C4}" presName="linNode" presStyleCnt="0"/>
      <dgm:spPr/>
    </dgm:pt>
    <dgm:pt modelId="{BF85E0D4-0BC7-4769-B978-82EF2A14409D}" type="pres">
      <dgm:prSet presAssocID="{2BAEA596-0F29-4EB1-86B2-3F7609A136C4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7386EB63-29C3-4518-BF83-4EB250E4FC6C}" type="pres">
      <dgm:prSet presAssocID="{2BAEA596-0F29-4EB1-86B2-3F7609A136C4}" presName="descendantText" presStyleLbl="alignAccFollowNode1" presStyleIdx="1" presStyleCnt="4">
        <dgm:presLayoutVars>
          <dgm:bulletEnabled val="1"/>
        </dgm:presLayoutVars>
      </dgm:prSet>
      <dgm:spPr/>
    </dgm:pt>
    <dgm:pt modelId="{FC92E67F-24DA-4794-97DC-1267E0F049C2}" type="pres">
      <dgm:prSet presAssocID="{F7C0DD91-475F-4C7C-952A-B30344BBA3C6}" presName="sp" presStyleCnt="0"/>
      <dgm:spPr/>
    </dgm:pt>
    <dgm:pt modelId="{F442DB13-847A-403D-A0BE-D8A671115313}" type="pres">
      <dgm:prSet presAssocID="{EBEDCCB4-F861-49AC-82F9-EF48CDA4A285}" presName="linNode" presStyleCnt="0"/>
      <dgm:spPr/>
    </dgm:pt>
    <dgm:pt modelId="{006A9B80-5423-44FB-856C-D693345CDB3C}" type="pres">
      <dgm:prSet presAssocID="{EBEDCCB4-F861-49AC-82F9-EF48CDA4A285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67F7BFB6-B125-4FE6-B130-6681E6F422E7}" type="pres">
      <dgm:prSet presAssocID="{EBEDCCB4-F861-49AC-82F9-EF48CDA4A285}" presName="descendantText" presStyleLbl="alignAccFollowNode1" presStyleIdx="2" presStyleCnt="4">
        <dgm:presLayoutVars>
          <dgm:bulletEnabled val="1"/>
        </dgm:presLayoutVars>
      </dgm:prSet>
      <dgm:spPr/>
    </dgm:pt>
    <dgm:pt modelId="{8B8C83CB-1C7C-47FC-A2DE-DBB96020F4BD}" type="pres">
      <dgm:prSet presAssocID="{2143A7D6-6EE7-4DEF-A535-E06C6BBEEE71}" presName="sp" presStyleCnt="0"/>
      <dgm:spPr/>
    </dgm:pt>
    <dgm:pt modelId="{DF19F574-B61D-47F8-AD03-14798BEFB3A6}" type="pres">
      <dgm:prSet presAssocID="{45B59494-8B61-45E9-9A32-960B664E386E}" presName="linNode" presStyleCnt="0"/>
      <dgm:spPr/>
    </dgm:pt>
    <dgm:pt modelId="{1C3FEA4F-1893-4379-BA0A-6C1C6D38428D}" type="pres">
      <dgm:prSet presAssocID="{45B59494-8B61-45E9-9A32-960B664E386E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F84FC8CA-84EE-4A65-B28C-2939BFFCDC4A}" type="pres">
      <dgm:prSet presAssocID="{45B59494-8B61-45E9-9A32-960B664E386E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C349000A-8A36-4AD4-B965-9C2D3979ACBA}" type="presOf" srcId="{1C2494D8-1959-4EED-9B91-D9FA2DCE5735}" destId="{7386EB63-29C3-4518-BF83-4EB250E4FC6C}" srcOrd="0" destOrd="0" presId="urn:microsoft.com/office/officeart/2005/8/layout/vList5"/>
    <dgm:cxn modelId="{1385103B-59E9-4B11-9B3B-703954DDA05E}" type="presOf" srcId="{CD311730-BDD4-4973-8D0D-65E299847F2B}" destId="{67F7BFB6-B125-4FE6-B130-6681E6F422E7}" srcOrd="0" destOrd="0" presId="urn:microsoft.com/office/officeart/2005/8/layout/vList5"/>
    <dgm:cxn modelId="{559F336C-0AEA-413C-BC9B-104A8FF1C7F9}" type="presOf" srcId="{3D77A107-255C-4F44-B62E-241729838ECA}" destId="{B2FA2AE6-DBC8-4F81-B630-4E9903675EB0}" srcOrd="0" destOrd="0" presId="urn:microsoft.com/office/officeart/2005/8/layout/vList5"/>
    <dgm:cxn modelId="{2B183C77-414E-4653-9F65-E31E4EBDCC45}" srcId="{3D77A107-255C-4F44-B62E-241729838ECA}" destId="{80F31C4B-BC86-427F-A935-9FD4CFFE596F}" srcOrd="0" destOrd="0" parTransId="{BF9D6802-FE1A-4A79-AF7B-5BD63C06BD59}" sibTransId="{10FF0985-CEA3-44B4-8F8E-364FED79E52F}"/>
    <dgm:cxn modelId="{DCB86E58-8970-43B0-893A-C35D745C7EDF}" srcId="{80F31C4B-BC86-427F-A935-9FD4CFFE596F}" destId="{349B5283-D41B-4F37-BEE8-30A57C2FDECB}" srcOrd="0" destOrd="0" parTransId="{6639ABEF-7F9E-4BB5-8ED7-6C20CD1D0849}" sibTransId="{4C67CA77-E6DF-46A3-B23C-E6A569B1D877}"/>
    <dgm:cxn modelId="{C8C7017B-38AD-43D3-B093-B649E402EDF8}" srcId="{EBEDCCB4-F861-49AC-82F9-EF48CDA4A285}" destId="{CD311730-BDD4-4973-8D0D-65E299847F2B}" srcOrd="0" destOrd="0" parTransId="{05E25EAE-C99F-4D69-A014-58270CF722BB}" sibTransId="{0DF14C46-6870-48F6-BDC2-74DD32585DBE}"/>
    <dgm:cxn modelId="{50650C80-B2D8-456B-8545-A6B63C0498E1}" srcId="{2BAEA596-0F29-4EB1-86B2-3F7609A136C4}" destId="{1C2494D8-1959-4EED-9B91-D9FA2DCE5735}" srcOrd="0" destOrd="0" parTransId="{6DA29C40-FF42-46AE-9B08-F9218C1F846A}" sibTransId="{5E651078-E612-4564-91FD-A3C9FF0E090E}"/>
    <dgm:cxn modelId="{2D025A80-0FE9-4787-9B15-62E07D5FFA83}" type="presOf" srcId="{349B5283-D41B-4F37-BEE8-30A57C2FDECB}" destId="{AF165552-1FC1-48C5-83A8-0BEFE76BDB0A}" srcOrd="0" destOrd="0" presId="urn:microsoft.com/office/officeart/2005/8/layout/vList5"/>
    <dgm:cxn modelId="{6776B2A2-0979-4441-BEB1-7D51014A9BF1}" type="presOf" srcId="{243DC141-DFEB-463A-B179-F263B05992C8}" destId="{F84FC8CA-84EE-4A65-B28C-2939BFFCDC4A}" srcOrd="0" destOrd="0" presId="urn:microsoft.com/office/officeart/2005/8/layout/vList5"/>
    <dgm:cxn modelId="{95B8D1A5-3471-4CB1-B6F8-31CD9CBF9212}" type="presOf" srcId="{2BAEA596-0F29-4EB1-86B2-3F7609A136C4}" destId="{BF85E0D4-0BC7-4769-B978-82EF2A14409D}" srcOrd="0" destOrd="0" presId="urn:microsoft.com/office/officeart/2005/8/layout/vList5"/>
    <dgm:cxn modelId="{4332EDB6-6416-4FBF-8FE1-307E37BBEE86}" srcId="{3D77A107-255C-4F44-B62E-241729838ECA}" destId="{2BAEA596-0F29-4EB1-86B2-3F7609A136C4}" srcOrd="1" destOrd="0" parTransId="{BDF3AB1E-C8A5-4412-B36B-375DD6D5B4D6}" sibTransId="{F7C0DD91-475F-4C7C-952A-B30344BBA3C6}"/>
    <dgm:cxn modelId="{8F3E9CBD-5BDF-49A6-AE16-1244685F1113}" type="presOf" srcId="{EBEDCCB4-F861-49AC-82F9-EF48CDA4A285}" destId="{006A9B80-5423-44FB-856C-D693345CDB3C}" srcOrd="0" destOrd="0" presId="urn:microsoft.com/office/officeart/2005/8/layout/vList5"/>
    <dgm:cxn modelId="{0A0990C2-511F-49CB-BDEE-56A2ED904175}" srcId="{3D77A107-255C-4F44-B62E-241729838ECA}" destId="{45B59494-8B61-45E9-9A32-960B664E386E}" srcOrd="3" destOrd="0" parTransId="{553571CE-0447-4674-B951-696F7167759B}" sibTransId="{589EE816-A388-4FE9-A832-B48DB18987D7}"/>
    <dgm:cxn modelId="{CF97CECE-DB13-41DC-BF05-043C0CB34133}" srcId="{45B59494-8B61-45E9-9A32-960B664E386E}" destId="{243DC141-DFEB-463A-B179-F263B05992C8}" srcOrd="0" destOrd="0" parTransId="{60CE31D6-4094-4AF7-BBBD-63495EDBA076}" sibTransId="{9BF73518-E27D-4D1C-B072-E138E57FE1DA}"/>
    <dgm:cxn modelId="{1280B0D9-2C2A-4E8C-864C-6821CCBCC895}" type="presOf" srcId="{45B59494-8B61-45E9-9A32-960B664E386E}" destId="{1C3FEA4F-1893-4379-BA0A-6C1C6D38428D}" srcOrd="0" destOrd="0" presId="urn:microsoft.com/office/officeart/2005/8/layout/vList5"/>
    <dgm:cxn modelId="{94E2DCE2-CBB4-4352-8D04-2343A165B0A5}" srcId="{3D77A107-255C-4F44-B62E-241729838ECA}" destId="{EBEDCCB4-F861-49AC-82F9-EF48CDA4A285}" srcOrd="2" destOrd="0" parTransId="{C90369B5-0817-4ED3-9836-F8F38A4AD684}" sibTransId="{2143A7D6-6EE7-4DEF-A535-E06C6BBEEE71}"/>
    <dgm:cxn modelId="{E7F4ADEB-066F-40B8-9798-57D7BDAAB2E8}" type="presOf" srcId="{80F31C4B-BC86-427F-A935-9FD4CFFE596F}" destId="{43E83417-C03A-4A4C-96F9-507AC67B7A5D}" srcOrd="0" destOrd="0" presId="urn:microsoft.com/office/officeart/2005/8/layout/vList5"/>
    <dgm:cxn modelId="{03329815-BF97-4155-9FDE-182586F224FC}" type="presParOf" srcId="{B2FA2AE6-DBC8-4F81-B630-4E9903675EB0}" destId="{BA4253D0-6D50-441D-B2E0-D0BD1318039E}" srcOrd="0" destOrd="0" presId="urn:microsoft.com/office/officeart/2005/8/layout/vList5"/>
    <dgm:cxn modelId="{1B3A0711-5E0A-4831-A93B-D27E55D1CE2E}" type="presParOf" srcId="{BA4253D0-6D50-441D-B2E0-D0BD1318039E}" destId="{43E83417-C03A-4A4C-96F9-507AC67B7A5D}" srcOrd="0" destOrd="0" presId="urn:microsoft.com/office/officeart/2005/8/layout/vList5"/>
    <dgm:cxn modelId="{3155F251-A1CC-411E-AD31-C575128679F2}" type="presParOf" srcId="{BA4253D0-6D50-441D-B2E0-D0BD1318039E}" destId="{AF165552-1FC1-48C5-83A8-0BEFE76BDB0A}" srcOrd="1" destOrd="0" presId="urn:microsoft.com/office/officeart/2005/8/layout/vList5"/>
    <dgm:cxn modelId="{F0D345B3-1E3F-4729-941B-B1E46EE586A3}" type="presParOf" srcId="{B2FA2AE6-DBC8-4F81-B630-4E9903675EB0}" destId="{1DBA1D3B-9C54-4449-A5E3-1A072874E690}" srcOrd="1" destOrd="0" presId="urn:microsoft.com/office/officeart/2005/8/layout/vList5"/>
    <dgm:cxn modelId="{904B4172-EEBE-467E-A073-BEF6A992B6D8}" type="presParOf" srcId="{B2FA2AE6-DBC8-4F81-B630-4E9903675EB0}" destId="{2E6106D6-974D-46D4-91F9-C685A0500991}" srcOrd="2" destOrd="0" presId="urn:microsoft.com/office/officeart/2005/8/layout/vList5"/>
    <dgm:cxn modelId="{E2990F23-8F74-41EF-8BE8-E2C6B4F5F055}" type="presParOf" srcId="{2E6106D6-974D-46D4-91F9-C685A0500991}" destId="{BF85E0D4-0BC7-4769-B978-82EF2A14409D}" srcOrd="0" destOrd="0" presId="urn:microsoft.com/office/officeart/2005/8/layout/vList5"/>
    <dgm:cxn modelId="{3DF3400A-7732-4184-AF99-C8F146292F72}" type="presParOf" srcId="{2E6106D6-974D-46D4-91F9-C685A0500991}" destId="{7386EB63-29C3-4518-BF83-4EB250E4FC6C}" srcOrd="1" destOrd="0" presId="urn:microsoft.com/office/officeart/2005/8/layout/vList5"/>
    <dgm:cxn modelId="{CF8585CA-B6FF-4B37-982D-5E0F1C44FD28}" type="presParOf" srcId="{B2FA2AE6-DBC8-4F81-B630-4E9903675EB0}" destId="{FC92E67F-24DA-4794-97DC-1267E0F049C2}" srcOrd="3" destOrd="0" presId="urn:microsoft.com/office/officeart/2005/8/layout/vList5"/>
    <dgm:cxn modelId="{4D034E20-CBFA-4368-BCC1-0A9349AD4823}" type="presParOf" srcId="{B2FA2AE6-DBC8-4F81-B630-4E9903675EB0}" destId="{F442DB13-847A-403D-A0BE-D8A671115313}" srcOrd="4" destOrd="0" presId="urn:microsoft.com/office/officeart/2005/8/layout/vList5"/>
    <dgm:cxn modelId="{36AD35AD-2D77-4F86-BA87-3423E1400592}" type="presParOf" srcId="{F442DB13-847A-403D-A0BE-D8A671115313}" destId="{006A9B80-5423-44FB-856C-D693345CDB3C}" srcOrd="0" destOrd="0" presId="urn:microsoft.com/office/officeart/2005/8/layout/vList5"/>
    <dgm:cxn modelId="{A66022DB-4CF7-470C-8214-508375502F3D}" type="presParOf" srcId="{F442DB13-847A-403D-A0BE-D8A671115313}" destId="{67F7BFB6-B125-4FE6-B130-6681E6F422E7}" srcOrd="1" destOrd="0" presId="urn:microsoft.com/office/officeart/2005/8/layout/vList5"/>
    <dgm:cxn modelId="{99C00278-D500-4480-9797-7A0B16586BB4}" type="presParOf" srcId="{B2FA2AE6-DBC8-4F81-B630-4E9903675EB0}" destId="{8B8C83CB-1C7C-47FC-A2DE-DBB96020F4BD}" srcOrd="5" destOrd="0" presId="urn:microsoft.com/office/officeart/2005/8/layout/vList5"/>
    <dgm:cxn modelId="{379F1AD6-A0EA-45C0-A491-37FCC0BEB8BB}" type="presParOf" srcId="{B2FA2AE6-DBC8-4F81-B630-4E9903675EB0}" destId="{DF19F574-B61D-47F8-AD03-14798BEFB3A6}" srcOrd="6" destOrd="0" presId="urn:microsoft.com/office/officeart/2005/8/layout/vList5"/>
    <dgm:cxn modelId="{44640B6B-45FC-48CD-9604-3E38DB6115CE}" type="presParOf" srcId="{DF19F574-B61D-47F8-AD03-14798BEFB3A6}" destId="{1C3FEA4F-1893-4379-BA0A-6C1C6D38428D}" srcOrd="0" destOrd="0" presId="urn:microsoft.com/office/officeart/2005/8/layout/vList5"/>
    <dgm:cxn modelId="{75CBC408-2E1F-4AB0-A4BB-E4E55CD38C84}" type="presParOf" srcId="{DF19F574-B61D-47F8-AD03-14798BEFB3A6}" destId="{F84FC8CA-84EE-4A65-B28C-2939BFFCDC4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D805362-D638-47D0-B0DB-286B89C8BCF6}" type="doc">
      <dgm:prSet loTypeId="urn:microsoft.com/office/officeart/2005/8/layout/lProcess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E0B66E2A-E00C-471E-AE4D-5875C97D415D}">
      <dgm:prSet phldrT="[Texte]"/>
      <dgm:spPr/>
      <dgm:t>
        <a:bodyPr/>
        <a:lstStyle/>
        <a:p>
          <a:r>
            <a:rPr lang="fr-FR" dirty="0"/>
            <a:t>1. Identifiez les risques.</a:t>
          </a:r>
        </a:p>
      </dgm:t>
    </dgm:pt>
    <dgm:pt modelId="{38E53EA1-DDFC-4575-9576-CBF229353606}" type="parTrans" cxnId="{564F2218-77DE-4762-B652-96329B7EE347}">
      <dgm:prSet/>
      <dgm:spPr/>
      <dgm:t>
        <a:bodyPr/>
        <a:lstStyle/>
        <a:p>
          <a:endParaRPr lang="fr-FR"/>
        </a:p>
      </dgm:t>
    </dgm:pt>
    <dgm:pt modelId="{08DE1104-4F90-419E-97A9-D6CAE2998C91}" type="sibTrans" cxnId="{564F2218-77DE-4762-B652-96329B7EE347}">
      <dgm:prSet/>
      <dgm:spPr/>
      <dgm:t>
        <a:bodyPr/>
        <a:lstStyle/>
        <a:p>
          <a:endParaRPr lang="fr-FR"/>
        </a:p>
      </dgm:t>
    </dgm:pt>
    <dgm:pt modelId="{3A31A3E0-49AF-4D14-8138-8C320833D8A0}">
      <dgm:prSet/>
      <dgm:spPr/>
      <dgm:t>
        <a:bodyPr/>
        <a:lstStyle/>
        <a:p>
          <a:r>
            <a:rPr lang="fr-FR" dirty="0"/>
            <a:t>Recensez les aspects de votre plan ou de l’environnement de votre projet susceptibles de changer.</a:t>
          </a:r>
        </a:p>
      </dgm:t>
    </dgm:pt>
    <dgm:pt modelId="{9CC544DA-4E84-4F9B-8F9C-E8C76CF37B6A}" type="parTrans" cxnId="{34D628EB-93B4-4A2F-A6EE-593D2E441333}">
      <dgm:prSet/>
      <dgm:spPr/>
      <dgm:t>
        <a:bodyPr/>
        <a:lstStyle/>
        <a:p>
          <a:endParaRPr lang="fr-FR"/>
        </a:p>
      </dgm:t>
    </dgm:pt>
    <dgm:pt modelId="{5CCD500D-FC2D-482C-8B01-EEFDEE0D6BEA}" type="sibTrans" cxnId="{34D628EB-93B4-4A2F-A6EE-593D2E441333}">
      <dgm:prSet/>
      <dgm:spPr/>
      <dgm:t>
        <a:bodyPr/>
        <a:lstStyle/>
        <a:p>
          <a:endParaRPr lang="fr-FR"/>
        </a:p>
      </dgm:t>
    </dgm:pt>
    <dgm:pt modelId="{0C0413D7-CBB0-47C4-AA98-D6F716917BD3}">
      <dgm:prSet/>
      <dgm:spPr/>
      <dgm:t>
        <a:bodyPr/>
        <a:lstStyle/>
        <a:p>
          <a:r>
            <a:rPr lang="fr-FR" dirty="0"/>
            <a:t>2. Évaluez les effets potentiels de ces risques sur votre projet.</a:t>
          </a:r>
        </a:p>
      </dgm:t>
    </dgm:pt>
    <dgm:pt modelId="{ED81E760-13FB-467B-A801-6CD1199B75EA}" type="parTrans" cxnId="{A1581FA9-0EB8-4A89-96BC-613B36FDA5D9}">
      <dgm:prSet/>
      <dgm:spPr/>
      <dgm:t>
        <a:bodyPr/>
        <a:lstStyle/>
        <a:p>
          <a:endParaRPr lang="fr-FR"/>
        </a:p>
      </dgm:t>
    </dgm:pt>
    <dgm:pt modelId="{EF526351-F3E5-4780-B19A-E536DF0295FD}" type="sibTrans" cxnId="{A1581FA9-0EB8-4A89-96BC-613B36FDA5D9}">
      <dgm:prSet/>
      <dgm:spPr/>
      <dgm:t>
        <a:bodyPr/>
        <a:lstStyle/>
        <a:p>
          <a:endParaRPr lang="fr-FR"/>
        </a:p>
      </dgm:t>
    </dgm:pt>
    <dgm:pt modelId="{C2331FE7-CC8A-41E5-BC21-40FF4D2A5499}">
      <dgm:prSet/>
      <dgm:spPr/>
      <dgm:t>
        <a:bodyPr/>
        <a:lstStyle/>
        <a:p>
          <a:r>
            <a:rPr lang="fr-FR" dirty="0"/>
            <a:t>Prenez en compte ce qu’il peut se passer si les choses ne se déroulent pas comme vous l’aviez prévu.</a:t>
          </a:r>
        </a:p>
      </dgm:t>
    </dgm:pt>
    <dgm:pt modelId="{A7636E97-5E6E-422E-8575-3401B4FD1D50}" type="parTrans" cxnId="{164678A3-FB66-4386-BE4A-68ED1377C484}">
      <dgm:prSet/>
      <dgm:spPr/>
      <dgm:t>
        <a:bodyPr/>
        <a:lstStyle/>
        <a:p>
          <a:endParaRPr lang="fr-FR"/>
        </a:p>
      </dgm:t>
    </dgm:pt>
    <dgm:pt modelId="{AE509158-6F23-4E68-BA1F-773D0E19FBAF}" type="sibTrans" cxnId="{164678A3-FB66-4386-BE4A-68ED1377C484}">
      <dgm:prSet/>
      <dgm:spPr/>
      <dgm:t>
        <a:bodyPr/>
        <a:lstStyle/>
        <a:p>
          <a:endParaRPr lang="fr-FR"/>
        </a:p>
      </dgm:t>
    </dgm:pt>
    <dgm:pt modelId="{CC4E2591-5C00-4B21-AE34-1D78C6FF2F63}">
      <dgm:prSet/>
      <dgm:spPr/>
      <dgm:t>
        <a:bodyPr/>
        <a:lstStyle/>
        <a:p>
          <a:r>
            <a:rPr lang="fr-FR" dirty="0"/>
            <a:t>3. Montez des plans pour atténuer les effets des risques.</a:t>
          </a:r>
        </a:p>
      </dgm:t>
    </dgm:pt>
    <dgm:pt modelId="{46A45C79-C26E-48A0-ADD5-D1ED0E68F83E}" type="parTrans" cxnId="{B3A1E7C0-34DA-4C23-B76D-C3B66568961D}">
      <dgm:prSet/>
      <dgm:spPr/>
      <dgm:t>
        <a:bodyPr/>
        <a:lstStyle/>
        <a:p>
          <a:endParaRPr lang="fr-FR"/>
        </a:p>
      </dgm:t>
    </dgm:pt>
    <dgm:pt modelId="{3C3350C6-5C66-498A-A225-AADCA5E65D02}" type="sibTrans" cxnId="{B3A1E7C0-34DA-4C23-B76D-C3B66568961D}">
      <dgm:prSet/>
      <dgm:spPr/>
      <dgm:t>
        <a:bodyPr/>
        <a:lstStyle/>
        <a:p>
          <a:endParaRPr lang="fr-FR"/>
        </a:p>
      </dgm:t>
    </dgm:pt>
    <dgm:pt modelId="{A3D0B52A-F54D-4F80-B607-CB81E55A8B92}">
      <dgm:prSet/>
      <dgm:spPr/>
      <dgm:t>
        <a:bodyPr/>
        <a:lstStyle/>
        <a:p>
          <a:r>
            <a:rPr lang="fr-FR" dirty="0"/>
            <a:t>Choisissez un mode de protection de votre projet contre les conséquences des risques existant.</a:t>
          </a:r>
        </a:p>
      </dgm:t>
    </dgm:pt>
    <dgm:pt modelId="{A146546B-366B-46BA-BADE-7962CDA1712E}" type="parTrans" cxnId="{850816C1-45C9-4D85-B262-BFEEB7563744}">
      <dgm:prSet/>
      <dgm:spPr/>
      <dgm:t>
        <a:bodyPr/>
        <a:lstStyle/>
        <a:p>
          <a:endParaRPr lang="fr-FR"/>
        </a:p>
      </dgm:t>
    </dgm:pt>
    <dgm:pt modelId="{93B89919-3CF2-4DB8-95E4-912C926AA695}" type="sibTrans" cxnId="{850816C1-45C9-4D85-B262-BFEEB7563744}">
      <dgm:prSet/>
      <dgm:spPr/>
      <dgm:t>
        <a:bodyPr/>
        <a:lstStyle/>
        <a:p>
          <a:endParaRPr lang="fr-FR"/>
        </a:p>
      </dgm:t>
    </dgm:pt>
    <dgm:pt modelId="{A35712F1-908F-417B-A104-A8E4C0C04A4F}" type="pres">
      <dgm:prSet presAssocID="{AD805362-D638-47D0-B0DB-286B89C8BCF6}" presName="theList" presStyleCnt="0">
        <dgm:presLayoutVars>
          <dgm:dir/>
          <dgm:animLvl val="lvl"/>
          <dgm:resizeHandles val="exact"/>
        </dgm:presLayoutVars>
      </dgm:prSet>
      <dgm:spPr/>
    </dgm:pt>
    <dgm:pt modelId="{30AACBBD-1750-407C-9151-DFF03C5BFFEB}" type="pres">
      <dgm:prSet presAssocID="{E0B66E2A-E00C-471E-AE4D-5875C97D415D}" presName="compNode" presStyleCnt="0"/>
      <dgm:spPr/>
    </dgm:pt>
    <dgm:pt modelId="{EC63F4E1-1AEC-4608-96AF-8CDAE14725F1}" type="pres">
      <dgm:prSet presAssocID="{E0B66E2A-E00C-471E-AE4D-5875C97D415D}" presName="aNode" presStyleLbl="bgShp" presStyleIdx="0" presStyleCnt="3"/>
      <dgm:spPr/>
    </dgm:pt>
    <dgm:pt modelId="{F24BE1C7-C576-4727-A950-6554C1677F5E}" type="pres">
      <dgm:prSet presAssocID="{E0B66E2A-E00C-471E-AE4D-5875C97D415D}" presName="textNode" presStyleLbl="bgShp" presStyleIdx="0" presStyleCnt="3"/>
      <dgm:spPr/>
    </dgm:pt>
    <dgm:pt modelId="{BAF4790F-3203-4719-A026-639CABACAC85}" type="pres">
      <dgm:prSet presAssocID="{E0B66E2A-E00C-471E-AE4D-5875C97D415D}" presName="compChildNode" presStyleCnt="0"/>
      <dgm:spPr/>
    </dgm:pt>
    <dgm:pt modelId="{9BAD88C7-58C6-4142-9A10-51ABA20EA568}" type="pres">
      <dgm:prSet presAssocID="{E0B66E2A-E00C-471E-AE4D-5875C97D415D}" presName="theInnerList" presStyleCnt="0"/>
      <dgm:spPr/>
    </dgm:pt>
    <dgm:pt modelId="{95B15F92-C131-4A11-A566-E84BEFEF5D56}" type="pres">
      <dgm:prSet presAssocID="{3A31A3E0-49AF-4D14-8138-8C320833D8A0}" presName="childNode" presStyleLbl="node1" presStyleIdx="0" presStyleCnt="3">
        <dgm:presLayoutVars>
          <dgm:bulletEnabled val="1"/>
        </dgm:presLayoutVars>
      </dgm:prSet>
      <dgm:spPr/>
    </dgm:pt>
    <dgm:pt modelId="{1077AC55-AD10-4CFD-9693-D7DA07182B5F}" type="pres">
      <dgm:prSet presAssocID="{E0B66E2A-E00C-471E-AE4D-5875C97D415D}" presName="aSpace" presStyleCnt="0"/>
      <dgm:spPr/>
    </dgm:pt>
    <dgm:pt modelId="{BC57D57A-A82C-4329-83A2-E0766767F410}" type="pres">
      <dgm:prSet presAssocID="{0C0413D7-CBB0-47C4-AA98-D6F716917BD3}" presName="compNode" presStyleCnt="0"/>
      <dgm:spPr/>
    </dgm:pt>
    <dgm:pt modelId="{87B331D5-E9B2-4FE7-BD91-BE7CCDF10E5A}" type="pres">
      <dgm:prSet presAssocID="{0C0413D7-CBB0-47C4-AA98-D6F716917BD3}" presName="aNode" presStyleLbl="bgShp" presStyleIdx="1" presStyleCnt="3"/>
      <dgm:spPr/>
    </dgm:pt>
    <dgm:pt modelId="{C3F998BA-6A77-4264-B209-83ACCDFBCC00}" type="pres">
      <dgm:prSet presAssocID="{0C0413D7-CBB0-47C4-AA98-D6F716917BD3}" presName="textNode" presStyleLbl="bgShp" presStyleIdx="1" presStyleCnt="3"/>
      <dgm:spPr/>
    </dgm:pt>
    <dgm:pt modelId="{225AC766-8EA0-4AA1-805A-19FA8E1617FE}" type="pres">
      <dgm:prSet presAssocID="{0C0413D7-CBB0-47C4-AA98-D6F716917BD3}" presName="compChildNode" presStyleCnt="0"/>
      <dgm:spPr/>
    </dgm:pt>
    <dgm:pt modelId="{BB1E7637-3FFD-49C9-8247-A2F8A24075D2}" type="pres">
      <dgm:prSet presAssocID="{0C0413D7-CBB0-47C4-AA98-D6F716917BD3}" presName="theInnerList" presStyleCnt="0"/>
      <dgm:spPr/>
    </dgm:pt>
    <dgm:pt modelId="{637B015E-8640-4B97-93B8-A63FD6E6E67E}" type="pres">
      <dgm:prSet presAssocID="{C2331FE7-CC8A-41E5-BC21-40FF4D2A5499}" presName="childNode" presStyleLbl="node1" presStyleIdx="1" presStyleCnt="3">
        <dgm:presLayoutVars>
          <dgm:bulletEnabled val="1"/>
        </dgm:presLayoutVars>
      </dgm:prSet>
      <dgm:spPr/>
    </dgm:pt>
    <dgm:pt modelId="{FC3A5365-D496-4325-8B0F-F73D7860E19F}" type="pres">
      <dgm:prSet presAssocID="{0C0413D7-CBB0-47C4-AA98-D6F716917BD3}" presName="aSpace" presStyleCnt="0"/>
      <dgm:spPr/>
    </dgm:pt>
    <dgm:pt modelId="{5CCE7028-16DA-4DD0-86CB-F1A9FF95B955}" type="pres">
      <dgm:prSet presAssocID="{CC4E2591-5C00-4B21-AE34-1D78C6FF2F63}" presName="compNode" presStyleCnt="0"/>
      <dgm:spPr/>
    </dgm:pt>
    <dgm:pt modelId="{1357C717-0340-4186-8B01-09BFF495FDF3}" type="pres">
      <dgm:prSet presAssocID="{CC4E2591-5C00-4B21-AE34-1D78C6FF2F63}" presName="aNode" presStyleLbl="bgShp" presStyleIdx="2" presStyleCnt="3"/>
      <dgm:spPr/>
    </dgm:pt>
    <dgm:pt modelId="{3B3834A8-3BA4-4DB7-ACC2-BBD06ECF97D7}" type="pres">
      <dgm:prSet presAssocID="{CC4E2591-5C00-4B21-AE34-1D78C6FF2F63}" presName="textNode" presStyleLbl="bgShp" presStyleIdx="2" presStyleCnt="3"/>
      <dgm:spPr/>
    </dgm:pt>
    <dgm:pt modelId="{08CA8095-ABCB-4A4C-9B02-5BDDB430E602}" type="pres">
      <dgm:prSet presAssocID="{CC4E2591-5C00-4B21-AE34-1D78C6FF2F63}" presName="compChildNode" presStyleCnt="0"/>
      <dgm:spPr/>
    </dgm:pt>
    <dgm:pt modelId="{424E5A27-18DF-4719-A1FA-F674C17B6EC0}" type="pres">
      <dgm:prSet presAssocID="{CC4E2591-5C00-4B21-AE34-1D78C6FF2F63}" presName="theInnerList" presStyleCnt="0"/>
      <dgm:spPr/>
    </dgm:pt>
    <dgm:pt modelId="{E292F1D0-E6A3-43A3-882B-E131F0A920C6}" type="pres">
      <dgm:prSet presAssocID="{A3D0B52A-F54D-4F80-B607-CB81E55A8B92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564F2218-77DE-4762-B652-96329B7EE347}" srcId="{AD805362-D638-47D0-B0DB-286B89C8BCF6}" destId="{E0B66E2A-E00C-471E-AE4D-5875C97D415D}" srcOrd="0" destOrd="0" parTransId="{38E53EA1-DDFC-4575-9576-CBF229353606}" sibTransId="{08DE1104-4F90-419E-97A9-D6CAE2998C91}"/>
    <dgm:cxn modelId="{D7778B22-C9A3-479D-9807-F79ED31F1A20}" type="presOf" srcId="{C2331FE7-CC8A-41E5-BC21-40FF4D2A5499}" destId="{637B015E-8640-4B97-93B8-A63FD6E6E67E}" srcOrd="0" destOrd="0" presId="urn:microsoft.com/office/officeart/2005/8/layout/lProcess2"/>
    <dgm:cxn modelId="{CA32E72A-7F73-429B-839F-1F42A5BCD148}" type="presOf" srcId="{CC4E2591-5C00-4B21-AE34-1D78C6FF2F63}" destId="{3B3834A8-3BA4-4DB7-ACC2-BBD06ECF97D7}" srcOrd="1" destOrd="0" presId="urn:microsoft.com/office/officeart/2005/8/layout/lProcess2"/>
    <dgm:cxn modelId="{5679F32E-F532-451B-BF49-11475295AAD8}" type="presOf" srcId="{3A31A3E0-49AF-4D14-8138-8C320833D8A0}" destId="{95B15F92-C131-4A11-A566-E84BEFEF5D56}" srcOrd="0" destOrd="0" presId="urn:microsoft.com/office/officeart/2005/8/layout/lProcess2"/>
    <dgm:cxn modelId="{52403A31-A10D-41BE-9769-07856EA80AA6}" type="presOf" srcId="{E0B66E2A-E00C-471E-AE4D-5875C97D415D}" destId="{F24BE1C7-C576-4727-A950-6554C1677F5E}" srcOrd="1" destOrd="0" presId="urn:microsoft.com/office/officeart/2005/8/layout/lProcess2"/>
    <dgm:cxn modelId="{2DD90345-3CCF-4176-B7E4-C552454C4F2E}" type="presOf" srcId="{A3D0B52A-F54D-4F80-B607-CB81E55A8B92}" destId="{E292F1D0-E6A3-43A3-882B-E131F0A920C6}" srcOrd="0" destOrd="0" presId="urn:microsoft.com/office/officeart/2005/8/layout/lProcess2"/>
    <dgm:cxn modelId="{4934F756-8173-48C9-81D3-196415699673}" type="presOf" srcId="{CC4E2591-5C00-4B21-AE34-1D78C6FF2F63}" destId="{1357C717-0340-4186-8B01-09BFF495FDF3}" srcOrd="0" destOrd="0" presId="urn:microsoft.com/office/officeart/2005/8/layout/lProcess2"/>
    <dgm:cxn modelId="{164678A3-FB66-4386-BE4A-68ED1377C484}" srcId="{0C0413D7-CBB0-47C4-AA98-D6F716917BD3}" destId="{C2331FE7-CC8A-41E5-BC21-40FF4D2A5499}" srcOrd="0" destOrd="0" parTransId="{A7636E97-5E6E-422E-8575-3401B4FD1D50}" sibTransId="{AE509158-6F23-4E68-BA1F-773D0E19FBAF}"/>
    <dgm:cxn modelId="{A1581FA9-0EB8-4A89-96BC-613B36FDA5D9}" srcId="{AD805362-D638-47D0-B0DB-286B89C8BCF6}" destId="{0C0413D7-CBB0-47C4-AA98-D6F716917BD3}" srcOrd="1" destOrd="0" parTransId="{ED81E760-13FB-467B-A801-6CD1199B75EA}" sibTransId="{EF526351-F3E5-4780-B19A-E536DF0295FD}"/>
    <dgm:cxn modelId="{B3A1E7C0-34DA-4C23-B76D-C3B66568961D}" srcId="{AD805362-D638-47D0-B0DB-286B89C8BCF6}" destId="{CC4E2591-5C00-4B21-AE34-1D78C6FF2F63}" srcOrd="2" destOrd="0" parTransId="{46A45C79-C26E-48A0-ADD5-D1ED0E68F83E}" sibTransId="{3C3350C6-5C66-498A-A225-AADCA5E65D02}"/>
    <dgm:cxn modelId="{850816C1-45C9-4D85-B262-BFEEB7563744}" srcId="{CC4E2591-5C00-4B21-AE34-1D78C6FF2F63}" destId="{A3D0B52A-F54D-4F80-B607-CB81E55A8B92}" srcOrd="0" destOrd="0" parTransId="{A146546B-366B-46BA-BADE-7962CDA1712E}" sibTransId="{93B89919-3CF2-4DB8-95E4-912C926AA695}"/>
    <dgm:cxn modelId="{0426ACCB-1F30-47C1-94A3-EEA063647189}" type="presOf" srcId="{E0B66E2A-E00C-471E-AE4D-5875C97D415D}" destId="{EC63F4E1-1AEC-4608-96AF-8CDAE14725F1}" srcOrd="0" destOrd="0" presId="urn:microsoft.com/office/officeart/2005/8/layout/lProcess2"/>
    <dgm:cxn modelId="{F3B992D4-5E24-4EB6-A80C-98B53978475A}" type="presOf" srcId="{AD805362-D638-47D0-B0DB-286B89C8BCF6}" destId="{A35712F1-908F-417B-A104-A8E4C0C04A4F}" srcOrd="0" destOrd="0" presId="urn:microsoft.com/office/officeart/2005/8/layout/lProcess2"/>
    <dgm:cxn modelId="{34D628EB-93B4-4A2F-A6EE-593D2E441333}" srcId="{E0B66E2A-E00C-471E-AE4D-5875C97D415D}" destId="{3A31A3E0-49AF-4D14-8138-8C320833D8A0}" srcOrd="0" destOrd="0" parTransId="{9CC544DA-4E84-4F9B-8F9C-E8C76CF37B6A}" sibTransId="{5CCD500D-FC2D-482C-8B01-EEFDEE0D6BEA}"/>
    <dgm:cxn modelId="{FD200DED-8A3D-45D0-AC28-EC15A8BE2FE5}" type="presOf" srcId="{0C0413D7-CBB0-47C4-AA98-D6F716917BD3}" destId="{C3F998BA-6A77-4264-B209-83ACCDFBCC00}" srcOrd="1" destOrd="0" presId="urn:microsoft.com/office/officeart/2005/8/layout/lProcess2"/>
    <dgm:cxn modelId="{ED82A2F8-939D-427E-882B-43D63BC8594C}" type="presOf" srcId="{0C0413D7-CBB0-47C4-AA98-D6F716917BD3}" destId="{87B331D5-E9B2-4FE7-BD91-BE7CCDF10E5A}" srcOrd="0" destOrd="0" presId="urn:microsoft.com/office/officeart/2005/8/layout/lProcess2"/>
    <dgm:cxn modelId="{A659E754-B64A-45A4-910D-264447396E76}" type="presParOf" srcId="{A35712F1-908F-417B-A104-A8E4C0C04A4F}" destId="{30AACBBD-1750-407C-9151-DFF03C5BFFEB}" srcOrd="0" destOrd="0" presId="urn:microsoft.com/office/officeart/2005/8/layout/lProcess2"/>
    <dgm:cxn modelId="{5269A5CF-CF8D-4EA8-BBE1-597D23A1A708}" type="presParOf" srcId="{30AACBBD-1750-407C-9151-DFF03C5BFFEB}" destId="{EC63F4E1-1AEC-4608-96AF-8CDAE14725F1}" srcOrd="0" destOrd="0" presId="urn:microsoft.com/office/officeart/2005/8/layout/lProcess2"/>
    <dgm:cxn modelId="{A8420903-589E-481A-A83C-D0E704ACC00F}" type="presParOf" srcId="{30AACBBD-1750-407C-9151-DFF03C5BFFEB}" destId="{F24BE1C7-C576-4727-A950-6554C1677F5E}" srcOrd="1" destOrd="0" presId="urn:microsoft.com/office/officeart/2005/8/layout/lProcess2"/>
    <dgm:cxn modelId="{51B6957B-4D0F-46B0-B1A0-3DD3CF831AD6}" type="presParOf" srcId="{30AACBBD-1750-407C-9151-DFF03C5BFFEB}" destId="{BAF4790F-3203-4719-A026-639CABACAC85}" srcOrd="2" destOrd="0" presId="urn:microsoft.com/office/officeart/2005/8/layout/lProcess2"/>
    <dgm:cxn modelId="{AC2A9A7F-5BC0-46AB-803A-CEEA70FD52E6}" type="presParOf" srcId="{BAF4790F-3203-4719-A026-639CABACAC85}" destId="{9BAD88C7-58C6-4142-9A10-51ABA20EA568}" srcOrd="0" destOrd="0" presId="urn:microsoft.com/office/officeart/2005/8/layout/lProcess2"/>
    <dgm:cxn modelId="{CB037CC9-60DE-41F5-A48D-4D9DD8A65473}" type="presParOf" srcId="{9BAD88C7-58C6-4142-9A10-51ABA20EA568}" destId="{95B15F92-C131-4A11-A566-E84BEFEF5D56}" srcOrd="0" destOrd="0" presId="urn:microsoft.com/office/officeart/2005/8/layout/lProcess2"/>
    <dgm:cxn modelId="{DD2159F8-D131-4251-8ECF-1D9DF0785ED2}" type="presParOf" srcId="{A35712F1-908F-417B-A104-A8E4C0C04A4F}" destId="{1077AC55-AD10-4CFD-9693-D7DA07182B5F}" srcOrd="1" destOrd="0" presId="urn:microsoft.com/office/officeart/2005/8/layout/lProcess2"/>
    <dgm:cxn modelId="{64D229C7-31B8-437D-BE2C-BE7AFFDFA741}" type="presParOf" srcId="{A35712F1-908F-417B-A104-A8E4C0C04A4F}" destId="{BC57D57A-A82C-4329-83A2-E0766767F410}" srcOrd="2" destOrd="0" presId="urn:microsoft.com/office/officeart/2005/8/layout/lProcess2"/>
    <dgm:cxn modelId="{68AA27B3-2441-4FE0-A630-F457BB128525}" type="presParOf" srcId="{BC57D57A-A82C-4329-83A2-E0766767F410}" destId="{87B331D5-E9B2-4FE7-BD91-BE7CCDF10E5A}" srcOrd="0" destOrd="0" presId="urn:microsoft.com/office/officeart/2005/8/layout/lProcess2"/>
    <dgm:cxn modelId="{7DA923AA-0D55-487D-8B62-E696EFA88590}" type="presParOf" srcId="{BC57D57A-A82C-4329-83A2-E0766767F410}" destId="{C3F998BA-6A77-4264-B209-83ACCDFBCC00}" srcOrd="1" destOrd="0" presId="urn:microsoft.com/office/officeart/2005/8/layout/lProcess2"/>
    <dgm:cxn modelId="{DB9F2921-5C91-45D8-9A46-52126362E1E0}" type="presParOf" srcId="{BC57D57A-A82C-4329-83A2-E0766767F410}" destId="{225AC766-8EA0-4AA1-805A-19FA8E1617FE}" srcOrd="2" destOrd="0" presId="urn:microsoft.com/office/officeart/2005/8/layout/lProcess2"/>
    <dgm:cxn modelId="{AA276C16-0A3F-4F6A-8D98-4E1F079A9B5A}" type="presParOf" srcId="{225AC766-8EA0-4AA1-805A-19FA8E1617FE}" destId="{BB1E7637-3FFD-49C9-8247-A2F8A24075D2}" srcOrd="0" destOrd="0" presId="urn:microsoft.com/office/officeart/2005/8/layout/lProcess2"/>
    <dgm:cxn modelId="{775B3383-EA75-40ED-9987-CBD129BA8B40}" type="presParOf" srcId="{BB1E7637-3FFD-49C9-8247-A2F8A24075D2}" destId="{637B015E-8640-4B97-93B8-A63FD6E6E67E}" srcOrd="0" destOrd="0" presId="urn:microsoft.com/office/officeart/2005/8/layout/lProcess2"/>
    <dgm:cxn modelId="{410C2F22-F15C-45BE-A6E3-5C3705E0B300}" type="presParOf" srcId="{A35712F1-908F-417B-A104-A8E4C0C04A4F}" destId="{FC3A5365-D496-4325-8B0F-F73D7860E19F}" srcOrd="3" destOrd="0" presId="urn:microsoft.com/office/officeart/2005/8/layout/lProcess2"/>
    <dgm:cxn modelId="{9F96541A-E89B-4873-86FA-07A3942696D5}" type="presParOf" srcId="{A35712F1-908F-417B-A104-A8E4C0C04A4F}" destId="{5CCE7028-16DA-4DD0-86CB-F1A9FF95B955}" srcOrd="4" destOrd="0" presId="urn:microsoft.com/office/officeart/2005/8/layout/lProcess2"/>
    <dgm:cxn modelId="{69B9B5C1-DEB8-4DC3-A760-4879A8269281}" type="presParOf" srcId="{5CCE7028-16DA-4DD0-86CB-F1A9FF95B955}" destId="{1357C717-0340-4186-8B01-09BFF495FDF3}" srcOrd="0" destOrd="0" presId="urn:microsoft.com/office/officeart/2005/8/layout/lProcess2"/>
    <dgm:cxn modelId="{21D4CA39-5C6C-44FE-9B46-0C7F0B2462C9}" type="presParOf" srcId="{5CCE7028-16DA-4DD0-86CB-F1A9FF95B955}" destId="{3B3834A8-3BA4-4DB7-ACC2-BBD06ECF97D7}" srcOrd="1" destOrd="0" presId="urn:microsoft.com/office/officeart/2005/8/layout/lProcess2"/>
    <dgm:cxn modelId="{EBC67C65-F81D-45DD-A793-50F79E1E5486}" type="presParOf" srcId="{5CCE7028-16DA-4DD0-86CB-F1A9FF95B955}" destId="{08CA8095-ABCB-4A4C-9B02-5BDDB430E602}" srcOrd="2" destOrd="0" presId="urn:microsoft.com/office/officeart/2005/8/layout/lProcess2"/>
    <dgm:cxn modelId="{54CC2021-D1A0-41F2-BED7-EAAE5AB71ED7}" type="presParOf" srcId="{08CA8095-ABCB-4A4C-9B02-5BDDB430E602}" destId="{424E5A27-18DF-4719-A1FA-F674C17B6EC0}" srcOrd="0" destOrd="0" presId="urn:microsoft.com/office/officeart/2005/8/layout/lProcess2"/>
    <dgm:cxn modelId="{E6BCC6AF-1F4A-4A26-8CCB-52FBD646E0FD}" type="presParOf" srcId="{424E5A27-18DF-4719-A1FA-F674C17B6EC0}" destId="{E292F1D0-E6A3-43A3-882B-E131F0A920C6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296FA92-63FE-4372-879B-3E9E305C7EF0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BB08CEFC-9552-43EB-905E-4DB852714DBF}">
      <dgm:prSet phldrT="[Texte]"/>
      <dgm:spPr/>
      <dgm:t>
        <a:bodyPr/>
        <a:lstStyle/>
        <a:p>
          <a:r>
            <a:rPr lang="fr-FR" b="1" dirty="0">
              <a:solidFill>
                <a:schemeClr val="tx1"/>
              </a:solidFill>
            </a:rPr>
            <a:t>Plan structurel : </a:t>
          </a:r>
          <a:r>
            <a:rPr lang="fr-FR" dirty="0">
              <a:solidFill>
                <a:schemeClr val="tx1"/>
              </a:solidFill>
            </a:rPr>
            <a:t>répondre au QUOI</a:t>
          </a:r>
        </a:p>
      </dgm:t>
    </dgm:pt>
    <dgm:pt modelId="{C55EBBC9-4376-40FD-968D-432CA4BD1CD6}" type="parTrans" cxnId="{1F19C04C-C9AD-44D1-B37F-ABC4F2E13606}">
      <dgm:prSet/>
      <dgm:spPr/>
      <dgm:t>
        <a:bodyPr/>
        <a:lstStyle/>
        <a:p>
          <a:endParaRPr lang="fr-FR"/>
        </a:p>
      </dgm:t>
    </dgm:pt>
    <dgm:pt modelId="{28073355-E9B0-459A-A2BF-30650E0BCB68}" type="sibTrans" cxnId="{1F19C04C-C9AD-44D1-B37F-ABC4F2E13606}">
      <dgm:prSet/>
      <dgm:spPr/>
      <dgm:t>
        <a:bodyPr/>
        <a:lstStyle/>
        <a:p>
          <a:endParaRPr lang="fr-FR"/>
        </a:p>
      </dgm:t>
    </dgm:pt>
    <dgm:pt modelId="{BE9502E0-762B-418B-9AA4-561D44B0D04F}">
      <dgm:prSet/>
      <dgm:spPr/>
      <dgm:t>
        <a:bodyPr/>
        <a:lstStyle/>
        <a:p>
          <a:r>
            <a:rPr lang="fr-FR" b="1" dirty="0">
              <a:solidFill>
                <a:schemeClr val="tx1"/>
              </a:solidFill>
            </a:rPr>
            <a:t>Plan organisationnel : </a:t>
          </a:r>
          <a:r>
            <a:rPr lang="fr-FR" dirty="0">
              <a:solidFill>
                <a:schemeClr val="tx1"/>
              </a:solidFill>
            </a:rPr>
            <a:t>répondre au QUI</a:t>
          </a:r>
        </a:p>
      </dgm:t>
    </dgm:pt>
    <dgm:pt modelId="{31441C20-E5DE-4753-A00D-40557D1E3888}" type="parTrans" cxnId="{A997E3BE-B26E-4643-ADD6-3C4228A4B948}">
      <dgm:prSet/>
      <dgm:spPr/>
      <dgm:t>
        <a:bodyPr/>
        <a:lstStyle/>
        <a:p>
          <a:endParaRPr lang="fr-FR"/>
        </a:p>
      </dgm:t>
    </dgm:pt>
    <dgm:pt modelId="{EB4DFF69-A03E-4FA3-A253-6D009E63551D}" type="sibTrans" cxnId="{A997E3BE-B26E-4643-ADD6-3C4228A4B948}">
      <dgm:prSet/>
      <dgm:spPr/>
      <dgm:t>
        <a:bodyPr/>
        <a:lstStyle/>
        <a:p>
          <a:endParaRPr lang="fr-FR"/>
        </a:p>
      </dgm:t>
    </dgm:pt>
    <dgm:pt modelId="{E0729D87-FF8E-4B52-A861-0D04A86C589A}">
      <dgm:prSet/>
      <dgm:spPr/>
      <dgm:t>
        <a:bodyPr/>
        <a:lstStyle/>
        <a:p>
          <a:r>
            <a:rPr lang="fr-FR" b="1" dirty="0">
              <a:solidFill>
                <a:schemeClr val="tx1"/>
              </a:solidFill>
            </a:rPr>
            <a:t>Plan opérationnel : </a:t>
          </a:r>
          <a:r>
            <a:rPr lang="fr-FR" dirty="0">
              <a:solidFill>
                <a:schemeClr val="tx1"/>
              </a:solidFill>
            </a:rPr>
            <a:t>répondre au </a:t>
          </a:r>
          <a:r>
            <a:rPr lang="fr-FR" b="0" dirty="0">
              <a:solidFill>
                <a:schemeClr val="tx1"/>
              </a:solidFill>
            </a:rPr>
            <a:t>QUAND</a:t>
          </a:r>
          <a:r>
            <a:rPr lang="fr-FR" dirty="0">
              <a:solidFill>
                <a:schemeClr val="tx1"/>
              </a:solidFill>
            </a:rPr>
            <a:t> et au COMMENT</a:t>
          </a:r>
        </a:p>
      </dgm:t>
    </dgm:pt>
    <dgm:pt modelId="{929832FF-94E8-49B0-9D0A-9B18817FA0A8}" type="parTrans" cxnId="{53875DAE-388A-4BF6-8ECA-2337F365A78A}">
      <dgm:prSet/>
      <dgm:spPr/>
      <dgm:t>
        <a:bodyPr/>
        <a:lstStyle/>
        <a:p>
          <a:endParaRPr lang="fr-FR"/>
        </a:p>
      </dgm:t>
    </dgm:pt>
    <dgm:pt modelId="{D340CE29-CA29-4313-BAD3-73256D779274}" type="sibTrans" cxnId="{53875DAE-388A-4BF6-8ECA-2337F365A78A}">
      <dgm:prSet/>
      <dgm:spPr/>
      <dgm:t>
        <a:bodyPr/>
        <a:lstStyle/>
        <a:p>
          <a:endParaRPr lang="fr-FR"/>
        </a:p>
      </dgm:t>
    </dgm:pt>
    <dgm:pt modelId="{EB16ED34-9C73-41DE-8CF6-096A62D0CF36}">
      <dgm:prSet/>
      <dgm:spPr/>
      <dgm:t>
        <a:bodyPr/>
        <a:lstStyle/>
        <a:p>
          <a:r>
            <a:rPr lang="fr-FR" b="1" dirty="0">
              <a:solidFill>
                <a:schemeClr val="tx1"/>
              </a:solidFill>
            </a:rPr>
            <a:t>Budget : </a:t>
          </a:r>
          <a:r>
            <a:rPr lang="fr-FR" dirty="0">
              <a:solidFill>
                <a:schemeClr val="tx1"/>
              </a:solidFill>
            </a:rPr>
            <a:t>répondre au COMBIEN</a:t>
          </a:r>
        </a:p>
      </dgm:t>
    </dgm:pt>
    <dgm:pt modelId="{046C52AF-E182-4F85-B5A7-915B683A2B87}" type="parTrans" cxnId="{7B027EA3-6E50-4FE9-8637-D40EBF26194A}">
      <dgm:prSet/>
      <dgm:spPr/>
      <dgm:t>
        <a:bodyPr/>
        <a:lstStyle/>
        <a:p>
          <a:endParaRPr lang="fr-FR"/>
        </a:p>
      </dgm:t>
    </dgm:pt>
    <dgm:pt modelId="{E2D4EB67-E1E6-48C4-A8B3-2714F04B261A}" type="sibTrans" cxnId="{7B027EA3-6E50-4FE9-8637-D40EBF26194A}">
      <dgm:prSet/>
      <dgm:spPr/>
      <dgm:t>
        <a:bodyPr/>
        <a:lstStyle/>
        <a:p>
          <a:endParaRPr lang="fr-FR"/>
        </a:p>
      </dgm:t>
    </dgm:pt>
    <dgm:pt modelId="{F9F1ECE8-F97D-4338-8C10-8950E575D430}">
      <dgm:prSet phldrT="[Texte]"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 Etablir la liste des travaux à accomplir</a:t>
          </a:r>
        </a:p>
      </dgm:t>
    </dgm:pt>
    <dgm:pt modelId="{AD09AF2A-4A08-4718-92B3-EF228B3E2DD8}" type="parTrans" cxnId="{17683177-721B-4D6D-9924-AF7948275226}">
      <dgm:prSet/>
      <dgm:spPr/>
      <dgm:t>
        <a:bodyPr/>
        <a:lstStyle/>
        <a:p>
          <a:endParaRPr lang="fr-FR"/>
        </a:p>
      </dgm:t>
    </dgm:pt>
    <dgm:pt modelId="{07C23C32-D589-41FF-87EF-4D6FC18AA9E8}" type="sibTrans" cxnId="{17683177-721B-4D6D-9924-AF7948275226}">
      <dgm:prSet/>
      <dgm:spPr/>
      <dgm:t>
        <a:bodyPr/>
        <a:lstStyle/>
        <a:p>
          <a:endParaRPr lang="fr-FR"/>
        </a:p>
      </dgm:t>
    </dgm:pt>
    <dgm:pt modelId="{CCF3A720-DCEA-4E9F-8F69-A74BB685AB6E}">
      <dgm:prSet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 Assigner les tâches et définir les responsabilités et les rôles de chaque intervenant dans le projet;</a:t>
          </a:r>
        </a:p>
      </dgm:t>
    </dgm:pt>
    <dgm:pt modelId="{17B4BB86-0809-4D1F-AD68-7C112000E1E5}" type="parTrans" cxnId="{4C4E77C9-99FA-4065-8BCE-E6C796D51E6D}">
      <dgm:prSet/>
      <dgm:spPr/>
      <dgm:t>
        <a:bodyPr/>
        <a:lstStyle/>
        <a:p>
          <a:endParaRPr lang="fr-FR"/>
        </a:p>
      </dgm:t>
    </dgm:pt>
    <dgm:pt modelId="{726BC18D-B081-4304-A378-CAE8C9E497DF}" type="sibTrans" cxnId="{4C4E77C9-99FA-4065-8BCE-E6C796D51E6D}">
      <dgm:prSet/>
      <dgm:spPr/>
      <dgm:t>
        <a:bodyPr/>
        <a:lstStyle/>
        <a:p>
          <a:endParaRPr lang="fr-FR"/>
        </a:p>
      </dgm:t>
    </dgm:pt>
    <dgm:pt modelId="{7FDFDBBB-934E-4443-ACDE-D7FD07E7CBD8}">
      <dgm:prSet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 calendrier d’exécution et stratégie de réalisation du projet</a:t>
          </a:r>
        </a:p>
      </dgm:t>
    </dgm:pt>
    <dgm:pt modelId="{53B32F88-C938-4B45-89A0-30BAA8D69816}" type="parTrans" cxnId="{AADF2C79-F408-4257-AB1A-000AB8F54F62}">
      <dgm:prSet/>
      <dgm:spPr/>
      <dgm:t>
        <a:bodyPr/>
        <a:lstStyle/>
        <a:p>
          <a:endParaRPr lang="fr-FR"/>
        </a:p>
      </dgm:t>
    </dgm:pt>
    <dgm:pt modelId="{E6941522-03EF-4A7E-A58D-EBD21D629405}" type="sibTrans" cxnId="{AADF2C79-F408-4257-AB1A-000AB8F54F62}">
      <dgm:prSet/>
      <dgm:spPr/>
      <dgm:t>
        <a:bodyPr/>
        <a:lstStyle/>
        <a:p>
          <a:endParaRPr lang="fr-FR"/>
        </a:p>
      </dgm:t>
    </dgm:pt>
    <dgm:pt modelId="{315001A7-EE5D-42A8-940A-8621CCFCA168}">
      <dgm:prSet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 coût du projet.</a:t>
          </a:r>
        </a:p>
      </dgm:t>
    </dgm:pt>
    <dgm:pt modelId="{76C3D41D-DD33-4BD8-A487-60F5CE8400BD}" type="parTrans" cxnId="{D6ECB5C6-772F-4CB8-97AC-F4444FB0B7A2}">
      <dgm:prSet/>
      <dgm:spPr/>
      <dgm:t>
        <a:bodyPr/>
        <a:lstStyle/>
        <a:p>
          <a:endParaRPr lang="fr-FR"/>
        </a:p>
      </dgm:t>
    </dgm:pt>
    <dgm:pt modelId="{8FD900AF-18E1-4349-AE67-1FF25AEF8200}" type="sibTrans" cxnId="{D6ECB5C6-772F-4CB8-97AC-F4444FB0B7A2}">
      <dgm:prSet/>
      <dgm:spPr/>
      <dgm:t>
        <a:bodyPr/>
        <a:lstStyle/>
        <a:p>
          <a:endParaRPr lang="fr-FR"/>
        </a:p>
      </dgm:t>
    </dgm:pt>
    <dgm:pt modelId="{1F0A897B-CA0D-4A70-9BD1-3655093E0583}" type="pres">
      <dgm:prSet presAssocID="{E296FA92-63FE-4372-879B-3E9E305C7EF0}" presName="linear" presStyleCnt="0">
        <dgm:presLayoutVars>
          <dgm:dir/>
          <dgm:animLvl val="lvl"/>
          <dgm:resizeHandles val="exact"/>
        </dgm:presLayoutVars>
      </dgm:prSet>
      <dgm:spPr/>
    </dgm:pt>
    <dgm:pt modelId="{77384CB6-6ABB-46A0-B828-8DFA7C8F7C70}" type="pres">
      <dgm:prSet presAssocID="{BB08CEFC-9552-43EB-905E-4DB852714DBF}" presName="parentLin" presStyleCnt="0"/>
      <dgm:spPr/>
    </dgm:pt>
    <dgm:pt modelId="{329F49A8-9BCC-40CD-A3FA-99686D5A0FE8}" type="pres">
      <dgm:prSet presAssocID="{BB08CEFC-9552-43EB-905E-4DB852714DBF}" presName="parentLeftMargin" presStyleLbl="node1" presStyleIdx="0" presStyleCnt="4"/>
      <dgm:spPr/>
    </dgm:pt>
    <dgm:pt modelId="{2C2DB6FA-3786-40C0-8EE0-15CDE9C8750C}" type="pres">
      <dgm:prSet presAssocID="{BB08CEFC-9552-43EB-905E-4DB852714DB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41B70CC-1EBF-4DFD-9BEC-9AA3CA4E0E2B}" type="pres">
      <dgm:prSet presAssocID="{BB08CEFC-9552-43EB-905E-4DB852714DBF}" presName="negativeSpace" presStyleCnt="0"/>
      <dgm:spPr/>
    </dgm:pt>
    <dgm:pt modelId="{31298732-7DE0-40FF-A1E1-02FB57C0D2B3}" type="pres">
      <dgm:prSet presAssocID="{BB08CEFC-9552-43EB-905E-4DB852714DBF}" presName="childText" presStyleLbl="conFgAcc1" presStyleIdx="0" presStyleCnt="4">
        <dgm:presLayoutVars>
          <dgm:bulletEnabled val="1"/>
        </dgm:presLayoutVars>
      </dgm:prSet>
      <dgm:spPr/>
    </dgm:pt>
    <dgm:pt modelId="{3241FE16-4221-41B5-814F-CCCB6BD73840}" type="pres">
      <dgm:prSet presAssocID="{28073355-E9B0-459A-A2BF-30650E0BCB68}" presName="spaceBetweenRectangles" presStyleCnt="0"/>
      <dgm:spPr/>
    </dgm:pt>
    <dgm:pt modelId="{C4203D69-5D5F-4E0C-8B4D-5CFBC5853777}" type="pres">
      <dgm:prSet presAssocID="{BE9502E0-762B-418B-9AA4-561D44B0D04F}" presName="parentLin" presStyleCnt="0"/>
      <dgm:spPr/>
    </dgm:pt>
    <dgm:pt modelId="{27603868-3AED-4F58-8341-CB823AA5628C}" type="pres">
      <dgm:prSet presAssocID="{BE9502E0-762B-418B-9AA4-561D44B0D04F}" presName="parentLeftMargin" presStyleLbl="node1" presStyleIdx="0" presStyleCnt="4"/>
      <dgm:spPr/>
    </dgm:pt>
    <dgm:pt modelId="{FC04EBEB-32EA-4C26-BBB2-B5A17D198D97}" type="pres">
      <dgm:prSet presAssocID="{BE9502E0-762B-418B-9AA4-561D44B0D04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39FDFD4-A2A3-4FB3-9960-789B429D04C6}" type="pres">
      <dgm:prSet presAssocID="{BE9502E0-762B-418B-9AA4-561D44B0D04F}" presName="negativeSpace" presStyleCnt="0"/>
      <dgm:spPr/>
    </dgm:pt>
    <dgm:pt modelId="{97707250-99BD-4CB7-8B15-19534B64E408}" type="pres">
      <dgm:prSet presAssocID="{BE9502E0-762B-418B-9AA4-561D44B0D04F}" presName="childText" presStyleLbl="conFgAcc1" presStyleIdx="1" presStyleCnt="4">
        <dgm:presLayoutVars>
          <dgm:bulletEnabled val="1"/>
        </dgm:presLayoutVars>
      </dgm:prSet>
      <dgm:spPr/>
    </dgm:pt>
    <dgm:pt modelId="{CE7A175E-69DF-4A2E-96CE-0BA810E2378D}" type="pres">
      <dgm:prSet presAssocID="{EB4DFF69-A03E-4FA3-A253-6D009E63551D}" presName="spaceBetweenRectangles" presStyleCnt="0"/>
      <dgm:spPr/>
    </dgm:pt>
    <dgm:pt modelId="{DF1FA179-A54F-4090-B04D-0033A5003EF8}" type="pres">
      <dgm:prSet presAssocID="{E0729D87-FF8E-4B52-A861-0D04A86C589A}" presName="parentLin" presStyleCnt="0"/>
      <dgm:spPr/>
    </dgm:pt>
    <dgm:pt modelId="{56B27F22-6731-46E4-A86B-EF59C1D7C606}" type="pres">
      <dgm:prSet presAssocID="{E0729D87-FF8E-4B52-A861-0D04A86C589A}" presName="parentLeftMargin" presStyleLbl="node1" presStyleIdx="1" presStyleCnt="4"/>
      <dgm:spPr/>
    </dgm:pt>
    <dgm:pt modelId="{D38A4894-27C1-4D46-9F39-B4114824EC3C}" type="pres">
      <dgm:prSet presAssocID="{E0729D87-FF8E-4B52-A861-0D04A86C589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42F7C62-BD73-4B44-9B64-CBE8242B1CE9}" type="pres">
      <dgm:prSet presAssocID="{E0729D87-FF8E-4B52-A861-0D04A86C589A}" presName="negativeSpace" presStyleCnt="0"/>
      <dgm:spPr/>
    </dgm:pt>
    <dgm:pt modelId="{EDD1A40D-5049-4821-91B6-E9DBA42E566B}" type="pres">
      <dgm:prSet presAssocID="{E0729D87-FF8E-4B52-A861-0D04A86C589A}" presName="childText" presStyleLbl="conFgAcc1" presStyleIdx="2" presStyleCnt="4">
        <dgm:presLayoutVars>
          <dgm:bulletEnabled val="1"/>
        </dgm:presLayoutVars>
      </dgm:prSet>
      <dgm:spPr/>
    </dgm:pt>
    <dgm:pt modelId="{737E4EAB-E40F-415B-B9B6-7AEFF522E32C}" type="pres">
      <dgm:prSet presAssocID="{D340CE29-CA29-4313-BAD3-73256D779274}" presName="spaceBetweenRectangles" presStyleCnt="0"/>
      <dgm:spPr/>
    </dgm:pt>
    <dgm:pt modelId="{4C3613E5-FA54-43CB-9D11-5B0439CA90F6}" type="pres">
      <dgm:prSet presAssocID="{EB16ED34-9C73-41DE-8CF6-096A62D0CF36}" presName="parentLin" presStyleCnt="0"/>
      <dgm:spPr/>
    </dgm:pt>
    <dgm:pt modelId="{F15052BA-64BE-4BC2-874A-40C8D8A77BE5}" type="pres">
      <dgm:prSet presAssocID="{EB16ED34-9C73-41DE-8CF6-096A62D0CF36}" presName="parentLeftMargin" presStyleLbl="node1" presStyleIdx="2" presStyleCnt="4"/>
      <dgm:spPr/>
    </dgm:pt>
    <dgm:pt modelId="{98ACD0F1-CCC6-40A9-B6C0-69D5855635BE}" type="pres">
      <dgm:prSet presAssocID="{EB16ED34-9C73-41DE-8CF6-096A62D0CF3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729E900-41E2-4152-89D3-97142610DA6A}" type="pres">
      <dgm:prSet presAssocID="{EB16ED34-9C73-41DE-8CF6-096A62D0CF36}" presName="negativeSpace" presStyleCnt="0"/>
      <dgm:spPr/>
    </dgm:pt>
    <dgm:pt modelId="{7AD2FBA3-BCC3-4733-A21D-8A82AEBB04DD}" type="pres">
      <dgm:prSet presAssocID="{EB16ED34-9C73-41DE-8CF6-096A62D0CF36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CF9432D-5B99-484C-873B-04CA9CA01044}" type="presOf" srcId="{E0729D87-FF8E-4B52-A861-0D04A86C589A}" destId="{56B27F22-6731-46E4-A86B-EF59C1D7C606}" srcOrd="0" destOrd="0" presId="urn:microsoft.com/office/officeart/2005/8/layout/list1"/>
    <dgm:cxn modelId="{59FDF05C-D41C-4CEA-9AAB-B74ED413D9D5}" type="presOf" srcId="{EB16ED34-9C73-41DE-8CF6-096A62D0CF36}" destId="{F15052BA-64BE-4BC2-874A-40C8D8A77BE5}" srcOrd="0" destOrd="0" presId="urn:microsoft.com/office/officeart/2005/8/layout/list1"/>
    <dgm:cxn modelId="{4E9CB56C-BB9E-4A85-B706-7C308A8681BD}" type="presOf" srcId="{BE9502E0-762B-418B-9AA4-561D44B0D04F}" destId="{FC04EBEB-32EA-4C26-BBB2-B5A17D198D97}" srcOrd="1" destOrd="0" presId="urn:microsoft.com/office/officeart/2005/8/layout/list1"/>
    <dgm:cxn modelId="{1F19C04C-C9AD-44D1-B37F-ABC4F2E13606}" srcId="{E296FA92-63FE-4372-879B-3E9E305C7EF0}" destId="{BB08CEFC-9552-43EB-905E-4DB852714DBF}" srcOrd="0" destOrd="0" parTransId="{C55EBBC9-4376-40FD-968D-432CA4BD1CD6}" sibTransId="{28073355-E9B0-459A-A2BF-30650E0BCB68}"/>
    <dgm:cxn modelId="{0A809D6D-ACA5-4335-8171-DEE647AAB52F}" type="presOf" srcId="{7FDFDBBB-934E-4443-ACDE-D7FD07E7CBD8}" destId="{EDD1A40D-5049-4821-91B6-E9DBA42E566B}" srcOrd="0" destOrd="0" presId="urn:microsoft.com/office/officeart/2005/8/layout/list1"/>
    <dgm:cxn modelId="{EF91E951-8C5B-45B9-B474-9D20983A5821}" type="presOf" srcId="{BB08CEFC-9552-43EB-905E-4DB852714DBF}" destId="{329F49A8-9BCC-40CD-A3FA-99686D5A0FE8}" srcOrd="0" destOrd="0" presId="urn:microsoft.com/office/officeart/2005/8/layout/list1"/>
    <dgm:cxn modelId="{D344C954-4D68-4285-988A-B020FD629D11}" type="presOf" srcId="{CCF3A720-DCEA-4E9F-8F69-A74BB685AB6E}" destId="{97707250-99BD-4CB7-8B15-19534B64E408}" srcOrd="0" destOrd="0" presId="urn:microsoft.com/office/officeart/2005/8/layout/list1"/>
    <dgm:cxn modelId="{17683177-721B-4D6D-9924-AF7948275226}" srcId="{BB08CEFC-9552-43EB-905E-4DB852714DBF}" destId="{F9F1ECE8-F97D-4338-8C10-8950E575D430}" srcOrd="0" destOrd="0" parTransId="{AD09AF2A-4A08-4718-92B3-EF228B3E2DD8}" sibTransId="{07C23C32-D589-41FF-87EF-4D6FC18AA9E8}"/>
    <dgm:cxn modelId="{AADF2C79-F408-4257-AB1A-000AB8F54F62}" srcId="{E0729D87-FF8E-4B52-A861-0D04A86C589A}" destId="{7FDFDBBB-934E-4443-ACDE-D7FD07E7CBD8}" srcOrd="0" destOrd="0" parTransId="{53B32F88-C938-4B45-89A0-30BAA8D69816}" sibTransId="{E6941522-03EF-4A7E-A58D-EBD21D629405}"/>
    <dgm:cxn modelId="{934FEA7D-0EDD-4986-914B-FEBB65BDA5AD}" type="presOf" srcId="{E0729D87-FF8E-4B52-A861-0D04A86C589A}" destId="{D38A4894-27C1-4D46-9F39-B4114824EC3C}" srcOrd="1" destOrd="0" presId="urn:microsoft.com/office/officeart/2005/8/layout/list1"/>
    <dgm:cxn modelId="{F63CA583-971E-4E3B-AD85-F7E54CBEB4C5}" type="presOf" srcId="{EB16ED34-9C73-41DE-8CF6-096A62D0CF36}" destId="{98ACD0F1-CCC6-40A9-B6C0-69D5855635BE}" srcOrd="1" destOrd="0" presId="urn:microsoft.com/office/officeart/2005/8/layout/list1"/>
    <dgm:cxn modelId="{4F72EE87-0BEF-443B-BBA1-06C46293369A}" type="presOf" srcId="{F9F1ECE8-F97D-4338-8C10-8950E575D430}" destId="{31298732-7DE0-40FF-A1E1-02FB57C0D2B3}" srcOrd="0" destOrd="0" presId="urn:microsoft.com/office/officeart/2005/8/layout/list1"/>
    <dgm:cxn modelId="{7B027EA3-6E50-4FE9-8637-D40EBF26194A}" srcId="{E296FA92-63FE-4372-879B-3E9E305C7EF0}" destId="{EB16ED34-9C73-41DE-8CF6-096A62D0CF36}" srcOrd="3" destOrd="0" parTransId="{046C52AF-E182-4F85-B5A7-915B683A2B87}" sibTransId="{E2D4EB67-E1E6-48C4-A8B3-2714F04B261A}"/>
    <dgm:cxn modelId="{2F5C89A4-8707-44D8-8D87-656D35939105}" type="presOf" srcId="{E296FA92-63FE-4372-879B-3E9E305C7EF0}" destId="{1F0A897B-CA0D-4A70-9BD1-3655093E0583}" srcOrd="0" destOrd="0" presId="urn:microsoft.com/office/officeart/2005/8/layout/list1"/>
    <dgm:cxn modelId="{53875DAE-388A-4BF6-8ECA-2337F365A78A}" srcId="{E296FA92-63FE-4372-879B-3E9E305C7EF0}" destId="{E0729D87-FF8E-4B52-A861-0D04A86C589A}" srcOrd="2" destOrd="0" parTransId="{929832FF-94E8-49B0-9D0A-9B18817FA0A8}" sibTransId="{D340CE29-CA29-4313-BAD3-73256D779274}"/>
    <dgm:cxn modelId="{A997E3BE-B26E-4643-ADD6-3C4228A4B948}" srcId="{E296FA92-63FE-4372-879B-3E9E305C7EF0}" destId="{BE9502E0-762B-418B-9AA4-561D44B0D04F}" srcOrd="1" destOrd="0" parTransId="{31441C20-E5DE-4753-A00D-40557D1E3888}" sibTransId="{EB4DFF69-A03E-4FA3-A253-6D009E63551D}"/>
    <dgm:cxn modelId="{D6ECB5C6-772F-4CB8-97AC-F4444FB0B7A2}" srcId="{EB16ED34-9C73-41DE-8CF6-096A62D0CF36}" destId="{315001A7-EE5D-42A8-940A-8621CCFCA168}" srcOrd="0" destOrd="0" parTransId="{76C3D41D-DD33-4BD8-A487-60F5CE8400BD}" sibTransId="{8FD900AF-18E1-4349-AE67-1FF25AEF8200}"/>
    <dgm:cxn modelId="{4C4E77C9-99FA-4065-8BCE-E6C796D51E6D}" srcId="{BE9502E0-762B-418B-9AA4-561D44B0D04F}" destId="{CCF3A720-DCEA-4E9F-8F69-A74BB685AB6E}" srcOrd="0" destOrd="0" parTransId="{17B4BB86-0809-4D1F-AD68-7C112000E1E5}" sibTransId="{726BC18D-B081-4304-A378-CAE8C9E497DF}"/>
    <dgm:cxn modelId="{40E20ACA-A4B0-48B2-9E0F-44C8D6DDB302}" type="presOf" srcId="{BE9502E0-762B-418B-9AA4-561D44B0D04F}" destId="{27603868-3AED-4F58-8341-CB823AA5628C}" srcOrd="0" destOrd="0" presId="urn:microsoft.com/office/officeart/2005/8/layout/list1"/>
    <dgm:cxn modelId="{8E2A77E5-0DB3-4635-9536-F0757A875BA9}" type="presOf" srcId="{BB08CEFC-9552-43EB-905E-4DB852714DBF}" destId="{2C2DB6FA-3786-40C0-8EE0-15CDE9C8750C}" srcOrd="1" destOrd="0" presId="urn:microsoft.com/office/officeart/2005/8/layout/list1"/>
    <dgm:cxn modelId="{E56E34E6-F170-4C58-8DF6-F446085E4FF2}" type="presOf" srcId="{315001A7-EE5D-42A8-940A-8621CCFCA168}" destId="{7AD2FBA3-BCC3-4733-A21D-8A82AEBB04DD}" srcOrd="0" destOrd="0" presId="urn:microsoft.com/office/officeart/2005/8/layout/list1"/>
    <dgm:cxn modelId="{DE031199-7F5C-41CF-A7E2-D2F490F898AE}" type="presParOf" srcId="{1F0A897B-CA0D-4A70-9BD1-3655093E0583}" destId="{77384CB6-6ABB-46A0-B828-8DFA7C8F7C70}" srcOrd="0" destOrd="0" presId="urn:microsoft.com/office/officeart/2005/8/layout/list1"/>
    <dgm:cxn modelId="{2D818E6C-57C9-4849-B452-C4D256CD8258}" type="presParOf" srcId="{77384CB6-6ABB-46A0-B828-8DFA7C8F7C70}" destId="{329F49A8-9BCC-40CD-A3FA-99686D5A0FE8}" srcOrd="0" destOrd="0" presId="urn:microsoft.com/office/officeart/2005/8/layout/list1"/>
    <dgm:cxn modelId="{F06D67E4-BFB6-4C93-AFA9-20E62B6AA0F1}" type="presParOf" srcId="{77384CB6-6ABB-46A0-B828-8DFA7C8F7C70}" destId="{2C2DB6FA-3786-40C0-8EE0-15CDE9C8750C}" srcOrd="1" destOrd="0" presId="urn:microsoft.com/office/officeart/2005/8/layout/list1"/>
    <dgm:cxn modelId="{F9440529-756A-4158-8389-7D432CB320EE}" type="presParOf" srcId="{1F0A897B-CA0D-4A70-9BD1-3655093E0583}" destId="{441B70CC-1EBF-4DFD-9BEC-9AA3CA4E0E2B}" srcOrd="1" destOrd="0" presId="urn:microsoft.com/office/officeart/2005/8/layout/list1"/>
    <dgm:cxn modelId="{897CE37E-8B25-4A04-BE2A-346A40E89668}" type="presParOf" srcId="{1F0A897B-CA0D-4A70-9BD1-3655093E0583}" destId="{31298732-7DE0-40FF-A1E1-02FB57C0D2B3}" srcOrd="2" destOrd="0" presId="urn:microsoft.com/office/officeart/2005/8/layout/list1"/>
    <dgm:cxn modelId="{C82BD1C5-3B5A-447A-A216-B68BCAB93746}" type="presParOf" srcId="{1F0A897B-CA0D-4A70-9BD1-3655093E0583}" destId="{3241FE16-4221-41B5-814F-CCCB6BD73840}" srcOrd="3" destOrd="0" presId="urn:microsoft.com/office/officeart/2005/8/layout/list1"/>
    <dgm:cxn modelId="{D263E844-D7A1-443E-BF01-8D741B96128C}" type="presParOf" srcId="{1F0A897B-CA0D-4A70-9BD1-3655093E0583}" destId="{C4203D69-5D5F-4E0C-8B4D-5CFBC5853777}" srcOrd="4" destOrd="0" presId="urn:microsoft.com/office/officeart/2005/8/layout/list1"/>
    <dgm:cxn modelId="{DA7C87DD-B540-4466-A791-04A63A359201}" type="presParOf" srcId="{C4203D69-5D5F-4E0C-8B4D-5CFBC5853777}" destId="{27603868-3AED-4F58-8341-CB823AA5628C}" srcOrd="0" destOrd="0" presId="urn:microsoft.com/office/officeart/2005/8/layout/list1"/>
    <dgm:cxn modelId="{51FF7ABA-3B2F-4BF7-AD87-04D356A412FA}" type="presParOf" srcId="{C4203D69-5D5F-4E0C-8B4D-5CFBC5853777}" destId="{FC04EBEB-32EA-4C26-BBB2-B5A17D198D97}" srcOrd="1" destOrd="0" presId="urn:microsoft.com/office/officeart/2005/8/layout/list1"/>
    <dgm:cxn modelId="{86D5E601-F302-4105-8926-243CCA8FB737}" type="presParOf" srcId="{1F0A897B-CA0D-4A70-9BD1-3655093E0583}" destId="{539FDFD4-A2A3-4FB3-9960-789B429D04C6}" srcOrd="5" destOrd="0" presId="urn:microsoft.com/office/officeart/2005/8/layout/list1"/>
    <dgm:cxn modelId="{5C6DF7AA-C101-47F6-9BDF-3C8D72DE4FCE}" type="presParOf" srcId="{1F0A897B-CA0D-4A70-9BD1-3655093E0583}" destId="{97707250-99BD-4CB7-8B15-19534B64E408}" srcOrd="6" destOrd="0" presId="urn:microsoft.com/office/officeart/2005/8/layout/list1"/>
    <dgm:cxn modelId="{38B447AD-36B6-4E73-A41B-BADDFCC3C750}" type="presParOf" srcId="{1F0A897B-CA0D-4A70-9BD1-3655093E0583}" destId="{CE7A175E-69DF-4A2E-96CE-0BA810E2378D}" srcOrd="7" destOrd="0" presId="urn:microsoft.com/office/officeart/2005/8/layout/list1"/>
    <dgm:cxn modelId="{9ED81368-01FE-4F72-AA0E-97EE668E6C18}" type="presParOf" srcId="{1F0A897B-CA0D-4A70-9BD1-3655093E0583}" destId="{DF1FA179-A54F-4090-B04D-0033A5003EF8}" srcOrd="8" destOrd="0" presId="urn:microsoft.com/office/officeart/2005/8/layout/list1"/>
    <dgm:cxn modelId="{98997799-083E-403D-AD0A-53506CF89DDC}" type="presParOf" srcId="{DF1FA179-A54F-4090-B04D-0033A5003EF8}" destId="{56B27F22-6731-46E4-A86B-EF59C1D7C606}" srcOrd="0" destOrd="0" presId="urn:microsoft.com/office/officeart/2005/8/layout/list1"/>
    <dgm:cxn modelId="{95E4C282-98B6-4890-A792-1E6DF0B34445}" type="presParOf" srcId="{DF1FA179-A54F-4090-B04D-0033A5003EF8}" destId="{D38A4894-27C1-4D46-9F39-B4114824EC3C}" srcOrd="1" destOrd="0" presId="urn:microsoft.com/office/officeart/2005/8/layout/list1"/>
    <dgm:cxn modelId="{706A59DB-7CD5-43FB-83EF-21C4A92620FF}" type="presParOf" srcId="{1F0A897B-CA0D-4A70-9BD1-3655093E0583}" destId="{642F7C62-BD73-4B44-9B64-CBE8242B1CE9}" srcOrd="9" destOrd="0" presId="urn:microsoft.com/office/officeart/2005/8/layout/list1"/>
    <dgm:cxn modelId="{523D970A-38D3-4523-870F-849C8B42444F}" type="presParOf" srcId="{1F0A897B-CA0D-4A70-9BD1-3655093E0583}" destId="{EDD1A40D-5049-4821-91B6-E9DBA42E566B}" srcOrd="10" destOrd="0" presId="urn:microsoft.com/office/officeart/2005/8/layout/list1"/>
    <dgm:cxn modelId="{9ED9A39C-6B61-44B1-8912-405AA29B1985}" type="presParOf" srcId="{1F0A897B-CA0D-4A70-9BD1-3655093E0583}" destId="{737E4EAB-E40F-415B-B9B6-7AEFF522E32C}" srcOrd="11" destOrd="0" presId="urn:microsoft.com/office/officeart/2005/8/layout/list1"/>
    <dgm:cxn modelId="{B68F48A8-AB94-49B9-845A-F8368705E4CE}" type="presParOf" srcId="{1F0A897B-CA0D-4A70-9BD1-3655093E0583}" destId="{4C3613E5-FA54-43CB-9D11-5B0439CA90F6}" srcOrd="12" destOrd="0" presId="urn:microsoft.com/office/officeart/2005/8/layout/list1"/>
    <dgm:cxn modelId="{B9F4E3D1-9D9B-49CC-9F4F-83736E0AAFED}" type="presParOf" srcId="{4C3613E5-FA54-43CB-9D11-5B0439CA90F6}" destId="{F15052BA-64BE-4BC2-874A-40C8D8A77BE5}" srcOrd="0" destOrd="0" presId="urn:microsoft.com/office/officeart/2005/8/layout/list1"/>
    <dgm:cxn modelId="{6E0EDC75-EC54-4297-B30C-CC597619F7A2}" type="presParOf" srcId="{4C3613E5-FA54-43CB-9D11-5B0439CA90F6}" destId="{98ACD0F1-CCC6-40A9-B6C0-69D5855635BE}" srcOrd="1" destOrd="0" presId="urn:microsoft.com/office/officeart/2005/8/layout/list1"/>
    <dgm:cxn modelId="{79FF1C1C-B087-4001-8610-0AC274412F23}" type="presParOf" srcId="{1F0A897B-CA0D-4A70-9BD1-3655093E0583}" destId="{F729E900-41E2-4152-89D3-97142610DA6A}" srcOrd="13" destOrd="0" presId="urn:microsoft.com/office/officeart/2005/8/layout/list1"/>
    <dgm:cxn modelId="{53CFCD6C-02DB-4A63-8ECC-83A0DCE84B83}" type="presParOf" srcId="{1F0A897B-CA0D-4A70-9BD1-3655093E0583}" destId="{7AD2FBA3-BCC3-4733-A21D-8A82AEBB04D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EA06A048-6317-4CDE-A974-3940C392B028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36529222-9B5D-4BA1-B4B1-69F997078067}">
      <dgm:prSet phldrT="[Texte]"/>
      <dgm:spPr/>
      <dgm:t>
        <a:bodyPr/>
        <a:lstStyle/>
        <a:p>
          <a:r>
            <a:rPr lang="fr-FR" dirty="0"/>
            <a:t>Les coûts directs</a:t>
          </a:r>
        </a:p>
      </dgm:t>
    </dgm:pt>
    <dgm:pt modelId="{272B1FC0-208A-4C06-8BCB-9AF230D75FB5}" type="parTrans" cxnId="{139B9120-1B51-46C7-BF7F-1C9DED808ECC}">
      <dgm:prSet/>
      <dgm:spPr/>
      <dgm:t>
        <a:bodyPr/>
        <a:lstStyle/>
        <a:p>
          <a:endParaRPr lang="fr-FR"/>
        </a:p>
      </dgm:t>
    </dgm:pt>
    <dgm:pt modelId="{DA076F63-9437-4502-BD76-F8B4C9D9DE49}" type="sibTrans" cxnId="{139B9120-1B51-46C7-BF7F-1C9DED808ECC}">
      <dgm:prSet/>
      <dgm:spPr/>
      <dgm:t>
        <a:bodyPr/>
        <a:lstStyle/>
        <a:p>
          <a:endParaRPr lang="fr-FR"/>
        </a:p>
      </dgm:t>
    </dgm:pt>
    <dgm:pt modelId="{8D8E2899-D386-4809-845E-D6801E131816}">
      <dgm:prSet phldrT="[Texte]"/>
      <dgm:spPr/>
      <dgm:t>
        <a:bodyPr/>
        <a:lstStyle/>
        <a:p>
          <a:r>
            <a:rPr lang="fr-FR" dirty="0"/>
            <a:t>les coûts concernant des ressources exclusivement utilisées pour votre projet</a:t>
          </a:r>
        </a:p>
      </dgm:t>
    </dgm:pt>
    <dgm:pt modelId="{B4AC0822-6975-4B8D-B588-529FEE42FE3B}" type="parTrans" cxnId="{09CD2C8C-BA4F-4946-8813-E50DC3CD1535}">
      <dgm:prSet/>
      <dgm:spPr/>
      <dgm:t>
        <a:bodyPr/>
        <a:lstStyle/>
        <a:p>
          <a:endParaRPr lang="fr-FR"/>
        </a:p>
      </dgm:t>
    </dgm:pt>
    <dgm:pt modelId="{ABFE69C2-E542-4097-AC72-0B8A729733D6}" type="sibTrans" cxnId="{09CD2C8C-BA4F-4946-8813-E50DC3CD1535}">
      <dgm:prSet/>
      <dgm:spPr/>
      <dgm:t>
        <a:bodyPr/>
        <a:lstStyle/>
        <a:p>
          <a:endParaRPr lang="fr-FR"/>
        </a:p>
      </dgm:t>
    </dgm:pt>
    <dgm:pt modelId="{B50DEBCF-849A-40A8-B272-89AD13854CCD}">
      <dgm:prSet phldrT="[Texte]"/>
      <dgm:spPr/>
      <dgm:t>
        <a:bodyPr/>
        <a:lstStyle/>
        <a:p>
          <a:r>
            <a:rPr lang="fr-FR" dirty="0"/>
            <a:t>Les coûts indirects</a:t>
          </a:r>
        </a:p>
      </dgm:t>
    </dgm:pt>
    <dgm:pt modelId="{36016A0D-5641-45F6-9E95-2C8AE25BBE78}" type="parTrans" cxnId="{ECE47B82-366D-48E1-A05F-6BB3EC5ED6C0}">
      <dgm:prSet/>
      <dgm:spPr/>
      <dgm:t>
        <a:bodyPr/>
        <a:lstStyle/>
        <a:p>
          <a:endParaRPr lang="fr-FR"/>
        </a:p>
      </dgm:t>
    </dgm:pt>
    <dgm:pt modelId="{6F77893E-4A05-42F4-8AF8-716549CF7EC5}" type="sibTrans" cxnId="{ECE47B82-366D-48E1-A05F-6BB3EC5ED6C0}">
      <dgm:prSet/>
      <dgm:spPr/>
      <dgm:t>
        <a:bodyPr/>
        <a:lstStyle/>
        <a:p>
          <a:endParaRPr lang="fr-FR"/>
        </a:p>
      </dgm:t>
    </dgm:pt>
    <dgm:pt modelId="{2882183B-49F4-49B7-9032-5E4DA3D3CCA1}">
      <dgm:prSet phldrT="[Texte]"/>
      <dgm:spPr/>
      <dgm:t>
        <a:bodyPr/>
        <a:lstStyle/>
        <a:p>
          <a:r>
            <a:rPr lang="fr-FR" dirty="0"/>
            <a:t>les coûts concernant des ressources allouées à plusieurs projets mais qui ne peuvent être imputées à un projet en particulier. </a:t>
          </a:r>
        </a:p>
      </dgm:t>
    </dgm:pt>
    <dgm:pt modelId="{350749E0-418B-44BC-B1F6-5E483C130D92}" type="parTrans" cxnId="{E54F454C-6DC9-4551-B8E3-2C4A41579FAC}">
      <dgm:prSet/>
      <dgm:spPr/>
      <dgm:t>
        <a:bodyPr/>
        <a:lstStyle/>
        <a:p>
          <a:endParaRPr lang="fr-FR"/>
        </a:p>
      </dgm:t>
    </dgm:pt>
    <dgm:pt modelId="{C4C31E9C-C5F3-4D95-9D39-E291800CDC08}" type="sibTrans" cxnId="{E54F454C-6DC9-4551-B8E3-2C4A41579FAC}">
      <dgm:prSet/>
      <dgm:spPr/>
      <dgm:t>
        <a:bodyPr/>
        <a:lstStyle/>
        <a:p>
          <a:endParaRPr lang="fr-FR"/>
        </a:p>
      </dgm:t>
    </dgm:pt>
    <dgm:pt modelId="{BC1838FA-CF09-48F8-BED2-CA864F63F562}" type="pres">
      <dgm:prSet presAssocID="{EA06A048-6317-4CDE-A974-3940C392B028}" presName="linear" presStyleCnt="0">
        <dgm:presLayoutVars>
          <dgm:dir/>
          <dgm:animLvl val="lvl"/>
          <dgm:resizeHandles val="exact"/>
        </dgm:presLayoutVars>
      </dgm:prSet>
      <dgm:spPr/>
    </dgm:pt>
    <dgm:pt modelId="{209022E9-63D3-43FD-93AB-1023436EE23C}" type="pres">
      <dgm:prSet presAssocID="{36529222-9B5D-4BA1-B4B1-69F997078067}" presName="parentLin" presStyleCnt="0"/>
      <dgm:spPr/>
    </dgm:pt>
    <dgm:pt modelId="{123873AF-A7BB-44A8-A901-71159185D87E}" type="pres">
      <dgm:prSet presAssocID="{36529222-9B5D-4BA1-B4B1-69F997078067}" presName="parentLeftMargin" presStyleLbl="node1" presStyleIdx="0" presStyleCnt="2"/>
      <dgm:spPr/>
    </dgm:pt>
    <dgm:pt modelId="{A447A04A-FF04-4DD0-BB54-B3F0DBB9BC49}" type="pres">
      <dgm:prSet presAssocID="{36529222-9B5D-4BA1-B4B1-69F99707806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29C7819-CCE9-458C-B90D-B9AEE3EE2A4A}" type="pres">
      <dgm:prSet presAssocID="{36529222-9B5D-4BA1-B4B1-69F997078067}" presName="negativeSpace" presStyleCnt="0"/>
      <dgm:spPr/>
    </dgm:pt>
    <dgm:pt modelId="{9C41E95C-4460-491B-954F-81EBDAA57C75}" type="pres">
      <dgm:prSet presAssocID="{36529222-9B5D-4BA1-B4B1-69F997078067}" presName="childText" presStyleLbl="conFgAcc1" presStyleIdx="0" presStyleCnt="2">
        <dgm:presLayoutVars>
          <dgm:bulletEnabled val="1"/>
        </dgm:presLayoutVars>
      </dgm:prSet>
      <dgm:spPr/>
    </dgm:pt>
    <dgm:pt modelId="{2C675628-A1D5-48D0-A1B5-C3731F218CF2}" type="pres">
      <dgm:prSet presAssocID="{DA076F63-9437-4502-BD76-F8B4C9D9DE49}" presName="spaceBetweenRectangles" presStyleCnt="0"/>
      <dgm:spPr/>
    </dgm:pt>
    <dgm:pt modelId="{9ED21667-F5F6-4CC1-BC7E-EB27F03877C9}" type="pres">
      <dgm:prSet presAssocID="{B50DEBCF-849A-40A8-B272-89AD13854CCD}" presName="parentLin" presStyleCnt="0"/>
      <dgm:spPr/>
    </dgm:pt>
    <dgm:pt modelId="{005E7D80-DFC0-4F42-97BD-C5ABBFB066FC}" type="pres">
      <dgm:prSet presAssocID="{B50DEBCF-849A-40A8-B272-89AD13854CCD}" presName="parentLeftMargin" presStyleLbl="node1" presStyleIdx="0" presStyleCnt="2"/>
      <dgm:spPr/>
    </dgm:pt>
    <dgm:pt modelId="{F10597BB-C1E1-4FF8-880F-74539418073D}" type="pres">
      <dgm:prSet presAssocID="{B50DEBCF-849A-40A8-B272-89AD13854CC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0D0BF29-CC2A-4A16-8D75-6221A9850142}" type="pres">
      <dgm:prSet presAssocID="{B50DEBCF-849A-40A8-B272-89AD13854CCD}" presName="negativeSpace" presStyleCnt="0"/>
      <dgm:spPr/>
    </dgm:pt>
    <dgm:pt modelId="{FE463D8A-7269-4AC0-9D21-7937197C998D}" type="pres">
      <dgm:prSet presAssocID="{B50DEBCF-849A-40A8-B272-89AD13854CC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60DDE11-13EF-42D5-A588-68BF246112EF}" type="presOf" srcId="{8D8E2899-D386-4809-845E-D6801E131816}" destId="{9C41E95C-4460-491B-954F-81EBDAA57C75}" srcOrd="0" destOrd="0" presId="urn:microsoft.com/office/officeart/2005/8/layout/list1"/>
    <dgm:cxn modelId="{139B9120-1B51-46C7-BF7F-1C9DED808ECC}" srcId="{EA06A048-6317-4CDE-A974-3940C392B028}" destId="{36529222-9B5D-4BA1-B4B1-69F997078067}" srcOrd="0" destOrd="0" parTransId="{272B1FC0-208A-4C06-8BCB-9AF230D75FB5}" sibTransId="{DA076F63-9437-4502-BD76-F8B4C9D9DE49}"/>
    <dgm:cxn modelId="{1FF79632-0601-45EF-9196-D3F56397F609}" type="presOf" srcId="{B50DEBCF-849A-40A8-B272-89AD13854CCD}" destId="{F10597BB-C1E1-4FF8-880F-74539418073D}" srcOrd="1" destOrd="0" presId="urn:microsoft.com/office/officeart/2005/8/layout/list1"/>
    <dgm:cxn modelId="{FDE17540-2A9A-48F9-AFEB-20294D98DFDA}" type="presOf" srcId="{2882183B-49F4-49B7-9032-5E4DA3D3CCA1}" destId="{FE463D8A-7269-4AC0-9D21-7937197C998D}" srcOrd="0" destOrd="0" presId="urn:microsoft.com/office/officeart/2005/8/layout/list1"/>
    <dgm:cxn modelId="{E54F454C-6DC9-4551-B8E3-2C4A41579FAC}" srcId="{B50DEBCF-849A-40A8-B272-89AD13854CCD}" destId="{2882183B-49F4-49B7-9032-5E4DA3D3CCA1}" srcOrd="0" destOrd="0" parTransId="{350749E0-418B-44BC-B1F6-5E483C130D92}" sibTransId="{C4C31E9C-C5F3-4D95-9D39-E291800CDC08}"/>
    <dgm:cxn modelId="{80DFAA59-3FB7-48E4-9DEA-0A86D4CBBAA7}" type="presOf" srcId="{B50DEBCF-849A-40A8-B272-89AD13854CCD}" destId="{005E7D80-DFC0-4F42-97BD-C5ABBFB066FC}" srcOrd="0" destOrd="0" presId="urn:microsoft.com/office/officeart/2005/8/layout/list1"/>
    <dgm:cxn modelId="{ECE47B82-366D-48E1-A05F-6BB3EC5ED6C0}" srcId="{EA06A048-6317-4CDE-A974-3940C392B028}" destId="{B50DEBCF-849A-40A8-B272-89AD13854CCD}" srcOrd="1" destOrd="0" parTransId="{36016A0D-5641-45F6-9E95-2C8AE25BBE78}" sibTransId="{6F77893E-4A05-42F4-8AF8-716549CF7EC5}"/>
    <dgm:cxn modelId="{09CD2C8C-BA4F-4946-8813-E50DC3CD1535}" srcId="{36529222-9B5D-4BA1-B4B1-69F997078067}" destId="{8D8E2899-D386-4809-845E-D6801E131816}" srcOrd="0" destOrd="0" parTransId="{B4AC0822-6975-4B8D-B588-529FEE42FE3B}" sibTransId="{ABFE69C2-E542-4097-AC72-0B8A729733D6}"/>
    <dgm:cxn modelId="{2099ADD1-D259-4A97-B811-1EC8E578DF10}" type="presOf" srcId="{EA06A048-6317-4CDE-A974-3940C392B028}" destId="{BC1838FA-CF09-48F8-BED2-CA864F63F562}" srcOrd="0" destOrd="0" presId="urn:microsoft.com/office/officeart/2005/8/layout/list1"/>
    <dgm:cxn modelId="{E059BED3-5C51-4319-9CC1-CDDB4279BD4D}" type="presOf" srcId="{36529222-9B5D-4BA1-B4B1-69F997078067}" destId="{123873AF-A7BB-44A8-A901-71159185D87E}" srcOrd="0" destOrd="0" presId="urn:microsoft.com/office/officeart/2005/8/layout/list1"/>
    <dgm:cxn modelId="{04CF14E8-C8B9-40D9-A5EA-AC022165415B}" type="presOf" srcId="{36529222-9B5D-4BA1-B4B1-69F997078067}" destId="{A447A04A-FF04-4DD0-BB54-B3F0DBB9BC49}" srcOrd="1" destOrd="0" presId="urn:microsoft.com/office/officeart/2005/8/layout/list1"/>
    <dgm:cxn modelId="{28803ABE-E20F-451E-BF30-4A33F2CBA42B}" type="presParOf" srcId="{BC1838FA-CF09-48F8-BED2-CA864F63F562}" destId="{209022E9-63D3-43FD-93AB-1023436EE23C}" srcOrd="0" destOrd="0" presId="urn:microsoft.com/office/officeart/2005/8/layout/list1"/>
    <dgm:cxn modelId="{91D8BEB8-F0CD-4B77-A503-4C4B79B31208}" type="presParOf" srcId="{209022E9-63D3-43FD-93AB-1023436EE23C}" destId="{123873AF-A7BB-44A8-A901-71159185D87E}" srcOrd="0" destOrd="0" presId="urn:microsoft.com/office/officeart/2005/8/layout/list1"/>
    <dgm:cxn modelId="{4E54778A-D5A8-4E85-A47B-A0C8A98898FF}" type="presParOf" srcId="{209022E9-63D3-43FD-93AB-1023436EE23C}" destId="{A447A04A-FF04-4DD0-BB54-B3F0DBB9BC49}" srcOrd="1" destOrd="0" presId="urn:microsoft.com/office/officeart/2005/8/layout/list1"/>
    <dgm:cxn modelId="{B70DDA70-8AE3-4078-9C13-751A827EF6E8}" type="presParOf" srcId="{BC1838FA-CF09-48F8-BED2-CA864F63F562}" destId="{229C7819-CCE9-458C-B90D-B9AEE3EE2A4A}" srcOrd="1" destOrd="0" presId="urn:microsoft.com/office/officeart/2005/8/layout/list1"/>
    <dgm:cxn modelId="{D8CC5D56-2601-42ED-B3CC-51EBE541D247}" type="presParOf" srcId="{BC1838FA-CF09-48F8-BED2-CA864F63F562}" destId="{9C41E95C-4460-491B-954F-81EBDAA57C75}" srcOrd="2" destOrd="0" presId="urn:microsoft.com/office/officeart/2005/8/layout/list1"/>
    <dgm:cxn modelId="{0B71110F-6913-422B-8416-149CCB111DDF}" type="presParOf" srcId="{BC1838FA-CF09-48F8-BED2-CA864F63F562}" destId="{2C675628-A1D5-48D0-A1B5-C3731F218CF2}" srcOrd="3" destOrd="0" presId="urn:microsoft.com/office/officeart/2005/8/layout/list1"/>
    <dgm:cxn modelId="{1D13DA02-BB36-4DEA-A1AC-B2DBAB33EF04}" type="presParOf" srcId="{BC1838FA-CF09-48F8-BED2-CA864F63F562}" destId="{9ED21667-F5F6-4CC1-BC7E-EB27F03877C9}" srcOrd="4" destOrd="0" presId="urn:microsoft.com/office/officeart/2005/8/layout/list1"/>
    <dgm:cxn modelId="{14CC9F49-5E85-48E1-BAA6-6D4F4631BF23}" type="presParOf" srcId="{9ED21667-F5F6-4CC1-BC7E-EB27F03877C9}" destId="{005E7D80-DFC0-4F42-97BD-C5ABBFB066FC}" srcOrd="0" destOrd="0" presId="urn:microsoft.com/office/officeart/2005/8/layout/list1"/>
    <dgm:cxn modelId="{3726B671-C20C-419D-9F89-310F2037312C}" type="presParOf" srcId="{9ED21667-F5F6-4CC1-BC7E-EB27F03877C9}" destId="{F10597BB-C1E1-4FF8-880F-74539418073D}" srcOrd="1" destOrd="0" presId="urn:microsoft.com/office/officeart/2005/8/layout/list1"/>
    <dgm:cxn modelId="{B2031C7B-748B-4E9D-9FF7-E2B49AB9B745}" type="presParOf" srcId="{BC1838FA-CF09-48F8-BED2-CA864F63F562}" destId="{40D0BF29-CC2A-4A16-8D75-6221A9850142}" srcOrd="5" destOrd="0" presId="urn:microsoft.com/office/officeart/2005/8/layout/list1"/>
    <dgm:cxn modelId="{9929A526-5B37-430F-86DF-787CB4B9B04C}" type="presParOf" srcId="{BC1838FA-CF09-48F8-BED2-CA864F63F562}" destId="{FE463D8A-7269-4AC0-9D21-7937197C998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FFB6BB93-0A20-482B-80A6-5E440CBC0222}" type="doc">
      <dgm:prSet loTypeId="urn:microsoft.com/office/officeart/2005/8/layout/hProcess4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fr-FR"/>
        </a:p>
      </dgm:t>
    </dgm:pt>
    <dgm:pt modelId="{EC6822F8-72D3-4470-AA1C-980591408A00}">
      <dgm:prSet phldrT="[Texte]"/>
      <dgm:spPr/>
      <dgm:t>
        <a:bodyPr/>
        <a:lstStyle/>
        <a:p>
          <a:r>
            <a:rPr lang="fr-FR" dirty="0"/>
            <a:t>Estimation approximative</a:t>
          </a:r>
        </a:p>
      </dgm:t>
    </dgm:pt>
    <dgm:pt modelId="{93442B6E-502C-4B6B-A8CA-5C0F6F97B6DB}" type="parTrans" cxnId="{DB1D22A3-D4E5-4A74-853E-8EF1BB8A3DDB}">
      <dgm:prSet/>
      <dgm:spPr/>
      <dgm:t>
        <a:bodyPr/>
        <a:lstStyle/>
        <a:p>
          <a:endParaRPr lang="fr-FR"/>
        </a:p>
      </dgm:t>
    </dgm:pt>
    <dgm:pt modelId="{130B9EDA-E09A-4271-8BE4-771BDD190685}" type="sibTrans" cxnId="{DB1D22A3-D4E5-4A74-853E-8EF1BB8A3DDB}">
      <dgm:prSet/>
      <dgm:spPr/>
      <dgm:t>
        <a:bodyPr/>
        <a:lstStyle/>
        <a:p>
          <a:endParaRPr lang="fr-FR"/>
        </a:p>
      </dgm:t>
    </dgm:pt>
    <dgm:pt modelId="{1CDC1BE4-41D8-475A-A82D-5C3626059CCF}">
      <dgm:prSet phldrT="[Texte]"/>
      <dgm:spPr/>
      <dgm:t>
        <a:bodyPr/>
        <a:lstStyle/>
        <a:p>
          <a:r>
            <a:rPr lang="fr-FR" dirty="0"/>
            <a:t>Estimation initiale des coûts à partir d’une vision globale des travaux. (sans disposer de données détaillées)</a:t>
          </a:r>
        </a:p>
      </dgm:t>
    </dgm:pt>
    <dgm:pt modelId="{7C77F8EE-E5C2-4A58-A3ED-7C296300570D}" type="parTrans" cxnId="{4E3B2815-A2F4-4391-8B0D-7E51261A7814}">
      <dgm:prSet/>
      <dgm:spPr/>
      <dgm:t>
        <a:bodyPr/>
        <a:lstStyle/>
        <a:p>
          <a:endParaRPr lang="fr-FR"/>
        </a:p>
      </dgm:t>
    </dgm:pt>
    <dgm:pt modelId="{4B21EE13-C138-4F93-A5BB-BEB517831D7B}" type="sibTrans" cxnId="{4E3B2815-A2F4-4391-8B0D-7E51261A7814}">
      <dgm:prSet/>
      <dgm:spPr/>
      <dgm:t>
        <a:bodyPr/>
        <a:lstStyle/>
        <a:p>
          <a:endParaRPr lang="fr-FR"/>
        </a:p>
      </dgm:t>
    </dgm:pt>
    <dgm:pt modelId="{4BF08B84-D3BF-4ABE-B692-A337E1C71AAA}">
      <dgm:prSet phldrT="[Texte]"/>
      <dgm:spPr/>
      <dgm:t>
        <a:bodyPr/>
        <a:lstStyle/>
        <a:p>
          <a:r>
            <a:rPr lang="fr-FR" dirty="0"/>
            <a:t>Estimation détaillée</a:t>
          </a:r>
        </a:p>
      </dgm:t>
    </dgm:pt>
    <dgm:pt modelId="{7101C8CE-5699-4A0B-81DB-18234B998AD8}" type="parTrans" cxnId="{5AE0CA69-3FC3-4659-AE57-5D1742267E0B}">
      <dgm:prSet/>
      <dgm:spPr/>
      <dgm:t>
        <a:bodyPr/>
        <a:lstStyle/>
        <a:p>
          <a:endParaRPr lang="fr-FR"/>
        </a:p>
      </dgm:t>
    </dgm:pt>
    <dgm:pt modelId="{451AE135-21BD-4135-8A5C-2125155E7687}" type="sibTrans" cxnId="{5AE0CA69-3FC3-4659-AE57-5D1742267E0B}">
      <dgm:prSet/>
      <dgm:spPr/>
      <dgm:t>
        <a:bodyPr/>
        <a:lstStyle/>
        <a:p>
          <a:endParaRPr lang="fr-FR"/>
        </a:p>
      </dgm:t>
    </dgm:pt>
    <dgm:pt modelId="{A39C6138-1055-4397-BFC8-C8C781DFB59E}">
      <dgm:prSet phldrT="[Texte]"/>
      <dgm:spPr/>
      <dgm:t>
        <a:bodyPr/>
        <a:lstStyle/>
        <a:p>
          <a:r>
            <a:rPr lang="fr-FR" dirty="0"/>
            <a:t>Implique de détailler les coûts estimatifs de chaque activité du projet.</a:t>
          </a:r>
        </a:p>
      </dgm:t>
    </dgm:pt>
    <dgm:pt modelId="{C71FA5F6-7DAF-4B9C-9F77-3B52D53BB033}" type="parTrans" cxnId="{AF96907C-2490-4F4F-91F1-779BD7A839FA}">
      <dgm:prSet/>
      <dgm:spPr/>
      <dgm:t>
        <a:bodyPr/>
        <a:lstStyle/>
        <a:p>
          <a:endParaRPr lang="fr-FR"/>
        </a:p>
      </dgm:t>
    </dgm:pt>
    <dgm:pt modelId="{A0A892FC-194B-4C5A-8208-EDDB345A4037}" type="sibTrans" cxnId="{AF96907C-2490-4F4F-91F1-779BD7A839FA}">
      <dgm:prSet/>
      <dgm:spPr/>
      <dgm:t>
        <a:bodyPr/>
        <a:lstStyle/>
        <a:p>
          <a:endParaRPr lang="fr-FR"/>
        </a:p>
      </dgm:t>
    </dgm:pt>
    <dgm:pt modelId="{CEF062FE-93A7-4866-86D7-5C65FF72B774}">
      <dgm:prSet phldrT="[Texte]"/>
      <dgm:spPr/>
      <dgm:t>
        <a:bodyPr/>
        <a:lstStyle/>
        <a:p>
          <a:r>
            <a:rPr lang="fr-FR" dirty="0"/>
            <a:t>Budget final approuvé</a:t>
          </a:r>
        </a:p>
      </dgm:t>
    </dgm:pt>
    <dgm:pt modelId="{D1505F0B-3456-42D1-9F76-B7640FBED0B7}" type="parTrans" cxnId="{E2F126D2-B4C0-4EF7-8F14-3DB1E71B009B}">
      <dgm:prSet/>
      <dgm:spPr/>
      <dgm:t>
        <a:bodyPr/>
        <a:lstStyle/>
        <a:p>
          <a:endParaRPr lang="fr-FR"/>
        </a:p>
      </dgm:t>
    </dgm:pt>
    <dgm:pt modelId="{2B2125C2-963D-4620-9908-AA1302D05EA9}" type="sibTrans" cxnId="{E2F126D2-B4C0-4EF7-8F14-3DB1E71B009B}">
      <dgm:prSet/>
      <dgm:spPr/>
      <dgm:t>
        <a:bodyPr/>
        <a:lstStyle/>
        <a:p>
          <a:endParaRPr lang="fr-FR"/>
        </a:p>
      </dgm:t>
    </dgm:pt>
    <dgm:pt modelId="{6D9B4ABC-684B-4A58-A68F-1D167E5D7901}">
      <dgm:prSet phldrT="[Texte]"/>
      <dgm:spPr/>
      <dgm:t>
        <a:bodyPr/>
        <a:lstStyle/>
        <a:p>
          <a:r>
            <a:rPr lang="fr-FR" dirty="0"/>
            <a:t>Que des hauts décisionnaires approuvent et s’engagent à appuyer.</a:t>
          </a:r>
        </a:p>
      </dgm:t>
    </dgm:pt>
    <dgm:pt modelId="{927A984A-FE9B-4519-BBA2-E1C7E1E455CC}" type="parTrans" cxnId="{52191F4D-B45A-43D9-9B7A-F787EF3E0CD5}">
      <dgm:prSet/>
      <dgm:spPr/>
      <dgm:t>
        <a:bodyPr/>
        <a:lstStyle/>
        <a:p>
          <a:endParaRPr lang="fr-FR"/>
        </a:p>
      </dgm:t>
    </dgm:pt>
    <dgm:pt modelId="{738A7811-6F41-41EA-A112-B77B90B8CF9D}" type="sibTrans" cxnId="{52191F4D-B45A-43D9-9B7A-F787EF3E0CD5}">
      <dgm:prSet/>
      <dgm:spPr/>
      <dgm:t>
        <a:bodyPr/>
        <a:lstStyle/>
        <a:p>
          <a:endParaRPr lang="fr-FR"/>
        </a:p>
      </dgm:t>
    </dgm:pt>
    <dgm:pt modelId="{68B1E7A7-A22A-428D-8DDE-399D76965876}" type="pres">
      <dgm:prSet presAssocID="{FFB6BB93-0A20-482B-80A6-5E440CBC0222}" presName="Name0" presStyleCnt="0">
        <dgm:presLayoutVars>
          <dgm:dir/>
          <dgm:animLvl val="lvl"/>
          <dgm:resizeHandles val="exact"/>
        </dgm:presLayoutVars>
      </dgm:prSet>
      <dgm:spPr/>
    </dgm:pt>
    <dgm:pt modelId="{C10079AA-B448-44AE-AFA9-FE3A29B0BC55}" type="pres">
      <dgm:prSet presAssocID="{FFB6BB93-0A20-482B-80A6-5E440CBC0222}" presName="tSp" presStyleCnt="0"/>
      <dgm:spPr/>
    </dgm:pt>
    <dgm:pt modelId="{96F589B2-B35F-4B5D-AECB-47F017890AB7}" type="pres">
      <dgm:prSet presAssocID="{FFB6BB93-0A20-482B-80A6-5E440CBC0222}" presName="bSp" presStyleCnt="0"/>
      <dgm:spPr/>
    </dgm:pt>
    <dgm:pt modelId="{FF6FC710-9E2D-494D-8C4E-726749B68DD9}" type="pres">
      <dgm:prSet presAssocID="{FFB6BB93-0A20-482B-80A6-5E440CBC0222}" presName="process" presStyleCnt="0"/>
      <dgm:spPr/>
    </dgm:pt>
    <dgm:pt modelId="{1AB70D43-6FFC-4037-8430-F646CD221F97}" type="pres">
      <dgm:prSet presAssocID="{EC6822F8-72D3-4470-AA1C-980591408A00}" presName="composite1" presStyleCnt="0"/>
      <dgm:spPr/>
    </dgm:pt>
    <dgm:pt modelId="{5B281904-ABB1-44D3-8731-34A7C26869B7}" type="pres">
      <dgm:prSet presAssocID="{EC6822F8-72D3-4470-AA1C-980591408A00}" presName="dummyNode1" presStyleLbl="node1" presStyleIdx="0" presStyleCnt="3"/>
      <dgm:spPr/>
    </dgm:pt>
    <dgm:pt modelId="{463DB3C6-E1C0-4DEF-A93A-38163E8C6FC1}" type="pres">
      <dgm:prSet presAssocID="{EC6822F8-72D3-4470-AA1C-980591408A00}" presName="childNode1" presStyleLbl="bgAcc1" presStyleIdx="0" presStyleCnt="3">
        <dgm:presLayoutVars>
          <dgm:bulletEnabled val="1"/>
        </dgm:presLayoutVars>
      </dgm:prSet>
      <dgm:spPr/>
    </dgm:pt>
    <dgm:pt modelId="{CD04B5BE-6643-46B0-9370-C1D8F12AF8EB}" type="pres">
      <dgm:prSet presAssocID="{EC6822F8-72D3-4470-AA1C-980591408A00}" presName="childNode1tx" presStyleLbl="bgAcc1" presStyleIdx="0" presStyleCnt="3">
        <dgm:presLayoutVars>
          <dgm:bulletEnabled val="1"/>
        </dgm:presLayoutVars>
      </dgm:prSet>
      <dgm:spPr/>
    </dgm:pt>
    <dgm:pt modelId="{FF018F1F-FDF2-4001-9081-46B6BF72BC82}" type="pres">
      <dgm:prSet presAssocID="{EC6822F8-72D3-4470-AA1C-980591408A00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1FA1C3F1-A1AB-4321-BAEE-E42858E8C882}" type="pres">
      <dgm:prSet presAssocID="{EC6822F8-72D3-4470-AA1C-980591408A00}" presName="connSite1" presStyleCnt="0"/>
      <dgm:spPr/>
    </dgm:pt>
    <dgm:pt modelId="{1C842D63-9372-47C4-8BBE-346A8B68C29D}" type="pres">
      <dgm:prSet presAssocID="{130B9EDA-E09A-4271-8BE4-771BDD190685}" presName="Name9" presStyleLbl="sibTrans2D1" presStyleIdx="0" presStyleCnt="2"/>
      <dgm:spPr/>
    </dgm:pt>
    <dgm:pt modelId="{75A3328C-DC08-49C7-95BD-53C29BB77F34}" type="pres">
      <dgm:prSet presAssocID="{4BF08B84-D3BF-4ABE-B692-A337E1C71AAA}" presName="composite2" presStyleCnt="0"/>
      <dgm:spPr/>
    </dgm:pt>
    <dgm:pt modelId="{107EAB4D-D6BC-4297-8C87-B1CC481B0E17}" type="pres">
      <dgm:prSet presAssocID="{4BF08B84-D3BF-4ABE-B692-A337E1C71AAA}" presName="dummyNode2" presStyleLbl="node1" presStyleIdx="0" presStyleCnt="3"/>
      <dgm:spPr/>
    </dgm:pt>
    <dgm:pt modelId="{C686533A-984B-4797-BF88-E084AB47D03C}" type="pres">
      <dgm:prSet presAssocID="{4BF08B84-D3BF-4ABE-B692-A337E1C71AAA}" presName="childNode2" presStyleLbl="bgAcc1" presStyleIdx="1" presStyleCnt="3">
        <dgm:presLayoutVars>
          <dgm:bulletEnabled val="1"/>
        </dgm:presLayoutVars>
      </dgm:prSet>
      <dgm:spPr/>
    </dgm:pt>
    <dgm:pt modelId="{62032D3A-D7BF-4592-BD9C-F4B357688267}" type="pres">
      <dgm:prSet presAssocID="{4BF08B84-D3BF-4ABE-B692-A337E1C71AAA}" presName="childNode2tx" presStyleLbl="bgAcc1" presStyleIdx="1" presStyleCnt="3">
        <dgm:presLayoutVars>
          <dgm:bulletEnabled val="1"/>
        </dgm:presLayoutVars>
      </dgm:prSet>
      <dgm:spPr/>
    </dgm:pt>
    <dgm:pt modelId="{ECB25D67-B767-4751-8B04-72FFE55FE507}" type="pres">
      <dgm:prSet presAssocID="{4BF08B84-D3BF-4ABE-B692-A337E1C71AAA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E109B3B2-367C-4308-BE03-E14F37E5AC20}" type="pres">
      <dgm:prSet presAssocID="{4BF08B84-D3BF-4ABE-B692-A337E1C71AAA}" presName="connSite2" presStyleCnt="0"/>
      <dgm:spPr/>
    </dgm:pt>
    <dgm:pt modelId="{24A84855-C858-4F5E-A7DE-C7C747327854}" type="pres">
      <dgm:prSet presAssocID="{451AE135-21BD-4135-8A5C-2125155E7687}" presName="Name18" presStyleLbl="sibTrans2D1" presStyleIdx="1" presStyleCnt="2"/>
      <dgm:spPr/>
    </dgm:pt>
    <dgm:pt modelId="{78694788-DF37-4F83-A745-0F79851FEC9F}" type="pres">
      <dgm:prSet presAssocID="{CEF062FE-93A7-4866-86D7-5C65FF72B774}" presName="composite1" presStyleCnt="0"/>
      <dgm:spPr/>
    </dgm:pt>
    <dgm:pt modelId="{788C0E1C-26E4-4C71-8A30-6C8852CE53B5}" type="pres">
      <dgm:prSet presAssocID="{CEF062FE-93A7-4866-86D7-5C65FF72B774}" presName="dummyNode1" presStyleLbl="node1" presStyleIdx="1" presStyleCnt="3"/>
      <dgm:spPr/>
    </dgm:pt>
    <dgm:pt modelId="{FADB5C07-210E-41E8-9DF6-D5745547E388}" type="pres">
      <dgm:prSet presAssocID="{CEF062FE-93A7-4866-86D7-5C65FF72B774}" presName="childNode1" presStyleLbl="bgAcc1" presStyleIdx="2" presStyleCnt="3">
        <dgm:presLayoutVars>
          <dgm:bulletEnabled val="1"/>
        </dgm:presLayoutVars>
      </dgm:prSet>
      <dgm:spPr/>
    </dgm:pt>
    <dgm:pt modelId="{C640CA47-3940-4653-A6BC-FFCCCA8699BC}" type="pres">
      <dgm:prSet presAssocID="{CEF062FE-93A7-4866-86D7-5C65FF72B774}" presName="childNode1tx" presStyleLbl="bgAcc1" presStyleIdx="2" presStyleCnt="3">
        <dgm:presLayoutVars>
          <dgm:bulletEnabled val="1"/>
        </dgm:presLayoutVars>
      </dgm:prSet>
      <dgm:spPr/>
    </dgm:pt>
    <dgm:pt modelId="{5FFCB8D6-97D3-409B-9439-D0CCA567E4D1}" type="pres">
      <dgm:prSet presAssocID="{CEF062FE-93A7-4866-86D7-5C65FF72B774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94552BAA-81F2-4EBB-AB83-7B91A44EDF17}" type="pres">
      <dgm:prSet presAssocID="{CEF062FE-93A7-4866-86D7-5C65FF72B774}" presName="connSite1" presStyleCnt="0"/>
      <dgm:spPr/>
    </dgm:pt>
  </dgm:ptLst>
  <dgm:cxnLst>
    <dgm:cxn modelId="{B268C10B-4ACD-49D6-9B80-A523E73AB5A5}" type="presOf" srcId="{451AE135-21BD-4135-8A5C-2125155E7687}" destId="{24A84855-C858-4F5E-A7DE-C7C747327854}" srcOrd="0" destOrd="0" presId="urn:microsoft.com/office/officeart/2005/8/layout/hProcess4"/>
    <dgm:cxn modelId="{4E3B2815-A2F4-4391-8B0D-7E51261A7814}" srcId="{EC6822F8-72D3-4470-AA1C-980591408A00}" destId="{1CDC1BE4-41D8-475A-A82D-5C3626059CCF}" srcOrd="0" destOrd="0" parTransId="{7C77F8EE-E5C2-4A58-A3ED-7C296300570D}" sibTransId="{4B21EE13-C138-4F93-A5BB-BEB517831D7B}"/>
    <dgm:cxn modelId="{AEBA0439-4605-47E2-BC35-E364E3FB387B}" type="presOf" srcId="{130B9EDA-E09A-4271-8BE4-771BDD190685}" destId="{1C842D63-9372-47C4-8BBE-346A8B68C29D}" srcOrd="0" destOrd="0" presId="urn:microsoft.com/office/officeart/2005/8/layout/hProcess4"/>
    <dgm:cxn modelId="{5AE0CA69-3FC3-4659-AE57-5D1742267E0B}" srcId="{FFB6BB93-0A20-482B-80A6-5E440CBC0222}" destId="{4BF08B84-D3BF-4ABE-B692-A337E1C71AAA}" srcOrd="1" destOrd="0" parTransId="{7101C8CE-5699-4A0B-81DB-18234B998AD8}" sibTransId="{451AE135-21BD-4135-8A5C-2125155E7687}"/>
    <dgm:cxn modelId="{52191F4D-B45A-43D9-9B7A-F787EF3E0CD5}" srcId="{CEF062FE-93A7-4866-86D7-5C65FF72B774}" destId="{6D9B4ABC-684B-4A58-A68F-1D167E5D7901}" srcOrd="0" destOrd="0" parTransId="{927A984A-FE9B-4519-BBA2-E1C7E1E455CC}" sibTransId="{738A7811-6F41-41EA-A112-B77B90B8CF9D}"/>
    <dgm:cxn modelId="{239C2752-4EA0-42D1-9C1C-56B8328729F0}" type="presOf" srcId="{A39C6138-1055-4397-BFC8-C8C781DFB59E}" destId="{62032D3A-D7BF-4592-BD9C-F4B357688267}" srcOrd="1" destOrd="0" presId="urn:microsoft.com/office/officeart/2005/8/layout/hProcess4"/>
    <dgm:cxn modelId="{D8ADE753-3C6D-4447-BF4E-C1AEE20FD721}" type="presOf" srcId="{1CDC1BE4-41D8-475A-A82D-5C3626059CCF}" destId="{CD04B5BE-6643-46B0-9370-C1D8F12AF8EB}" srcOrd="1" destOrd="0" presId="urn:microsoft.com/office/officeart/2005/8/layout/hProcess4"/>
    <dgm:cxn modelId="{95526654-356C-4786-B52C-E96A0553D899}" type="presOf" srcId="{1CDC1BE4-41D8-475A-A82D-5C3626059CCF}" destId="{463DB3C6-E1C0-4DEF-A93A-38163E8C6FC1}" srcOrd="0" destOrd="0" presId="urn:microsoft.com/office/officeart/2005/8/layout/hProcess4"/>
    <dgm:cxn modelId="{8418C257-3122-4A45-B0A1-92FE0A0A3483}" type="presOf" srcId="{6D9B4ABC-684B-4A58-A68F-1D167E5D7901}" destId="{FADB5C07-210E-41E8-9DF6-D5745547E388}" srcOrd="0" destOrd="0" presId="urn:microsoft.com/office/officeart/2005/8/layout/hProcess4"/>
    <dgm:cxn modelId="{B4196E59-3D00-4F72-A8C8-5828C22910EB}" type="presOf" srcId="{4BF08B84-D3BF-4ABE-B692-A337E1C71AAA}" destId="{ECB25D67-B767-4751-8B04-72FFE55FE507}" srcOrd="0" destOrd="0" presId="urn:microsoft.com/office/officeart/2005/8/layout/hProcess4"/>
    <dgm:cxn modelId="{AF96907C-2490-4F4F-91F1-779BD7A839FA}" srcId="{4BF08B84-D3BF-4ABE-B692-A337E1C71AAA}" destId="{A39C6138-1055-4397-BFC8-C8C781DFB59E}" srcOrd="0" destOrd="0" parTransId="{C71FA5F6-7DAF-4B9C-9F77-3B52D53BB033}" sibTransId="{A0A892FC-194B-4C5A-8208-EDDB345A4037}"/>
    <dgm:cxn modelId="{ED2EFE84-D4E4-4F0E-A7A4-4649775EBE6E}" type="presOf" srcId="{A39C6138-1055-4397-BFC8-C8C781DFB59E}" destId="{C686533A-984B-4797-BF88-E084AB47D03C}" srcOrd="0" destOrd="0" presId="urn:microsoft.com/office/officeart/2005/8/layout/hProcess4"/>
    <dgm:cxn modelId="{425F7A88-D81F-46A8-9EC0-9536568F415E}" type="presOf" srcId="{CEF062FE-93A7-4866-86D7-5C65FF72B774}" destId="{5FFCB8D6-97D3-409B-9439-D0CCA567E4D1}" srcOrd="0" destOrd="0" presId="urn:microsoft.com/office/officeart/2005/8/layout/hProcess4"/>
    <dgm:cxn modelId="{DB1D22A3-D4E5-4A74-853E-8EF1BB8A3DDB}" srcId="{FFB6BB93-0A20-482B-80A6-5E440CBC0222}" destId="{EC6822F8-72D3-4470-AA1C-980591408A00}" srcOrd="0" destOrd="0" parTransId="{93442B6E-502C-4B6B-A8CA-5C0F6F97B6DB}" sibTransId="{130B9EDA-E09A-4271-8BE4-771BDD190685}"/>
    <dgm:cxn modelId="{EFB551CE-8E2B-434D-8589-EA1B427A65E9}" type="presOf" srcId="{EC6822F8-72D3-4470-AA1C-980591408A00}" destId="{FF018F1F-FDF2-4001-9081-46B6BF72BC82}" srcOrd="0" destOrd="0" presId="urn:microsoft.com/office/officeart/2005/8/layout/hProcess4"/>
    <dgm:cxn modelId="{E2F126D2-B4C0-4EF7-8F14-3DB1E71B009B}" srcId="{FFB6BB93-0A20-482B-80A6-5E440CBC0222}" destId="{CEF062FE-93A7-4866-86D7-5C65FF72B774}" srcOrd="2" destOrd="0" parTransId="{D1505F0B-3456-42D1-9F76-B7640FBED0B7}" sibTransId="{2B2125C2-963D-4620-9908-AA1302D05EA9}"/>
    <dgm:cxn modelId="{595C8DD9-AD94-47A9-88E2-3C872C10A6E1}" type="presOf" srcId="{FFB6BB93-0A20-482B-80A6-5E440CBC0222}" destId="{68B1E7A7-A22A-428D-8DDE-399D76965876}" srcOrd="0" destOrd="0" presId="urn:microsoft.com/office/officeart/2005/8/layout/hProcess4"/>
    <dgm:cxn modelId="{1DD617DC-0114-47E3-849F-2631FF651A66}" type="presOf" srcId="{6D9B4ABC-684B-4A58-A68F-1D167E5D7901}" destId="{C640CA47-3940-4653-A6BC-FFCCCA8699BC}" srcOrd="1" destOrd="0" presId="urn:microsoft.com/office/officeart/2005/8/layout/hProcess4"/>
    <dgm:cxn modelId="{F5AF7E25-4DE4-46E4-A2CA-B819AC90AE10}" type="presParOf" srcId="{68B1E7A7-A22A-428D-8DDE-399D76965876}" destId="{C10079AA-B448-44AE-AFA9-FE3A29B0BC55}" srcOrd="0" destOrd="0" presId="urn:microsoft.com/office/officeart/2005/8/layout/hProcess4"/>
    <dgm:cxn modelId="{50087A3F-AD5E-4F53-A3F2-A8BAD17BCFFB}" type="presParOf" srcId="{68B1E7A7-A22A-428D-8DDE-399D76965876}" destId="{96F589B2-B35F-4B5D-AECB-47F017890AB7}" srcOrd="1" destOrd="0" presId="urn:microsoft.com/office/officeart/2005/8/layout/hProcess4"/>
    <dgm:cxn modelId="{EE10796F-64D7-44F8-A156-0EA6D73AD4C5}" type="presParOf" srcId="{68B1E7A7-A22A-428D-8DDE-399D76965876}" destId="{FF6FC710-9E2D-494D-8C4E-726749B68DD9}" srcOrd="2" destOrd="0" presId="urn:microsoft.com/office/officeart/2005/8/layout/hProcess4"/>
    <dgm:cxn modelId="{04036872-51D9-40B9-A4FF-5BD74897B2EF}" type="presParOf" srcId="{FF6FC710-9E2D-494D-8C4E-726749B68DD9}" destId="{1AB70D43-6FFC-4037-8430-F646CD221F97}" srcOrd="0" destOrd="0" presId="urn:microsoft.com/office/officeart/2005/8/layout/hProcess4"/>
    <dgm:cxn modelId="{A883E7C7-B12C-4672-ABC2-215D42D8918B}" type="presParOf" srcId="{1AB70D43-6FFC-4037-8430-F646CD221F97}" destId="{5B281904-ABB1-44D3-8731-34A7C26869B7}" srcOrd="0" destOrd="0" presId="urn:microsoft.com/office/officeart/2005/8/layout/hProcess4"/>
    <dgm:cxn modelId="{8E1B27FE-5BBE-4BA9-A326-5015A4C48A24}" type="presParOf" srcId="{1AB70D43-6FFC-4037-8430-F646CD221F97}" destId="{463DB3C6-E1C0-4DEF-A93A-38163E8C6FC1}" srcOrd="1" destOrd="0" presId="urn:microsoft.com/office/officeart/2005/8/layout/hProcess4"/>
    <dgm:cxn modelId="{ADD8A649-FBF1-42E7-907B-3F8A02189581}" type="presParOf" srcId="{1AB70D43-6FFC-4037-8430-F646CD221F97}" destId="{CD04B5BE-6643-46B0-9370-C1D8F12AF8EB}" srcOrd="2" destOrd="0" presId="urn:microsoft.com/office/officeart/2005/8/layout/hProcess4"/>
    <dgm:cxn modelId="{E794B763-142D-47B1-88D1-FEF80C20A871}" type="presParOf" srcId="{1AB70D43-6FFC-4037-8430-F646CD221F97}" destId="{FF018F1F-FDF2-4001-9081-46B6BF72BC82}" srcOrd="3" destOrd="0" presId="urn:microsoft.com/office/officeart/2005/8/layout/hProcess4"/>
    <dgm:cxn modelId="{85F6EFE7-4117-4A3A-B92C-4BBBB228FE7D}" type="presParOf" srcId="{1AB70D43-6FFC-4037-8430-F646CD221F97}" destId="{1FA1C3F1-A1AB-4321-BAEE-E42858E8C882}" srcOrd="4" destOrd="0" presId="urn:microsoft.com/office/officeart/2005/8/layout/hProcess4"/>
    <dgm:cxn modelId="{0629C277-BDEF-40D1-B9BA-0110C593E2D1}" type="presParOf" srcId="{FF6FC710-9E2D-494D-8C4E-726749B68DD9}" destId="{1C842D63-9372-47C4-8BBE-346A8B68C29D}" srcOrd="1" destOrd="0" presId="urn:microsoft.com/office/officeart/2005/8/layout/hProcess4"/>
    <dgm:cxn modelId="{57817C8E-2021-4587-B61A-AC6E4EA13D35}" type="presParOf" srcId="{FF6FC710-9E2D-494D-8C4E-726749B68DD9}" destId="{75A3328C-DC08-49C7-95BD-53C29BB77F34}" srcOrd="2" destOrd="0" presId="urn:microsoft.com/office/officeart/2005/8/layout/hProcess4"/>
    <dgm:cxn modelId="{755F1421-C84C-4DF4-BAC9-FCAEB05B0298}" type="presParOf" srcId="{75A3328C-DC08-49C7-95BD-53C29BB77F34}" destId="{107EAB4D-D6BC-4297-8C87-B1CC481B0E17}" srcOrd="0" destOrd="0" presId="urn:microsoft.com/office/officeart/2005/8/layout/hProcess4"/>
    <dgm:cxn modelId="{0370D2AD-79DF-4D4C-A270-01864206E224}" type="presParOf" srcId="{75A3328C-DC08-49C7-95BD-53C29BB77F34}" destId="{C686533A-984B-4797-BF88-E084AB47D03C}" srcOrd="1" destOrd="0" presId="urn:microsoft.com/office/officeart/2005/8/layout/hProcess4"/>
    <dgm:cxn modelId="{A135B5F9-46EA-46E5-BADC-AA49304CCEC9}" type="presParOf" srcId="{75A3328C-DC08-49C7-95BD-53C29BB77F34}" destId="{62032D3A-D7BF-4592-BD9C-F4B357688267}" srcOrd="2" destOrd="0" presId="urn:microsoft.com/office/officeart/2005/8/layout/hProcess4"/>
    <dgm:cxn modelId="{A4BE6EE7-73FC-4B30-A7E4-E2467B908E1D}" type="presParOf" srcId="{75A3328C-DC08-49C7-95BD-53C29BB77F34}" destId="{ECB25D67-B767-4751-8B04-72FFE55FE507}" srcOrd="3" destOrd="0" presId="urn:microsoft.com/office/officeart/2005/8/layout/hProcess4"/>
    <dgm:cxn modelId="{5633A9A9-8F65-4E32-AEB8-48F5AD4F2716}" type="presParOf" srcId="{75A3328C-DC08-49C7-95BD-53C29BB77F34}" destId="{E109B3B2-367C-4308-BE03-E14F37E5AC20}" srcOrd="4" destOrd="0" presId="urn:microsoft.com/office/officeart/2005/8/layout/hProcess4"/>
    <dgm:cxn modelId="{012DE07B-3F52-4367-9E2A-5846D16BC505}" type="presParOf" srcId="{FF6FC710-9E2D-494D-8C4E-726749B68DD9}" destId="{24A84855-C858-4F5E-A7DE-C7C747327854}" srcOrd="3" destOrd="0" presId="urn:microsoft.com/office/officeart/2005/8/layout/hProcess4"/>
    <dgm:cxn modelId="{53E2F2C5-A722-4A86-ADD5-97FFA933902E}" type="presParOf" srcId="{FF6FC710-9E2D-494D-8C4E-726749B68DD9}" destId="{78694788-DF37-4F83-A745-0F79851FEC9F}" srcOrd="4" destOrd="0" presId="urn:microsoft.com/office/officeart/2005/8/layout/hProcess4"/>
    <dgm:cxn modelId="{AEDDE363-CFC7-4CDA-B4AD-4C80B380327F}" type="presParOf" srcId="{78694788-DF37-4F83-A745-0F79851FEC9F}" destId="{788C0E1C-26E4-4C71-8A30-6C8852CE53B5}" srcOrd="0" destOrd="0" presId="urn:microsoft.com/office/officeart/2005/8/layout/hProcess4"/>
    <dgm:cxn modelId="{EE1A45B7-8571-453F-A42A-5C9754977B39}" type="presParOf" srcId="{78694788-DF37-4F83-A745-0F79851FEC9F}" destId="{FADB5C07-210E-41E8-9DF6-D5745547E388}" srcOrd="1" destOrd="0" presId="urn:microsoft.com/office/officeart/2005/8/layout/hProcess4"/>
    <dgm:cxn modelId="{1549F32F-C68D-452D-AC2D-61858F613CFD}" type="presParOf" srcId="{78694788-DF37-4F83-A745-0F79851FEC9F}" destId="{C640CA47-3940-4653-A6BC-FFCCCA8699BC}" srcOrd="2" destOrd="0" presId="urn:microsoft.com/office/officeart/2005/8/layout/hProcess4"/>
    <dgm:cxn modelId="{19651156-6DE0-492A-B389-B16AA91B8D99}" type="presParOf" srcId="{78694788-DF37-4F83-A745-0F79851FEC9F}" destId="{5FFCB8D6-97D3-409B-9439-D0CCA567E4D1}" srcOrd="3" destOrd="0" presId="urn:microsoft.com/office/officeart/2005/8/layout/hProcess4"/>
    <dgm:cxn modelId="{0E2C9403-7637-4E46-BC07-397DD941C0A1}" type="presParOf" srcId="{78694788-DF37-4F83-A745-0F79851FEC9F}" destId="{94552BAA-81F2-4EBB-AB83-7B91A44EDF17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55B2204F-E440-4C88-95DD-20C9C3BE89C3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EB1A7469-197A-4114-BE9B-55B47D7B9C05}">
      <dgm:prSet phldrT="[Texte]" custT="1"/>
      <dgm:spPr/>
      <dgm:t>
        <a:bodyPr/>
        <a:lstStyle/>
        <a:p>
          <a:r>
            <a:rPr lang="fr-FR" sz="2400" dirty="0"/>
            <a:t>Estimation ascendante</a:t>
          </a:r>
        </a:p>
      </dgm:t>
    </dgm:pt>
    <dgm:pt modelId="{5C0D716F-4EBF-4DAC-A2F4-97D30B9A6575}" type="parTrans" cxnId="{50ACDDE9-392C-4B77-B73B-CC5AC20D0750}">
      <dgm:prSet/>
      <dgm:spPr/>
      <dgm:t>
        <a:bodyPr/>
        <a:lstStyle/>
        <a:p>
          <a:endParaRPr lang="fr-FR"/>
        </a:p>
      </dgm:t>
    </dgm:pt>
    <dgm:pt modelId="{95FFB18F-FED7-4CC2-8520-A7768E97C2EB}" type="sibTrans" cxnId="{50ACDDE9-392C-4B77-B73B-CC5AC20D0750}">
      <dgm:prSet/>
      <dgm:spPr/>
      <dgm:t>
        <a:bodyPr/>
        <a:lstStyle/>
        <a:p>
          <a:endParaRPr lang="fr-FR"/>
        </a:p>
      </dgm:t>
    </dgm:pt>
    <dgm:pt modelId="{470775A2-C52C-417D-983C-E74A0C8BCC53}">
      <dgm:prSet phldrT="[Texte]" custT="1"/>
      <dgm:spPr/>
      <dgm:t>
        <a:bodyPr/>
        <a:lstStyle/>
        <a:p>
          <a:r>
            <a:rPr lang="fr-FR" sz="2400" dirty="0"/>
            <a:t>Estimation descendante</a:t>
          </a:r>
        </a:p>
      </dgm:t>
    </dgm:pt>
    <dgm:pt modelId="{EDF849BA-33ED-4413-8AC2-72D795E5168E}" type="parTrans" cxnId="{982B9478-5FE5-4FC8-9344-C9149C0045EA}">
      <dgm:prSet/>
      <dgm:spPr/>
      <dgm:t>
        <a:bodyPr/>
        <a:lstStyle/>
        <a:p>
          <a:endParaRPr lang="fr-FR"/>
        </a:p>
      </dgm:t>
    </dgm:pt>
    <dgm:pt modelId="{508E7348-BE87-4DF1-A46A-46D4C06BF06D}" type="sibTrans" cxnId="{982B9478-5FE5-4FC8-9344-C9149C0045EA}">
      <dgm:prSet/>
      <dgm:spPr/>
      <dgm:t>
        <a:bodyPr/>
        <a:lstStyle/>
        <a:p>
          <a:endParaRPr lang="fr-FR"/>
        </a:p>
      </dgm:t>
    </dgm:pt>
    <dgm:pt modelId="{0D57A8E1-803B-4AF3-8858-36F07B62B628}">
      <dgm:prSet phldrT="[Texte]" custT="1"/>
      <dgm:spPr/>
      <dgm:t>
        <a:bodyPr/>
        <a:lstStyle/>
        <a:p>
          <a:r>
            <a:rPr lang="fr-FR" sz="1800" dirty="0"/>
            <a:t> pour chaque lot de travaux du planning, effectuez une estimation de coût détaillée, puis additionnez chacune de ces estimations pour obtenir l’estimation du budget total du projet ;</a:t>
          </a:r>
        </a:p>
      </dgm:t>
    </dgm:pt>
    <dgm:pt modelId="{3DE475A3-5A96-4BBD-AF18-4656B812D5F0}" type="parTrans" cxnId="{A89AD602-6675-4CCC-BBBD-670E92E5474E}">
      <dgm:prSet/>
      <dgm:spPr/>
      <dgm:t>
        <a:bodyPr/>
        <a:lstStyle/>
        <a:p>
          <a:endParaRPr lang="fr-FR"/>
        </a:p>
      </dgm:t>
    </dgm:pt>
    <dgm:pt modelId="{F0817FFF-D9A2-43A7-954C-15A581DA9B45}" type="sibTrans" cxnId="{A89AD602-6675-4CCC-BBBD-670E92E5474E}">
      <dgm:prSet/>
      <dgm:spPr/>
      <dgm:t>
        <a:bodyPr/>
        <a:lstStyle/>
        <a:p>
          <a:endParaRPr lang="fr-FR"/>
        </a:p>
      </dgm:t>
    </dgm:pt>
    <dgm:pt modelId="{113B7C4D-3F76-4E17-B62B-C35FDFA170CC}">
      <dgm:prSet phldrT="[Texte]" custT="1"/>
      <dgm:spPr/>
      <dgm:t>
        <a:bodyPr/>
        <a:lstStyle/>
        <a:p>
          <a:r>
            <a:rPr lang="fr-FR" sz="1800" dirty="0"/>
            <a:t> Fixez un budget limite pour l’ensemble du projet, puis répartissez-le entre tous les composants de niveau 2, puis répartissez les différents budgets obtenus entre tous les composants de niveau 3. </a:t>
          </a:r>
        </a:p>
      </dgm:t>
    </dgm:pt>
    <dgm:pt modelId="{370DE8C9-1C48-4D08-BFA3-73C7E607BB8C}" type="parTrans" cxnId="{B32D420F-B377-4656-A643-175F2F6B6A92}">
      <dgm:prSet/>
      <dgm:spPr/>
      <dgm:t>
        <a:bodyPr/>
        <a:lstStyle/>
        <a:p>
          <a:endParaRPr lang="fr-FR"/>
        </a:p>
      </dgm:t>
    </dgm:pt>
    <dgm:pt modelId="{31B676E9-DAD1-409F-88F0-655D5DBA4437}" type="sibTrans" cxnId="{B32D420F-B377-4656-A643-175F2F6B6A92}">
      <dgm:prSet/>
      <dgm:spPr/>
      <dgm:t>
        <a:bodyPr/>
        <a:lstStyle/>
        <a:p>
          <a:endParaRPr lang="fr-FR"/>
        </a:p>
      </dgm:t>
    </dgm:pt>
    <dgm:pt modelId="{25CE4212-31DD-43FD-BB21-95D743EC63D7}" type="pres">
      <dgm:prSet presAssocID="{55B2204F-E440-4C88-95DD-20C9C3BE89C3}" presName="Name0" presStyleCnt="0">
        <dgm:presLayoutVars>
          <dgm:dir/>
          <dgm:animLvl val="lvl"/>
          <dgm:resizeHandles val="exact"/>
        </dgm:presLayoutVars>
      </dgm:prSet>
      <dgm:spPr/>
    </dgm:pt>
    <dgm:pt modelId="{BF2B9A15-3D3A-4C4C-9606-B3E17162C584}" type="pres">
      <dgm:prSet presAssocID="{EB1A7469-197A-4114-BE9B-55B47D7B9C05}" presName="composite" presStyleCnt="0"/>
      <dgm:spPr/>
    </dgm:pt>
    <dgm:pt modelId="{C1224203-31B4-4074-8042-09B49B6659DE}" type="pres">
      <dgm:prSet presAssocID="{EB1A7469-197A-4114-BE9B-55B47D7B9C0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54A1BB73-D355-4D27-A221-D64A1043BC07}" type="pres">
      <dgm:prSet presAssocID="{EB1A7469-197A-4114-BE9B-55B47D7B9C05}" presName="desTx" presStyleLbl="alignAccFollowNode1" presStyleIdx="0" presStyleCnt="2">
        <dgm:presLayoutVars>
          <dgm:bulletEnabled val="1"/>
        </dgm:presLayoutVars>
      </dgm:prSet>
      <dgm:spPr/>
    </dgm:pt>
    <dgm:pt modelId="{41FE41A9-840D-4B68-86DF-6F261B6717D0}" type="pres">
      <dgm:prSet presAssocID="{95FFB18F-FED7-4CC2-8520-A7768E97C2EB}" presName="space" presStyleCnt="0"/>
      <dgm:spPr/>
    </dgm:pt>
    <dgm:pt modelId="{D19266E3-A47D-4E21-BDF7-2A9FE2802D48}" type="pres">
      <dgm:prSet presAssocID="{470775A2-C52C-417D-983C-E74A0C8BCC53}" presName="composite" presStyleCnt="0"/>
      <dgm:spPr/>
    </dgm:pt>
    <dgm:pt modelId="{2D397D0D-E8AF-41F4-91E4-312C5743E507}" type="pres">
      <dgm:prSet presAssocID="{470775A2-C52C-417D-983C-E74A0C8BCC53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B577DD51-F531-464C-ABFC-EA20F9066010}" type="pres">
      <dgm:prSet presAssocID="{470775A2-C52C-417D-983C-E74A0C8BCC53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89AD602-6675-4CCC-BBBD-670E92E5474E}" srcId="{EB1A7469-197A-4114-BE9B-55B47D7B9C05}" destId="{0D57A8E1-803B-4AF3-8858-36F07B62B628}" srcOrd="0" destOrd="0" parTransId="{3DE475A3-5A96-4BBD-AF18-4656B812D5F0}" sibTransId="{F0817FFF-D9A2-43A7-954C-15A581DA9B45}"/>
    <dgm:cxn modelId="{B32D420F-B377-4656-A643-175F2F6B6A92}" srcId="{470775A2-C52C-417D-983C-E74A0C8BCC53}" destId="{113B7C4D-3F76-4E17-B62B-C35FDFA170CC}" srcOrd="0" destOrd="0" parTransId="{370DE8C9-1C48-4D08-BFA3-73C7E607BB8C}" sibTransId="{31B676E9-DAD1-409F-88F0-655D5DBA4437}"/>
    <dgm:cxn modelId="{C57ED331-6AE9-4F05-8892-E513C2AAC6C4}" type="presOf" srcId="{113B7C4D-3F76-4E17-B62B-C35FDFA170CC}" destId="{B577DD51-F531-464C-ABFC-EA20F9066010}" srcOrd="0" destOrd="0" presId="urn:microsoft.com/office/officeart/2005/8/layout/hList1"/>
    <dgm:cxn modelId="{7F33BE54-E8B6-435A-A89B-9ACAD4FFAA4A}" type="presOf" srcId="{55B2204F-E440-4C88-95DD-20C9C3BE89C3}" destId="{25CE4212-31DD-43FD-BB21-95D743EC63D7}" srcOrd="0" destOrd="0" presId="urn:microsoft.com/office/officeart/2005/8/layout/hList1"/>
    <dgm:cxn modelId="{982B9478-5FE5-4FC8-9344-C9149C0045EA}" srcId="{55B2204F-E440-4C88-95DD-20C9C3BE89C3}" destId="{470775A2-C52C-417D-983C-E74A0C8BCC53}" srcOrd="1" destOrd="0" parTransId="{EDF849BA-33ED-4413-8AC2-72D795E5168E}" sibTransId="{508E7348-BE87-4DF1-A46A-46D4C06BF06D}"/>
    <dgm:cxn modelId="{448A277A-A0DD-40F7-BCB9-BAA7232750A9}" type="presOf" srcId="{EB1A7469-197A-4114-BE9B-55B47D7B9C05}" destId="{C1224203-31B4-4074-8042-09B49B6659DE}" srcOrd="0" destOrd="0" presId="urn:microsoft.com/office/officeart/2005/8/layout/hList1"/>
    <dgm:cxn modelId="{6881FCC6-7D63-4627-B1D9-809BE4970E41}" type="presOf" srcId="{0D57A8E1-803B-4AF3-8858-36F07B62B628}" destId="{54A1BB73-D355-4D27-A221-D64A1043BC07}" srcOrd="0" destOrd="0" presId="urn:microsoft.com/office/officeart/2005/8/layout/hList1"/>
    <dgm:cxn modelId="{50ACDDE9-392C-4B77-B73B-CC5AC20D0750}" srcId="{55B2204F-E440-4C88-95DD-20C9C3BE89C3}" destId="{EB1A7469-197A-4114-BE9B-55B47D7B9C05}" srcOrd="0" destOrd="0" parTransId="{5C0D716F-4EBF-4DAC-A2F4-97D30B9A6575}" sibTransId="{95FFB18F-FED7-4CC2-8520-A7768E97C2EB}"/>
    <dgm:cxn modelId="{CA7DA5ED-DA01-4952-B8A0-50B44F1FDF4F}" type="presOf" srcId="{470775A2-C52C-417D-983C-E74A0C8BCC53}" destId="{2D397D0D-E8AF-41F4-91E4-312C5743E507}" srcOrd="0" destOrd="0" presId="urn:microsoft.com/office/officeart/2005/8/layout/hList1"/>
    <dgm:cxn modelId="{4218F8DB-EDF8-4138-8F6B-58168C0F7F67}" type="presParOf" srcId="{25CE4212-31DD-43FD-BB21-95D743EC63D7}" destId="{BF2B9A15-3D3A-4C4C-9606-B3E17162C584}" srcOrd="0" destOrd="0" presId="urn:microsoft.com/office/officeart/2005/8/layout/hList1"/>
    <dgm:cxn modelId="{48E0DA82-44AD-49E4-B9CD-2D1BCCD06C54}" type="presParOf" srcId="{BF2B9A15-3D3A-4C4C-9606-B3E17162C584}" destId="{C1224203-31B4-4074-8042-09B49B6659DE}" srcOrd="0" destOrd="0" presId="urn:microsoft.com/office/officeart/2005/8/layout/hList1"/>
    <dgm:cxn modelId="{BFA539C2-39BD-42DC-8FA3-86487B242EA4}" type="presParOf" srcId="{BF2B9A15-3D3A-4C4C-9606-B3E17162C584}" destId="{54A1BB73-D355-4D27-A221-D64A1043BC07}" srcOrd="1" destOrd="0" presId="urn:microsoft.com/office/officeart/2005/8/layout/hList1"/>
    <dgm:cxn modelId="{A5C6AFFA-5E9B-454B-831B-F0891742A4DB}" type="presParOf" srcId="{25CE4212-31DD-43FD-BB21-95D743EC63D7}" destId="{41FE41A9-840D-4B68-86DF-6F261B6717D0}" srcOrd="1" destOrd="0" presId="urn:microsoft.com/office/officeart/2005/8/layout/hList1"/>
    <dgm:cxn modelId="{77396D4A-689F-4624-9CB6-58BE9D9C3769}" type="presParOf" srcId="{25CE4212-31DD-43FD-BB21-95D743EC63D7}" destId="{D19266E3-A47D-4E21-BDF7-2A9FE2802D48}" srcOrd="2" destOrd="0" presId="urn:microsoft.com/office/officeart/2005/8/layout/hList1"/>
    <dgm:cxn modelId="{7BC3C48E-2565-451E-884B-6FE4AB077540}" type="presParOf" srcId="{D19266E3-A47D-4E21-BDF7-2A9FE2802D48}" destId="{2D397D0D-E8AF-41F4-91E4-312C5743E507}" srcOrd="0" destOrd="0" presId="urn:microsoft.com/office/officeart/2005/8/layout/hList1"/>
    <dgm:cxn modelId="{57C6F1FF-8D0F-4272-AB63-B772C18E06D0}" type="presParOf" srcId="{D19266E3-A47D-4E21-BDF7-2A9FE2802D48}" destId="{B577DD51-F531-464C-ABFC-EA20F906601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FED3D798-4FC3-4DCA-9F2B-73E674208C1C}" type="doc">
      <dgm:prSet loTypeId="urn:microsoft.com/office/officeart/2005/8/layout/vList5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fr-FR"/>
        </a:p>
      </dgm:t>
    </dgm:pt>
    <dgm:pt modelId="{06F30287-63F9-4318-9D0B-5F9856282FC8}">
      <dgm:prSet phldrT="[Texte]" custT="1"/>
      <dgm:spPr/>
      <dgm:t>
        <a:bodyPr/>
        <a:lstStyle/>
        <a:p>
          <a:r>
            <a:rPr lang="fr-FR" sz="2000" dirty="0"/>
            <a:t>Reconfirmer le plan</a:t>
          </a:r>
        </a:p>
      </dgm:t>
    </dgm:pt>
    <dgm:pt modelId="{9E4465FC-CB44-4E85-B0A1-57007922D16F}" type="parTrans" cxnId="{FA662790-5921-4C4C-ADF0-51F8473F076F}">
      <dgm:prSet/>
      <dgm:spPr/>
      <dgm:t>
        <a:bodyPr/>
        <a:lstStyle/>
        <a:p>
          <a:endParaRPr lang="fr-FR" sz="2400"/>
        </a:p>
      </dgm:t>
    </dgm:pt>
    <dgm:pt modelId="{4B55A861-622E-4507-BA4E-FB47EE22273E}" type="sibTrans" cxnId="{FA662790-5921-4C4C-ADF0-51F8473F076F}">
      <dgm:prSet/>
      <dgm:spPr/>
      <dgm:t>
        <a:bodyPr/>
        <a:lstStyle/>
        <a:p>
          <a:endParaRPr lang="fr-FR" sz="2400"/>
        </a:p>
      </dgm:t>
    </dgm:pt>
    <dgm:pt modelId="{A34C569C-2413-4DAE-8145-F075B299BB3C}">
      <dgm:prSet custT="1"/>
      <dgm:spPr/>
      <dgm:t>
        <a:bodyPr/>
        <a:lstStyle/>
        <a:p>
          <a:r>
            <a:rPr lang="fr-FR" sz="1600" dirty="0"/>
            <a:t>Activités qu’il a été convenu de réaliser ;</a:t>
          </a:r>
        </a:p>
      </dgm:t>
    </dgm:pt>
    <dgm:pt modelId="{CC020152-65DC-4497-A00C-C1C44FAA3BE4}" type="parTrans" cxnId="{1B4B67D1-362B-4968-BAEF-FF3C492AB775}">
      <dgm:prSet/>
      <dgm:spPr/>
      <dgm:t>
        <a:bodyPr/>
        <a:lstStyle/>
        <a:p>
          <a:endParaRPr lang="fr-FR" sz="2400"/>
        </a:p>
      </dgm:t>
    </dgm:pt>
    <dgm:pt modelId="{F90DDFB2-1BA3-483A-BA5A-B5B46D767AC5}" type="sibTrans" cxnId="{1B4B67D1-362B-4968-BAEF-FF3C492AB775}">
      <dgm:prSet/>
      <dgm:spPr/>
      <dgm:t>
        <a:bodyPr/>
        <a:lstStyle/>
        <a:p>
          <a:endParaRPr lang="fr-FR" sz="2400"/>
        </a:p>
      </dgm:t>
    </dgm:pt>
    <dgm:pt modelId="{5E48709C-7D96-45D4-B7EB-6FCA3D9A7967}">
      <dgm:prSet custT="1"/>
      <dgm:spPr/>
      <dgm:t>
        <a:bodyPr/>
        <a:lstStyle/>
        <a:p>
          <a:r>
            <a:rPr lang="fr-FR" sz="1600" dirty="0"/>
            <a:t>Date de début et de fin de ces activités ;</a:t>
          </a:r>
        </a:p>
      </dgm:t>
    </dgm:pt>
    <dgm:pt modelId="{0B132B82-50C8-46AC-BFC5-191228A8DC23}" type="parTrans" cxnId="{69F0E401-755F-484A-9966-7D377AE8848A}">
      <dgm:prSet/>
      <dgm:spPr/>
      <dgm:t>
        <a:bodyPr/>
        <a:lstStyle/>
        <a:p>
          <a:endParaRPr lang="fr-FR" sz="2400"/>
        </a:p>
      </dgm:t>
    </dgm:pt>
    <dgm:pt modelId="{89171F4A-25E7-45FA-8053-FE865861E374}" type="sibTrans" cxnId="{69F0E401-755F-484A-9966-7D377AE8848A}">
      <dgm:prSet/>
      <dgm:spPr/>
      <dgm:t>
        <a:bodyPr/>
        <a:lstStyle/>
        <a:p>
          <a:endParaRPr lang="fr-FR" sz="2400"/>
        </a:p>
      </dgm:t>
    </dgm:pt>
    <dgm:pt modelId="{577FF926-E5D4-4E49-9B3A-37D32BB22734}">
      <dgm:prSet custT="1"/>
      <dgm:spPr/>
      <dgm:t>
        <a:bodyPr/>
        <a:lstStyle/>
        <a:p>
          <a:r>
            <a:rPr lang="fr-FR" sz="1600" dirty="0"/>
            <a:t>Charge de travail par personne</a:t>
          </a:r>
        </a:p>
      </dgm:t>
    </dgm:pt>
    <dgm:pt modelId="{08E21E4C-1E88-4373-91A7-0A7B232F6D3F}" type="parTrans" cxnId="{9E3B63F0-8B0A-4837-9098-953F6646D89E}">
      <dgm:prSet/>
      <dgm:spPr/>
      <dgm:t>
        <a:bodyPr/>
        <a:lstStyle/>
        <a:p>
          <a:endParaRPr lang="fr-FR" sz="2400"/>
        </a:p>
      </dgm:t>
    </dgm:pt>
    <dgm:pt modelId="{11BC90A8-7A58-43B9-A980-1D74A8C89683}" type="sibTrans" cxnId="{9E3B63F0-8B0A-4837-9098-953F6646D89E}">
      <dgm:prSet/>
      <dgm:spPr/>
      <dgm:t>
        <a:bodyPr/>
        <a:lstStyle/>
        <a:p>
          <a:endParaRPr lang="fr-FR" sz="2400"/>
        </a:p>
      </dgm:t>
    </dgm:pt>
    <dgm:pt modelId="{45E42BB0-64DC-432A-894F-2B22EAD1472C}">
      <dgm:prSet custT="1"/>
      <dgm:spPr/>
      <dgm:t>
        <a:bodyPr/>
        <a:lstStyle/>
        <a:p>
          <a:r>
            <a:rPr lang="fr-FR" sz="2000" dirty="0"/>
            <a:t>Évaluer les performances </a:t>
          </a:r>
        </a:p>
      </dgm:t>
    </dgm:pt>
    <dgm:pt modelId="{BA1E5E7B-8C40-40C6-98E2-D7E4F2B0CAB1}" type="parTrans" cxnId="{B8BD6F4E-A116-41C5-AA24-490CE89D6C5D}">
      <dgm:prSet/>
      <dgm:spPr/>
      <dgm:t>
        <a:bodyPr/>
        <a:lstStyle/>
        <a:p>
          <a:endParaRPr lang="fr-FR" sz="2400"/>
        </a:p>
      </dgm:t>
    </dgm:pt>
    <dgm:pt modelId="{0C3B6D7A-863B-4492-AEEE-3E2A19F395D8}" type="sibTrans" cxnId="{B8BD6F4E-A116-41C5-AA24-490CE89D6C5D}">
      <dgm:prSet/>
      <dgm:spPr/>
      <dgm:t>
        <a:bodyPr/>
        <a:lstStyle/>
        <a:p>
          <a:endParaRPr lang="fr-FR" sz="2400"/>
        </a:p>
      </dgm:t>
    </dgm:pt>
    <dgm:pt modelId="{39F25AB1-E866-41E5-BB51-1F601F669F49}">
      <dgm:prSet custT="1"/>
      <dgm:spPr/>
      <dgm:t>
        <a:bodyPr/>
        <a:lstStyle/>
        <a:p>
          <a:r>
            <a:rPr lang="fr-FR" sz="1600" dirty="0"/>
            <a:t>Livrables intermédiaires et finaux;</a:t>
          </a:r>
        </a:p>
      </dgm:t>
    </dgm:pt>
    <dgm:pt modelId="{84BD6CB7-0690-4AF2-87AA-D7B97451A7B7}" type="parTrans" cxnId="{A9C4E049-8DB7-4DD3-BDFF-7E56DE6FBD30}">
      <dgm:prSet/>
      <dgm:spPr/>
      <dgm:t>
        <a:bodyPr/>
        <a:lstStyle/>
        <a:p>
          <a:endParaRPr lang="fr-FR" sz="2400"/>
        </a:p>
      </dgm:t>
    </dgm:pt>
    <dgm:pt modelId="{0CEDE033-9438-4ADA-9B74-CCF7173460AC}" type="sibTrans" cxnId="{A9C4E049-8DB7-4DD3-BDFF-7E56DE6FBD30}">
      <dgm:prSet/>
      <dgm:spPr/>
      <dgm:t>
        <a:bodyPr/>
        <a:lstStyle/>
        <a:p>
          <a:endParaRPr lang="fr-FR" sz="2400"/>
        </a:p>
      </dgm:t>
    </dgm:pt>
    <dgm:pt modelId="{E2B498E3-929F-4AF6-8B00-F8615C2F7F80}">
      <dgm:prSet custT="1"/>
      <dgm:spPr/>
      <dgm:t>
        <a:bodyPr/>
        <a:lstStyle/>
        <a:p>
          <a:r>
            <a:rPr lang="fr-FR" sz="1600" dirty="0"/>
            <a:t>Date des jalons et début/fin activités ;</a:t>
          </a:r>
        </a:p>
      </dgm:t>
    </dgm:pt>
    <dgm:pt modelId="{3DE7D0DF-8D91-4455-B39D-BA7D1FE8FEC4}" type="parTrans" cxnId="{79BFDA7A-9B42-415E-9F08-B91FB4A28DEC}">
      <dgm:prSet/>
      <dgm:spPr/>
      <dgm:t>
        <a:bodyPr/>
        <a:lstStyle/>
        <a:p>
          <a:endParaRPr lang="fr-FR" sz="2400"/>
        </a:p>
      </dgm:t>
    </dgm:pt>
    <dgm:pt modelId="{58D47802-D6FF-430E-9DCA-B237EFDD7AE9}" type="sibTrans" cxnId="{79BFDA7A-9B42-415E-9F08-B91FB4A28DEC}">
      <dgm:prSet/>
      <dgm:spPr/>
      <dgm:t>
        <a:bodyPr/>
        <a:lstStyle/>
        <a:p>
          <a:endParaRPr lang="fr-FR" sz="2400"/>
        </a:p>
      </dgm:t>
    </dgm:pt>
    <dgm:pt modelId="{3C186329-5436-4D09-9304-BEB3D5583C3F}">
      <dgm:prSet custT="1"/>
      <dgm:spPr/>
      <dgm:t>
        <a:bodyPr/>
        <a:lstStyle/>
        <a:p>
          <a:r>
            <a:rPr lang="fr-FR" sz="1600" dirty="0"/>
            <a:t>Quantité de ressources non humaines pour chaque activité ;</a:t>
          </a:r>
        </a:p>
      </dgm:t>
    </dgm:pt>
    <dgm:pt modelId="{E909B4B6-CB26-4C17-8587-7B2C68DC23F2}" type="parTrans" cxnId="{45AB06E5-8AAF-4A8F-ADBC-F2D5490E0998}">
      <dgm:prSet/>
      <dgm:spPr/>
      <dgm:t>
        <a:bodyPr/>
        <a:lstStyle/>
        <a:p>
          <a:endParaRPr lang="fr-FR" sz="2400"/>
        </a:p>
      </dgm:t>
    </dgm:pt>
    <dgm:pt modelId="{1A886926-3A8D-45AF-8E04-B40284FEBB0F}" type="sibTrans" cxnId="{45AB06E5-8AAF-4A8F-ADBC-F2D5490E0998}">
      <dgm:prSet/>
      <dgm:spPr/>
      <dgm:t>
        <a:bodyPr/>
        <a:lstStyle/>
        <a:p>
          <a:endParaRPr lang="fr-FR" sz="2400"/>
        </a:p>
      </dgm:t>
    </dgm:pt>
    <dgm:pt modelId="{970B9DC6-4D47-415C-9EB2-AB798B12D410}">
      <dgm:prSet custT="1"/>
      <dgm:spPr/>
      <dgm:t>
        <a:bodyPr/>
        <a:lstStyle/>
        <a:p>
          <a:r>
            <a:rPr lang="fr-FR" sz="1600" dirty="0"/>
            <a:t>Dépenses</a:t>
          </a:r>
        </a:p>
      </dgm:t>
    </dgm:pt>
    <dgm:pt modelId="{9D2A3D3F-9E57-4D68-8AFE-23A087544835}" type="parTrans" cxnId="{F2B6E0CB-11D4-4C40-98CC-F860D5241116}">
      <dgm:prSet/>
      <dgm:spPr/>
      <dgm:t>
        <a:bodyPr/>
        <a:lstStyle/>
        <a:p>
          <a:endParaRPr lang="fr-FR" sz="2400"/>
        </a:p>
      </dgm:t>
    </dgm:pt>
    <dgm:pt modelId="{D5744195-5C01-4DC4-A6D6-95A88DFCB694}" type="sibTrans" cxnId="{F2B6E0CB-11D4-4C40-98CC-F860D5241116}">
      <dgm:prSet/>
      <dgm:spPr/>
      <dgm:t>
        <a:bodyPr/>
        <a:lstStyle/>
        <a:p>
          <a:endParaRPr lang="fr-FR" sz="2400"/>
        </a:p>
      </dgm:t>
    </dgm:pt>
    <dgm:pt modelId="{0CB2383A-5252-44B6-83B2-97EDA3CC9416}">
      <dgm:prSet custT="1"/>
      <dgm:spPr/>
      <dgm:t>
        <a:bodyPr/>
        <a:lstStyle/>
        <a:p>
          <a:r>
            <a:rPr lang="fr-FR" sz="2000" dirty="0"/>
            <a:t>Mettre en place les mesures correctives </a:t>
          </a:r>
        </a:p>
      </dgm:t>
    </dgm:pt>
    <dgm:pt modelId="{94F95FCF-4D30-4804-B91B-B129FA582E91}" type="parTrans" cxnId="{8F6532CD-86C7-475E-8A4A-E0BC32928C71}">
      <dgm:prSet/>
      <dgm:spPr/>
      <dgm:t>
        <a:bodyPr/>
        <a:lstStyle/>
        <a:p>
          <a:endParaRPr lang="fr-FR" sz="2400"/>
        </a:p>
      </dgm:t>
    </dgm:pt>
    <dgm:pt modelId="{F34D0828-92A1-4F88-9DB5-E8784D9FB970}" type="sibTrans" cxnId="{8F6532CD-86C7-475E-8A4A-E0BC32928C71}">
      <dgm:prSet/>
      <dgm:spPr/>
      <dgm:t>
        <a:bodyPr/>
        <a:lstStyle/>
        <a:p>
          <a:endParaRPr lang="fr-FR" sz="2400"/>
        </a:p>
      </dgm:t>
    </dgm:pt>
    <dgm:pt modelId="{E9EE65C2-BDA5-4EB7-A3B0-546BA634AD19}">
      <dgm:prSet custT="1"/>
      <dgm:spPr/>
      <dgm:t>
        <a:bodyPr/>
        <a:lstStyle/>
        <a:p>
          <a:r>
            <a:rPr lang="fr-FR" sz="2000" dirty="0"/>
            <a:t>Informer les </a:t>
          </a:r>
          <a:r>
            <a:rPr lang="fr-FR" sz="2000"/>
            <a:t>gens </a:t>
          </a:r>
          <a:endParaRPr lang="fr-FR" sz="2000" dirty="0"/>
        </a:p>
      </dgm:t>
    </dgm:pt>
    <dgm:pt modelId="{F69127B2-E5C6-485F-8CCD-BCAB7CABC707}" type="parTrans" cxnId="{B2057EB7-7A79-4B43-8AEA-3240FB675C1A}">
      <dgm:prSet/>
      <dgm:spPr/>
      <dgm:t>
        <a:bodyPr/>
        <a:lstStyle/>
        <a:p>
          <a:endParaRPr lang="fr-FR" sz="2400"/>
        </a:p>
      </dgm:t>
    </dgm:pt>
    <dgm:pt modelId="{3CEF6177-AE65-403F-A5E0-C4539DB13CA6}" type="sibTrans" cxnId="{B2057EB7-7A79-4B43-8AEA-3240FB675C1A}">
      <dgm:prSet/>
      <dgm:spPr/>
      <dgm:t>
        <a:bodyPr/>
        <a:lstStyle/>
        <a:p>
          <a:endParaRPr lang="fr-FR" sz="2400"/>
        </a:p>
      </dgm:t>
    </dgm:pt>
    <dgm:pt modelId="{D80F347C-B8F1-4127-AD6B-A6ACC4A4E293}">
      <dgm:prSet custT="1"/>
      <dgm:spPr/>
      <dgm:t>
        <a:bodyPr/>
        <a:lstStyle/>
        <a:p>
          <a:r>
            <a:rPr lang="fr-FR" sz="1600" dirty="0"/>
            <a:t>Nombre d’heures pour chaque activité ;</a:t>
          </a:r>
        </a:p>
      </dgm:t>
    </dgm:pt>
    <dgm:pt modelId="{26E40E6E-4931-4708-B36F-077D57B74626}" type="parTrans" cxnId="{BF5EE1DE-4A3A-4DED-B4F6-D9484A73956E}">
      <dgm:prSet/>
      <dgm:spPr/>
      <dgm:t>
        <a:bodyPr/>
        <a:lstStyle/>
        <a:p>
          <a:endParaRPr lang="fr-FR" sz="2400"/>
        </a:p>
      </dgm:t>
    </dgm:pt>
    <dgm:pt modelId="{33FEA114-D69E-4032-8D72-E97C0F8DC9E4}" type="sibTrans" cxnId="{BF5EE1DE-4A3A-4DED-B4F6-D9484A73956E}">
      <dgm:prSet/>
      <dgm:spPr/>
      <dgm:t>
        <a:bodyPr/>
        <a:lstStyle/>
        <a:p>
          <a:endParaRPr lang="fr-FR" sz="2400"/>
        </a:p>
      </dgm:t>
    </dgm:pt>
    <dgm:pt modelId="{A3375C45-C9B4-474C-B842-175534AFFBAC}">
      <dgm:prSet custT="1"/>
      <dgm:spPr/>
      <dgm:t>
        <a:bodyPr/>
        <a:lstStyle/>
        <a:p>
          <a:r>
            <a:rPr lang="fr-FR" sz="1600" dirty="0"/>
            <a:t>révélez vos réussites, problèmes et mesures envisagées avec les parties prenantes de votre projet</a:t>
          </a:r>
        </a:p>
      </dgm:t>
    </dgm:pt>
    <dgm:pt modelId="{EED4166E-BBBE-4546-A647-A727EC2D74B9}" type="parTrans" cxnId="{A891A0EF-2466-4943-947A-22704929972D}">
      <dgm:prSet/>
      <dgm:spPr/>
      <dgm:t>
        <a:bodyPr/>
        <a:lstStyle/>
        <a:p>
          <a:endParaRPr lang="fr-FR" sz="2400"/>
        </a:p>
      </dgm:t>
    </dgm:pt>
    <dgm:pt modelId="{A3604567-5416-4A39-8B69-62A3F3A25C89}" type="sibTrans" cxnId="{A891A0EF-2466-4943-947A-22704929972D}">
      <dgm:prSet/>
      <dgm:spPr/>
      <dgm:t>
        <a:bodyPr/>
        <a:lstStyle/>
        <a:p>
          <a:endParaRPr lang="fr-FR" sz="2400"/>
        </a:p>
      </dgm:t>
    </dgm:pt>
    <dgm:pt modelId="{3B788BCD-AE23-49D1-BE48-10C50AE097AF}">
      <dgm:prSet custT="1"/>
      <dgm:spPr/>
      <dgm:t>
        <a:bodyPr/>
        <a:lstStyle/>
        <a:p>
          <a:r>
            <a:rPr lang="fr-FR" sz="1600" dirty="0"/>
            <a:t> si nécessaire, prenez des mesures pour remettre votre projet en conformité avec le plan initial ou, si cela s’avère impossible, modifiez le plan pour qu’il reflète les nouvelles attentes.</a:t>
          </a:r>
        </a:p>
      </dgm:t>
    </dgm:pt>
    <dgm:pt modelId="{C27932D6-BCA2-480C-8D0D-5E82EC53434D}" type="parTrans" cxnId="{ACAD7D18-62CA-4D7D-B160-5BAFAD22BB54}">
      <dgm:prSet/>
      <dgm:spPr/>
      <dgm:t>
        <a:bodyPr/>
        <a:lstStyle/>
        <a:p>
          <a:endParaRPr lang="fr-FR" sz="2400"/>
        </a:p>
      </dgm:t>
    </dgm:pt>
    <dgm:pt modelId="{19BB6ACD-3640-40D6-8889-5E6E7AD8640F}" type="sibTrans" cxnId="{ACAD7D18-62CA-4D7D-B160-5BAFAD22BB54}">
      <dgm:prSet/>
      <dgm:spPr/>
      <dgm:t>
        <a:bodyPr/>
        <a:lstStyle/>
        <a:p>
          <a:endParaRPr lang="fr-FR" sz="2400"/>
        </a:p>
      </dgm:t>
    </dgm:pt>
    <dgm:pt modelId="{63F0CAA1-0EE4-45A4-B023-1AE925B6A786}" type="pres">
      <dgm:prSet presAssocID="{FED3D798-4FC3-4DCA-9F2B-73E674208C1C}" presName="Name0" presStyleCnt="0">
        <dgm:presLayoutVars>
          <dgm:dir/>
          <dgm:animLvl val="lvl"/>
          <dgm:resizeHandles val="exact"/>
        </dgm:presLayoutVars>
      </dgm:prSet>
      <dgm:spPr/>
    </dgm:pt>
    <dgm:pt modelId="{9A3DD536-2821-4DDB-921C-541EA003AF0E}" type="pres">
      <dgm:prSet presAssocID="{06F30287-63F9-4318-9D0B-5F9856282FC8}" presName="linNode" presStyleCnt="0"/>
      <dgm:spPr/>
    </dgm:pt>
    <dgm:pt modelId="{C0FC3718-4E72-4F54-9F40-D382E8B72F9B}" type="pres">
      <dgm:prSet presAssocID="{06F30287-63F9-4318-9D0B-5F9856282FC8}" presName="parentText" presStyleLbl="node1" presStyleIdx="0" presStyleCnt="4" custScaleX="80454">
        <dgm:presLayoutVars>
          <dgm:chMax val="1"/>
          <dgm:bulletEnabled val="1"/>
        </dgm:presLayoutVars>
      </dgm:prSet>
      <dgm:spPr/>
    </dgm:pt>
    <dgm:pt modelId="{4FC53D40-8DF1-4882-9F38-527D0F3C86C3}" type="pres">
      <dgm:prSet presAssocID="{06F30287-63F9-4318-9D0B-5F9856282FC8}" presName="descendantText" presStyleLbl="alignAccFollowNode1" presStyleIdx="0" presStyleCnt="4">
        <dgm:presLayoutVars>
          <dgm:bulletEnabled val="1"/>
        </dgm:presLayoutVars>
      </dgm:prSet>
      <dgm:spPr/>
    </dgm:pt>
    <dgm:pt modelId="{098064E9-6A48-49AF-9F7E-01CB775F75E0}" type="pres">
      <dgm:prSet presAssocID="{4B55A861-622E-4507-BA4E-FB47EE22273E}" presName="sp" presStyleCnt="0"/>
      <dgm:spPr/>
    </dgm:pt>
    <dgm:pt modelId="{039CC454-C00E-4A02-BA02-B0A50052F6DA}" type="pres">
      <dgm:prSet presAssocID="{45E42BB0-64DC-432A-894F-2B22EAD1472C}" presName="linNode" presStyleCnt="0"/>
      <dgm:spPr/>
    </dgm:pt>
    <dgm:pt modelId="{CC2E05A8-BFAC-402A-98B2-5E5272855093}" type="pres">
      <dgm:prSet presAssocID="{45E42BB0-64DC-432A-894F-2B22EAD1472C}" presName="parentText" presStyleLbl="node1" presStyleIdx="1" presStyleCnt="4" custScaleX="81076">
        <dgm:presLayoutVars>
          <dgm:chMax val="1"/>
          <dgm:bulletEnabled val="1"/>
        </dgm:presLayoutVars>
      </dgm:prSet>
      <dgm:spPr/>
    </dgm:pt>
    <dgm:pt modelId="{498498AA-350F-4093-92C0-D7AA9E2A6D61}" type="pres">
      <dgm:prSet presAssocID="{45E42BB0-64DC-432A-894F-2B22EAD1472C}" presName="descendantText" presStyleLbl="alignAccFollowNode1" presStyleIdx="1" presStyleCnt="4" custScaleY="119625">
        <dgm:presLayoutVars>
          <dgm:bulletEnabled val="1"/>
        </dgm:presLayoutVars>
      </dgm:prSet>
      <dgm:spPr/>
    </dgm:pt>
    <dgm:pt modelId="{536AE7C1-8AC4-432C-B7A7-20CD875C2BFC}" type="pres">
      <dgm:prSet presAssocID="{0C3B6D7A-863B-4492-AEEE-3E2A19F395D8}" presName="sp" presStyleCnt="0"/>
      <dgm:spPr/>
    </dgm:pt>
    <dgm:pt modelId="{01336387-E103-4714-B55A-C1546EFCF31A}" type="pres">
      <dgm:prSet presAssocID="{0CB2383A-5252-44B6-83B2-97EDA3CC9416}" presName="linNode" presStyleCnt="0"/>
      <dgm:spPr/>
    </dgm:pt>
    <dgm:pt modelId="{1445FF9F-F1FA-47AF-91FD-2E86A8840383}" type="pres">
      <dgm:prSet presAssocID="{0CB2383A-5252-44B6-83B2-97EDA3CC9416}" presName="parentText" presStyleLbl="node1" presStyleIdx="2" presStyleCnt="4" custScaleX="81130">
        <dgm:presLayoutVars>
          <dgm:chMax val="1"/>
          <dgm:bulletEnabled val="1"/>
        </dgm:presLayoutVars>
      </dgm:prSet>
      <dgm:spPr/>
    </dgm:pt>
    <dgm:pt modelId="{92E9087E-F066-4146-AD46-12563D2F8571}" type="pres">
      <dgm:prSet presAssocID="{0CB2383A-5252-44B6-83B2-97EDA3CC9416}" presName="descendantText" presStyleLbl="alignAccFollowNode1" presStyleIdx="2" presStyleCnt="4" custLinFactNeighborX="0" custLinFactNeighborY="0">
        <dgm:presLayoutVars>
          <dgm:bulletEnabled val="1"/>
        </dgm:presLayoutVars>
      </dgm:prSet>
      <dgm:spPr/>
    </dgm:pt>
    <dgm:pt modelId="{D7C25ABD-C1EF-493C-AE58-2BBBCB886E31}" type="pres">
      <dgm:prSet presAssocID="{F34D0828-92A1-4F88-9DB5-E8784D9FB970}" presName="sp" presStyleCnt="0"/>
      <dgm:spPr/>
    </dgm:pt>
    <dgm:pt modelId="{A17D2D12-DF79-491C-B9D5-054A4E3B9536}" type="pres">
      <dgm:prSet presAssocID="{E9EE65C2-BDA5-4EB7-A3B0-546BA634AD19}" presName="linNode" presStyleCnt="0"/>
      <dgm:spPr/>
    </dgm:pt>
    <dgm:pt modelId="{8EFA02BE-1A33-4CAA-B514-15314A0F8E5C}" type="pres">
      <dgm:prSet presAssocID="{E9EE65C2-BDA5-4EB7-A3B0-546BA634AD19}" presName="parentText" presStyleLbl="node1" presStyleIdx="3" presStyleCnt="4" custScaleX="83157">
        <dgm:presLayoutVars>
          <dgm:chMax val="1"/>
          <dgm:bulletEnabled val="1"/>
        </dgm:presLayoutVars>
      </dgm:prSet>
      <dgm:spPr/>
    </dgm:pt>
    <dgm:pt modelId="{11D7199B-970E-4FCF-BA5F-B4B5BA8BB029}" type="pres">
      <dgm:prSet presAssocID="{E9EE65C2-BDA5-4EB7-A3B0-546BA634AD19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69F0E401-755F-484A-9966-7D377AE8848A}" srcId="{06F30287-63F9-4318-9D0B-5F9856282FC8}" destId="{5E48709C-7D96-45D4-B7EB-6FCA3D9A7967}" srcOrd="1" destOrd="0" parTransId="{0B132B82-50C8-46AC-BFC5-191228A8DC23}" sibTransId="{89171F4A-25E7-45FA-8053-FE865861E374}"/>
    <dgm:cxn modelId="{ACAD7D18-62CA-4D7D-B160-5BAFAD22BB54}" srcId="{0CB2383A-5252-44B6-83B2-97EDA3CC9416}" destId="{3B788BCD-AE23-49D1-BE48-10C50AE097AF}" srcOrd="0" destOrd="0" parTransId="{C27932D6-BCA2-480C-8D0D-5E82EC53434D}" sibTransId="{19BB6ACD-3640-40D6-8889-5E6E7AD8640F}"/>
    <dgm:cxn modelId="{05E4C219-3E92-4F0C-9830-07C75112D296}" type="presOf" srcId="{3B788BCD-AE23-49D1-BE48-10C50AE097AF}" destId="{92E9087E-F066-4146-AD46-12563D2F8571}" srcOrd="0" destOrd="0" presId="urn:microsoft.com/office/officeart/2005/8/layout/vList5"/>
    <dgm:cxn modelId="{11128938-0CA2-4AE8-ACCB-287E695B2151}" type="presOf" srcId="{3C186329-5436-4D09-9304-BEB3D5583C3F}" destId="{498498AA-350F-4093-92C0-D7AA9E2A6D61}" srcOrd="0" destOrd="3" presId="urn:microsoft.com/office/officeart/2005/8/layout/vList5"/>
    <dgm:cxn modelId="{FAC9B43F-C141-4394-AC36-91A0A56E3C05}" type="presOf" srcId="{577FF926-E5D4-4E49-9B3A-37D32BB22734}" destId="{4FC53D40-8DF1-4882-9F38-527D0F3C86C3}" srcOrd="0" destOrd="2" presId="urn:microsoft.com/office/officeart/2005/8/layout/vList5"/>
    <dgm:cxn modelId="{C9D23D48-67F7-45F2-B8BD-9D67B0481DB2}" type="presOf" srcId="{E2B498E3-929F-4AF6-8B00-F8615C2F7F80}" destId="{498498AA-350F-4093-92C0-D7AA9E2A6D61}" srcOrd="0" destOrd="1" presId="urn:microsoft.com/office/officeart/2005/8/layout/vList5"/>
    <dgm:cxn modelId="{A9C4E049-8DB7-4DD3-BDFF-7E56DE6FBD30}" srcId="{45E42BB0-64DC-432A-894F-2B22EAD1472C}" destId="{39F25AB1-E866-41E5-BB51-1F601F669F49}" srcOrd="0" destOrd="0" parTransId="{84BD6CB7-0690-4AF2-87AA-D7B97451A7B7}" sibTransId="{0CEDE033-9438-4ADA-9B74-CCF7173460AC}"/>
    <dgm:cxn modelId="{B8BD6F4E-A116-41C5-AA24-490CE89D6C5D}" srcId="{FED3D798-4FC3-4DCA-9F2B-73E674208C1C}" destId="{45E42BB0-64DC-432A-894F-2B22EAD1472C}" srcOrd="1" destOrd="0" parTransId="{BA1E5E7B-8C40-40C6-98E2-D7E4F2B0CAB1}" sibTransId="{0C3B6D7A-863B-4492-AEEE-3E2A19F395D8}"/>
    <dgm:cxn modelId="{F3E00056-A84B-46F3-B7CD-3663332AC247}" type="presOf" srcId="{45E42BB0-64DC-432A-894F-2B22EAD1472C}" destId="{CC2E05A8-BFAC-402A-98B2-5E5272855093}" srcOrd="0" destOrd="0" presId="urn:microsoft.com/office/officeart/2005/8/layout/vList5"/>
    <dgm:cxn modelId="{51F8AB57-E936-423B-AB6A-E4A5934DD2DB}" type="presOf" srcId="{5E48709C-7D96-45D4-B7EB-6FCA3D9A7967}" destId="{4FC53D40-8DF1-4882-9F38-527D0F3C86C3}" srcOrd="0" destOrd="1" presId="urn:microsoft.com/office/officeart/2005/8/layout/vList5"/>
    <dgm:cxn modelId="{A1E18D5A-931E-4A7B-8F5A-F07EDAD8B5B5}" type="presOf" srcId="{A34C569C-2413-4DAE-8145-F075B299BB3C}" destId="{4FC53D40-8DF1-4882-9F38-527D0F3C86C3}" srcOrd="0" destOrd="0" presId="urn:microsoft.com/office/officeart/2005/8/layout/vList5"/>
    <dgm:cxn modelId="{79BFDA7A-9B42-415E-9F08-B91FB4A28DEC}" srcId="{45E42BB0-64DC-432A-894F-2B22EAD1472C}" destId="{E2B498E3-929F-4AF6-8B00-F8615C2F7F80}" srcOrd="1" destOrd="0" parTransId="{3DE7D0DF-8D91-4455-B39D-BA7D1FE8FEC4}" sibTransId="{58D47802-D6FF-430E-9DCA-B237EFDD7AE9}"/>
    <dgm:cxn modelId="{9245807E-A1FC-4303-AA85-6059CCB2AB2A}" type="presOf" srcId="{06F30287-63F9-4318-9D0B-5F9856282FC8}" destId="{C0FC3718-4E72-4F54-9F40-D382E8B72F9B}" srcOrd="0" destOrd="0" presId="urn:microsoft.com/office/officeart/2005/8/layout/vList5"/>
    <dgm:cxn modelId="{FA662790-5921-4C4C-ADF0-51F8473F076F}" srcId="{FED3D798-4FC3-4DCA-9F2B-73E674208C1C}" destId="{06F30287-63F9-4318-9D0B-5F9856282FC8}" srcOrd="0" destOrd="0" parTransId="{9E4465FC-CB44-4E85-B0A1-57007922D16F}" sibTransId="{4B55A861-622E-4507-BA4E-FB47EE22273E}"/>
    <dgm:cxn modelId="{DAA05E96-A907-48AA-B537-DEB0D4620A09}" type="presOf" srcId="{39F25AB1-E866-41E5-BB51-1F601F669F49}" destId="{498498AA-350F-4093-92C0-D7AA9E2A6D61}" srcOrd="0" destOrd="0" presId="urn:microsoft.com/office/officeart/2005/8/layout/vList5"/>
    <dgm:cxn modelId="{F44D83A0-8172-484A-8739-E4EEF82F9078}" type="presOf" srcId="{D80F347C-B8F1-4127-AD6B-A6ACC4A4E293}" destId="{498498AA-350F-4093-92C0-D7AA9E2A6D61}" srcOrd="0" destOrd="2" presId="urn:microsoft.com/office/officeart/2005/8/layout/vList5"/>
    <dgm:cxn modelId="{B2057EB7-7A79-4B43-8AEA-3240FB675C1A}" srcId="{FED3D798-4FC3-4DCA-9F2B-73E674208C1C}" destId="{E9EE65C2-BDA5-4EB7-A3B0-546BA634AD19}" srcOrd="3" destOrd="0" parTransId="{F69127B2-E5C6-485F-8CCD-BCAB7CABC707}" sibTransId="{3CEF6177-AE65-403F-A5E0-C4539DB13CA6}"/>
    <dgm:cxn modelId="{B6D55DBC-515A-40D5-8DCB-39E4E13F3199}" type="presOf" srcId="{970B9DC6-4D47-415C-9EB2-AB798B12D410}" destId="{498498AA-350F-4093-92C0-D7AA9E2A6D61}" srcOrd="0" destOrd="4" presId="urn:microsoft.com/office/officeart/2005/8/layout/vList5"/>
    <dgm:cxn modelId="{7B6251BF-BA37-45A3-8743-AB499996930A}" type="presOf" srcId="{E9EE65C2-BDA5-4EB7-A3B0-546BA634AD19}" destId="{8EFA02BE-1A33-4CAA-B514-15314A0F8E5C}" srcOrd="0" destOrd="0" presId="urn:microsoft.com/office/officeart/2005/8/layout/vList5"/>
    <dgm:cxn modelId="{F2B6E0CB-11D4-4C40-98CC-F860D5241116}" srcId="{45E42BB0-64DC-432A-894F-2B22EAD1472C}" destId="{970B9DC6-4D47-415C-9EB2-AB798B12D410}" srcOrd="4" destOrd="0" parTransId="{9D2A3D3F-9E57-4D68-8AFE-23A087544835}" sibTransId="{D5744195-5C01-4DC4-A6D6-95A88DFCB694}"/>
    <dgm:cxn modelId="{8F6532CD-86C7-475E-8A4A-E0BC32928C71}" srcId="{FED3D798-4FC3-4DCA-9F2B-73E674208C1C}" destId="{0CB2383A-5252-44B6-83B2-97EDA3CC9416}" srcOrd="2" destOrd="0" parTransId="{94F95FCF-4D30-4804-B91B-B129FA582E91}" sibTransId="{F34D0828-92A1-4F88-9DB5-E8784D9FB970}"/>
    <dgm:cxn modelId="{1B4B67D1-362B-4968-BAEF-FF3C492AB775}" srcId="{06F30287-63F9-4318-9D0B-5F9856282FC8}" destId="{A34C569C-2413-4DAE-8145-F075B299BB3C}" srcOrd="0" destOrd="0" parTransId="{CC020152-65DC-4497-A00C-C1C44FAA3BE4}" sibTransId="{F90DDFB2-1BA3-483A-BA5A-B5B46D767AC5}"/>
    <dgm:cxn modelId="{BF5EE1DE-4A3A-4DED-B4F6-D9484A73956E}" srcId="{45E42BB0-64DC-432A-894F-2B22EAD1472C}" destId="{D80F347C-B8F1-4127-AD6B-A6ACC4A4E293}" srcOrd="2" destOrd="0" parTransId="{26E40E6E-4931-4708-B36F-077D57B74626}" sibTransId="{33FEA114-D69E-4032-8D72-E97C0F8DC9E4}"/>
    <dgm:cxn modelId="{45AB06E5-8AAF-4A8F-ADBC-F2D5490E0998}" srcId="{45E42BB0-64DC-432A-894F-2B22EAD1472C}" destId="{3C186329-5436-4D09-9304-BEB3D5583C3F}" srcOrd="3" destOrd="0" parTransId="{E909B4B6-CB26-4C17-8587-7B2C68DC23F2}" sibTransId="{1A886926-3A8D-45AF-8E04-B40284FEBB0F}"/>
    <dgm:cxn modelId="{79B9FDE7-F089-42F3-A1CF-BE26024000FD}" type="presOf" srcId="{FED3D798-4FC3-4DCA-9F2B-73E674208C1C}" destId="{63F0CAA1-0EE4-45A4-B023-1AE925B6A786}" srcOrd="0" destOrd="0" presId="urn:microsoft.com/office/officeart/2005/8/layout/vList5"/>
    <dgm:cxn modelId="{D6A183E9-5FBD-4DEE-B401-3C6B6D087738}" type="presOf" srcId="{A3375C45-C9B4-474C-B842-175534AFFBAC}" destId="{11D7199B-970E-4FCF-BA5F-B4B5BA8BB029}" srcOrd="0" destOrd="0" presId="urn:microsoft.com/office/officeart/2005/8/layout/vList5"/>
    <dgm:cxn modelId="{5DFD18EA-8215-4CF4-B04E-FE5602616086}" type="presOf" srcId="{0CB2383A-5252-44B6-83B2-97EDA3CC9416}" destId="{1445FF9F-F1FA-47AF-91FD-2E86A8840383}" srcOrd="0" destOrd="0" presId="urn:microsoft.com/office/officeart/2005/8/layout/vList5"/>
    <dgm:cxn modelId="{A891A0EF-2466-4943-947A-22704929972D}" srcId="{E9EE65C2-BDA5-4EB7-A3B0-546BA634AD19}" destId="{A3375C45-C9B4-474C-B842-175534AFFBAC}" srcOrd="0" destOrd="0" parTransId="{EED4166E-BBBE-4546-A647-A727EC2D74B9}" sibTransId="{A3604567-5416-4A39-8B69-62A3F3A25C89}"/>
    <dgm:cxn modelId="{9E3B63F0-8B0A-4837-9098-953F6646D89E}" srcId="{06F30287-63F9-4318-9D0B-5F9856282FC8}" destId="{577FF926-E5D4-4E49-9B3A-37D32BB22734}" srcOrd="2" destOrd="0" parTransId="{08E21E4C-1E88-4373-91A7-0A7B232F6D3F}" sibTransId="{11BC90A8-7A58-43B9-A980-1D74A8C89683}"/>
    <dgm:cxn modelId="{8E713BE3-091F-4B2C-9FDB-B247AA639642}" type="presParOf" srcId="{63F0CAA1-0EE4-45A4-B023-1AE925B6A786}" destId="{9A3DD536-2821-4DDB-921C-541EA003AF0E}" srcOrd="0" destOrd="0" presId="urn:microsoft.com/office/officeart/2005/8/layout/vList5"/>
    <dgm:cxn modelId="{F5C29AA5-DB2E-4EAF-849E-F174969624D5}" type="presParOf" srcId="{9A3DD536-2821-4DDB-921C-541EA003AF0E}" destId="{C0FC3718-4E72-4F54-9F40-D382E8B72F9B}" srcOrd="0" destOrd="0" presId="urn:microsoft.com/office/officeart/2005/8/layout/vList5"/>
    <dgm:cxn modelId="{8475E06B-B404-42A5-B9DE-1633CC6FDC54}" type="presParOf" srcId="{9A3DD536-2821-4DDB-921C-541EA003AF0E}" destId="{4FC53D40-8DF1-4882-9F38-527D0F3C86C3}" srcOrd="1" destOrd="0" presId="urn:microsoft.com/office/officeart/2005/8/layout/vList5"/>
    <dgm:cxn modelId="{796AEE65-D77C-4F4A-BBED-F14BCEEA1FC5}" type="presParOf" srcId="{63F0CAA1-0EE4-45A4-B023-1AE925B6A786}" destId="{098064E9-6A48-49AF-9F7E-01CB775F75E0}" srcOrd="1" destOrd="0" presId="urn:microsoft.com/office/officeart/2005/8/layout/vList5"/>
    <dgm:cxn modelId="{DC63C791-FD68-4C82-9CF7-BE23F15529DE}" type="presParOf" srcId="{63F0CAA1-0EE4-45A4-B023-1AE925B6A786}" destId="{039CC454-C00E-4A02-BA02-B0A50052F6DA}" srcOrd="2" destOrd="0" presId="urn:microsoft.com/office/officeart/2005/8/layout/vList5"/>
    <dgm:cxn modelId="{79D391B0-CF98-4F10-A617-21222E102989}" type="presParOf" srcId="{039CC454-C00E-4A02-BA02-B0A50052F6DA}" destId="{CC2E05A8-BFAC-402A-98B2-5E5272855093}" srcOrd="0" destOrd="0" presId="urn:microsoft.com/office/officeart/2005/8/layout/vList5"/>
    <dgm:cxn modelId="{796AEA09-E2D9-42EE-82B5-4E9A0F384ADB}" type="presParOf" srcId="{039CC454-C00E-4A02-BA02-B0A50052F6DA}" destId="{498498AA-350F-4093-92C0-D7AA9E2A6D61}" srcOrd="1" destOrd="0" presId="urn:microsoft.com/office/officeart/2005/8/layout/vList5"/>
    <dgm:cxn modelId="{88B5E731-7B51-4D08-9919-712F05C88B22}" type="presParOf" srcId="{63F0CAA1-0EE4-45A4-B023-1AE925B6A786}" destId="{536AE7C1-8AC4-432C-B7A7-20CD875C2BFC}" srcOrd="3" destOrd="0" presId="urn:microsoft.com/office/officeart/2005/8/layout/vList5"/>
    <dgm:cxn modelId="{ED5363AC-2E6D-4EC5-BE01-481119F2A26F}" type="presParOf" srcId="{63F0CAA1-0EE4-45A4-B023-1AE925B6A786}" destId="{01336387-E103-4714-B55A-C1546EFCF31A}" srcOrd="4" destOrd="0" presId="urn:microsoft.com/office/officeart/2005/8/layout/vList5"/>
    <dgm:cxn modelId="{B71279EE-916D-40CE-B334-4AE83124FB2F}" type="presParOf" srcId="{01336387-E103-4714-B55A-C1546EFCF31A}" destId="{1445FF9F-F1FA-47AF-91FD-2E86A8840383}" srcOrd="0" destOrd="0" presId="urn:microsoft.com/office/officeart/2005/8/layout/vList5"/>
    <dgm:cxn modelId="{54B9B731-E987-4A14-B6FF-14CCE9DC7BEA}" type="presParOf" srcId="{01336387-E103-4714-B55A-C1546EFCF31A}" destId="{92E9087E-F066-4146-AD46-12563D2F8571}" srcOrd="1" destOrd="0" presId="urn:microsoft.com/office/officeart/2005/8/layout/vList5"/>
    <dgm:cxn modelId="{8FFCFCF8-3C7B-4D93-B222-F59042275560}" type="presParOf" srcId="{63F0CAA1-0EE4-45A4-B023-1AE925B6A786}" destId="{D7C25ABD-C1EF-493C-AE58-2BBBCB886E31}" srcOrd="5" destOrd="0" presId="urn:microsoft.com/office/officeart/2005/8/layout/vList5"/>
    <dgm:cxn modelId="{34358C31-3081-45C9-BAD7-E82407F3D1F6}" type="presParOf" srcId="{63F0CAA1-0EE4-45A4-B023-1AE925B6A786}" destId="{A17D2D12-DF79-491C-B9D5-054A4E3B9536}" srcOrd="6" destOrd="0" presId="urn:microsoft.com/office/officeart/2005/8/layout/vList5"/>
    <dgm:cxn modelId="{8A6EAFB2-1FF3-4556-8562-76146628C2E4}" type="presParOf" srcId="{A17D2D12-DF79-491C-B9D5-054A4E3B9536}" destId="{8EFA02BE-1A33-4CAA-B514-15314A0F8E5C}" srcOrd="0" destOrd="0" presId="urn:microsoft.com/office/officeart/2005/8/layout/vList5"/>
    <dgm:cxn modelId="{F190F889-A5AC-44E5-9ABE-0774ADFCEE55}" type="presParOf" srcId="{A17D2D12-DF79-491C-B9D5-054A4E3B9536}" destId="{11D7199B-970E-4FCF-BA5F-B4B5BA8BB02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7562F31E-FDB5-4947-BDBD-5AE454588074}" type="doc">
      <dgm:prSet loTypeId="urn:microsoft.com/office/officeart/2005/8/layout/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fr-FR"/>
        </a:p>
      </dgm:t>
    </dgm:pt>
    <dgm:pt modelId="{E0F8AD8B-3FCC-4681-878C-DBA4FB25CBF0}">
      <dgm:prSet phldrT="[Texte]"/>
      <dgm:spPr/>
      <dgm:t>
        <a:bodyPr/>
        <a:lstStyle/>
        <a:p>
          <a:r>
            <a:rPr lang="fr-FR" dirty="0"/>
            <a:t>Archivage du projet</a:t>
          </a:r>
        </a:p>
      </dgm:t>
    </dgm:pt>
    <dgm:pt modelId="{BAB9B5AA-5ECC-4D70-AD83-64A5C044DF08}" type="parTrans" cxnId="{3C0B69C0-9E75-4716-B798-A249770B2EFD}">
      <dgm:prSet/>
      <dgm:spPr/>
      <dgm:t>
        <a:bodyPr/>
        <a:lstStyle/>
        <a:p>
          <a:endParaRPr lang="fr-FR"/>
        </a:p>
      </dgm:t>
    </dgm:pt>
    <dgm:pt modelId="{5BAEAF24-E049-49F9-96A3-FC3AC14E2125}" type="sibTrans" cxnId="{3C0B69C0-9E75-4716-B798-A249770B2EFD}">
      <dgm:prSet/>
      <dgm:spPr/>
      <dgm:t>
        <a:bodyPr/>
        <a:lstStyle/>
        <a:p>
          <a:endParaRPr lang="fr-FR"/>
        </a:p>
      </dgm:t>
    </dgm:pt>
    <dgm:pt modelId="{81F38ACA-4A11-4893-B96B-E318350ED0F3}">
      <dgm:prSet phldrT="[Texte]"/>
      <dgm:spPr/>
      <dgm:t>
        <a:bodyPr/>
        <a:lstStyle/>
        <a:p>
          <a:r>
            <a:rPr lang="fr-FR" dirty="0"/>
            <a:t>Clôture du projet</a:t>
          </a:r>
        </a:p>
      </dgm:t>
    </dgm:pt>
    <dgm:pt modelId="{34DDFA4D-FA70-4A4E-8886-B60FD5350551}" type="parTrans" cxnId="{8E9B0F3D-9587-4EC4-96F9-9EC06019D532}">
      <dgm:prSet/>
      <dgm:spPr/>
      <dgm:t>
        <a:bodyPr/>
        <a:lstStyle/>
        <a:p>
          <a:endParaRPr lang="fr-FR"/>
        </a:p>
      </dgm:t>
    </dgm:pt>
    <dgm:pt modelId="{816D1D5A-8B76-4D95-A432-594D23160362}" type="sibTrans" cxnId="{8E9B0F3D-9587-4EC4-96F9-9EC06019D532}">
      <dgm:prSet/>
      <dgm:spPr/>
      <dgm:t>
        <a:bodyPr/>
        <a:lstStyle/>
        <a:p>
          <a:endParaRPr lang="fr-FR"/>
        </a:p>
      </dgm:t>
    </dgm:pt>
    <dgm:pt modelId="{30D7850C-C8F0-4359-BC9E-F70938220651}">
      <dgm:prSet phldrT="[Texte]"/>
      <dgm:spPr/>
      <dgm:t>
        <a:bodyPr/>
        <a:lstStyle/>
        <a:p>
          <a:r>
            <a:rPr lang="fr-FR" dirty="0"/>
            <a:t>Capitalisation</a:t>
          </a:r>
        </a:p>
      </dgm:t>
    </dgm:pt>
    <dgm:pt modelId="{9B7432E8-FD25-4B6D-9339-ABA4C97E68DD}" type="parTrans" cxnId="{CC2EFDEC-2924-47AB-A1C1-A5E74F39CE2E}">
      <dgm:prSet/>
      <dgm:spPr/>
      <dgm:t>
        <a:bodyPr/>
        <a:lstStyle/>
        <a:p>
          <a:endParaRPr lang="fr-FR"/>
        </a:p>
      </dgm:t>
    </dgm:pt>
    <dgm:pt modelId="{5016377A-3A40-480A-82EB-9A8A05004E28}" type="sibTrans" cxnId="{CC2EFDEC-2924-47AB-A1C1-A5E74F39CE2E}">
      <dgm:prSet/>
      <dgm:spPr/>
      <dgm:t>
        <a:bodyPr/>
        <a:lstStyle/>
        <a:p>
          <a:endParaRPr lang="fr-FR"/>
        </a:p>
      </dgm:t>
    </dgm:pt>
    <dgm:pt modelId="{6F764181-5D4F-4695-A352-91557F93500B}">
      <dgm:prSet phldrT="[Texte]"/>
      <dgm:spPr/>
      <dgm:t>
        <a:bodyPr/>
        <a:lstStyle/>
        <a:p>
          <a:r>
            <a:rPr lang="fr-FR" dirty="0"/>
            <a:t>Regrouper les informations sur le projet pour gagner du temps lors de projets semblables</a:t>
          </a:r>
        </a:p>
      </dgm:t>
    </dgm:pt>
    <dgm:pt modelId="{4504CE73-B954-4ED1-862A-785667FEC9AB}" type="parTrans" cxnId="{6F8F2343-DC75-4D3E-966C-1F755C07C8E3}">
      <dgm:prSet/>
      <dgm:spPr/>
      <dgm:t>
        <a:bodyPr/>
        <a:lstStyle/>
        <a:p>
          <a:endParaRPr lang="fr-FR"/>
        </a:p>
      </dgm:t>
    </dgm:pt>
    <dgm:pt modelId="{04A14890-FC2E-45D7-9077-A015FD960BB4}" type="sibTrans" cxnId="{6F8F2343-DC75-4D3E-966C-1F755C07C8E3}">
      <dgm:prSet/>
      <dgm:spPr/>
      <dgm:t>
        <a:bodyPr/>
        <a:lstStyle/>
        <a:p>
          <a:endParaRPr lang="fr-FR"/>
        </a:p>
      </dgm:t>
    </dgm:pt>
    <dgm:pt modelId="{2C0BA781-B266-4B0A-B66A-AE8BDA1C0AF7}">
      <dgm:prSet phldrT="[Texte]"/>
      <dgm:spPr/>
      <dgm:t>
        <a:bodyPr/>
        <a:lstStyle/>
        <a:p>
          <a:r>
            <a:rPr lang="fr-FR" dirty="0"/>
            <a:t>Opérations ayant pour but de mettre un point final aux relations contractuelles avec les parties prenantes</a:t>
          </a:r>
        </a:p>
      </dgm:t>
    </dgm:pt>
    <dgm:pt modelId="{DD9DD4E2-5AFF-4592-8BC2-8060E8D675ED}" type="parTrans" cxnId="{00032B39-4275-4648-9A58-C6480B1BFE9F}">
      <dgm:prSet/>
      <dgm:spPr/>
      <dgm:t>
        <a:bodyPr/>
        <a:lstStyle/>
        <a:p>
          <a:endParaRPr lang="fr-FR"/>
        </a:p>
      </dgm:t>
    </dgm:pt>
    <dgm:pt modelId="{0E04416B-9966-4975-916B-79511233966B}" type="sibTrans" cxnId="{00032B39-4275-4648-9A58-C6480B1BFE9F}">
      <dgm:prSet/>
      <dgm:spPr/>
      <dgm:t>
        <a:bodyPr/>
        <a:lstStyle/>
        <a:p>
          <a:endParaRPr lang="fr-FR"/>
        </a:p>
      </dgm:t>
    </dgm:pt>
    <dgm:pt modelId="{2A030D15-1255-4CF6-99BE-19A319045B3E}">
      <dgm:prSet phldrT="[Texte]"/>
      <dgm:spPr/>
      <dgm:t>
        <a:bodyPr/>
        <a:lstStyle/>
        <a:p>
          <a:r>
            <a:rPr lang="fr-FR" dirty="0"/>
            <a:t>Rapport de fin de projet (retour d’expérience, difficultés, risques …)</a:t>
          </a:r>
        </a:p>
      </dgm:t>
    </dgm:pt>
    <dgm:pt modelId="{AD5CE3FA-9093-49CA-A6C6-3D90E6C63155}" type="parTrans" cxnId="{84D764C7-BD43-4B4F-9BF1-C5AD885018B4}">
      <dgm:prSet/>
      <dgm:spPr/>
      <dgm:t>
        <a:bodyPr/>
        <a:lstStyle/>
        <a:p>
          <a:endParaRPr lang="fr-FR"/>
        </a:p>
      </dgm:t>
    </dgm:pt>
    <dgm:pt modelId="{79B3B23E-5B82-4F52-9A17-5C7705E53566}" type="sibTrans" cxnId="{84D764C7-BD43-4B4F-9BF1-C5AD885018B4}">
      <dgm:prSet/>
      <dgm:spPr/>
      <dgm:t>
        <a:bodyPr/>
        <a:lstStyle/>
        <a:p>
          <a:endParaRPr lang="fr-FR"/>
        </a:p>
      </dgm:t>
    </dgm:pt>
    <dgm:pt modelId="{35F18281-E765-45B5-8021-A2F0A9F251D6}" type="pres">
      <dgm:prSet presAssocID="{7562F31E-FDB5-4947-BDBD-5AE454588074}" presName="linear" presStyleCnt="0">
        <dgm:presLayoutVars>
          <dgm:dir/>
          <dgm:animLvl val="lvl"/>
          <dgm:resizeHandles val="exact"/>
        </dgm:presLayoutVars>
      </dgm:prSet>
      <dgm:spPr/>
    </dgm:pt>
    <dgm:pt modelId="{EBDA49DD-9231-4CEE-B8D2-20D3ED905BE6}" type="pres">
      <dgm:prSet presAssocID="{E0F8AD8B-3FCC-4681-878C-DBA4FB25CBF0}" presName="parentLin" presStyleCnt="0"/>
      <dgm:spPr/>
    </dgm:pt>
    <dgm:pt modelId="{563B685C-8EE9-472F-98AE-11355CBEDF5B}" type="pres">
      <dgm:prSet presAssocID="{E0F8AD8B-3FCC-4681-878C-DBA4FB25CBF0}" presName="parentLeftMargin" presStyleLbl="node1" presStyleIdx="0" presStyleCnt="3"/>
      <dgm:spPr/>
    </dgm:pt>
    <dgm:pt modelId="{6C6E944E-E4CC-40AB-893A-D7A8F6F65FD4}" type="pres">
      <dgm:prSet presAssocID="{E0F8AD8B-3FCC-4681-878C-DBA4FB25CBF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B86B93A-B478-4CF9-86AC-944C30A7397C}" type="pres">
      <dgm:prSet presAssocID="{E0F8AD8B-3FCC-4681-878C-DBA4FB25CBF0}" presName="negativeSpace" presStyleCnt="0"/>
      <dgm:spPr/>
    </dgm:pt>
    <dgm:pt modelId="{1CE7DD42-76CB-4D75-828A-4C3DD04854E3}" type="pres">
      <dgm:prSet presAssocID="{E0F8AD8B-3FCC-4681-878C-DBA4FB25CBF0}" presName="childText" presStyleLbl="conFgAcc1" presStyleIdx="0" presStyleCnt="3">
        <dgm:presLayoutVars>
          <dgm:bulletEnabled val="1"/>
        </dgm:presLayoutVars>
      </dgm:prSet>
      <dgm:spPr/>
    </dgm:pt>
    <dgm:pt modelId="{0BC73DEF-ADD6-4083-8318-81EF61C929E5}" type="pres">
      <dgm:prSet presAssocID="{5BAEAF24-E049-49F9-96A3-FC3AC14E2125}" presName="spaceBetweenRectangles" presStyleCnt="0"/>
      <dgm:spPr/>
    </dgm:pt>
    <dgm:pt modelId="{3105E84E-7E16-4E6F-908C-99365A54BAF4}" type="pres">
      <dgm:prSet presAssocID="{81F38ACA-4A11-4893-B96B-E318350ED0F3}" presName="parentLin" presStyleCnt="0"/>
      <dgm:spPr/>
    </dgm:pt>
    <dgm:pt modelId="{C5BDCFEE-60EA-45A1-AD2D-89CF721EEF1C}" type="pres">
      <dgm:prSet presAssocID="{81F38ACA-4A11-4893-B96B-E318350ED0F3}" presName="parentLeftMargin" presStyleLbl="node1" presStyleIdx="0" presStyleCnt="3"/>
      <dgm:spPr/>
    </dgm:pt>
    <dgm:pt modelId="{373C7ADF-6EDC-4F51-B0F2-C292332B7FBB}" type="pres">
      <dgm:prSet presAssocID="{81F38ACA-4A11-4893-B96B-E318350ED0F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51BA960-29C2-42FC-95AE-2B263D0A2283}" type="pres">
      <dgm:prSet presAssocID="{81F38ACA-4A11-4893-B96B-E318350ED0F3}" presName="negativeSpace" presStyleCnt="0"/>
      <dgm:spPr/>
    </dgm:pt>
    <dgm:pt modelId="{192C9757-EFD6-4C6F-9441-270195E4459B}" type="pres">
      <dgm:prSet presAssocID="{81F38ACA-4A11-4893-B96B-E318350ED0F3}" presName="childText" presStyleLbl="conFgAcc1" presStyleIdx="1" presStyleCnt="3">
        <dgm:presLayoutVars>
          <dgm:bulletEnabled val="1"/>
        </dgm:presLayoutVars>
      </dgm:prSet>
      <dgm:spPr/>
    </dgm:pt>
    <dgm:pt modelId="{BD710BD2-4EBA-4418-A05E-9B619A5478AB}" type="pres">
      <dgm:prSet presAssocID="{816D1D5A-8B76-4D95-A432-594D23160362}" presName="spaceBetweenRectangles" presStyleCnt="0"/>
      <dgm:spPr/>
    </dgm:pt>
    <dgm:pt modelId="{D2540064-8EF3-4040-ABB2-7C3583212C52}" type="pres">
      <dgm:prSet presAssocID="{30D7850C-C8F0-4359-BC9E-F70938220651}" presName="parentLin" presStyleCnt="0"/>
      <dgm:spPr/>
    </dgm:pt>
    <dgm:pt modelId="{A79BA68E-CA02-4C8E-B8A2-282EF4574E9C}" type="pres">
      <dgm:prSet presAssocID="{30D7850C-C8F0-4359-BC9E-F70938220651}" presName="parentLeftMargin" presStyleLbl="node1" presStyleIdx="1" presStyleCnt="3"/>
      <dgm:spPr/>
    </dgm:pt>
    <dgm:pt modelId="{4B885B05-7E12-4C76-86E4-1602D8374D5A}" type="pres">
      <dgm:prSet presAssocID="{30D7850C-C8F0-4359-BC9E-F7093822065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93213C5-B4DE-41C9-BC23-14BD2C4BC688}" type="pres">
      <dgm:prSet presAssocID="{30D7850C-C8F0-4359-BC9E-F70938220651}" presName="negativeSpace" presStyleCnt="0"/>
      <dgm:spPr/>
    </dgm:pt>
    <dgm:pt modelId="{B3481F14-F307-44F9-9F01-850295EF63B9}" type="pres">
      <dgm:prSet presAssocID="{30D7850C-C8F0-4359-BC9E-F7093822065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3EAB807-D826-49BE-8108-6576685DC960}" type="presOf" srcId="{2C0BA781-B266-4B0A-B66A-AE8BDA1C0AF7}" destId="{192C9757-EFD6-4C6F-9441-270195E4459B}" srcOrd="0" destOrd="0" presId="urn:microsoft.com/office/officeart/2005/8/layout/list1"/>
    <dgm:cxn modelId="{56FFBC15-F646-40C8-A434-8F74AD4C5CD7}" type="presOf" srcId="{81F38ACA-4A11-4893-B96B-E318350ED0F3}" destId="{373C7ADF-6EDC-4F51-B0F2-C292332B7FBB}" srcOrd="1" destOrd="0" presId="urn:microsoft.com/office/officeart/2005/8/layout/list1"/>
    <dgm:cxn modelId="{E11D8F35-B7AA-419F-9634-ABB49516C329}" type="presOf" srcId="{7562F31E-FDB5-4947-BDBD-5AE454588074}" destId="{35F18281-E765-45B5-8021-A2F0A9F251D6}" srcOrd="0" destOrd="0" presId="urn:microsoft.com/office/officeart/2005/8/layout/list1"/>
    <dgm:cxn modelId="{00032B39-4275-4648-9A58-C6480B1BFE9F}" srcId="{81F38ACA-4A11-4893-B96B-E318350ED0F3}" destId="{2C0BA781-B266-4B0A-B66A-AE8BDA1C0AF7}" srcOrd="0" destOrd="0" parTransId="{DD9DD4E2-5AFF-4592-8BC2-8060E8D675ED}" sibTransId="{0E04416B-9966-4975-916B-79511233966B}"/>
    <dgm:cxn modelId="{8E9B0F3D-9587-4EC4-96F9-9EC06019D532}" srcId="{7562F31E-FDB5-4947-BDBD-5AE454588074}" destId="{81F38ACA-4A11-4893-B96B-E318350ED0F3}" srcOrd="1" destOrd="0" parTransId="{34DDFA4D-FA70-4A4E-8886-B60FD5350551}" sibTransId="{816D1D5A-8B76-4D95-A432-594D23160362}"/>
    <dgm:cxn modelId="{6F8F2343-DC75-4D3E-966C-1F755C07C8E3}" srcId="{E0F8AD8B-3FCC-4681-878C-DBA4FB25CBF0}" destId="{6F764181-5D4F-4695-A352-91557F93500B}" srcOrd="0" destOrd="0" parTransId="{4504CE73-B954-4ED1-862A-785667FEC9AB}" sibTransId="{04A14890-FC2E-45D7-9077-A015FD960BB4}"/>
    <dgm:cxn modelId="{3FDE8484-F37F-425A-9B6C-5FB7487D3563}" type="presOf" srcId="{81F38ACA-4A11-4893-B96B-E318350ED0F3}" destId="{C5BDCFEE-60EA-45A1-AD2D-89CF721EEF1C}" srcOrd="0" destOrd="0" presId="urn:microsoft.com/office/officeart/2005/8/layout/list1"/>
    <dgm:cxn modelId="{4127308C-588A-48A2-B276-E935AE12297D}" type="presOf" srcId="{6F764181-5D4F-4695-A352-91557F93500B}" destId="{1CE7DD42-76CB-4D75-828A-4C3DD04854E3}" srcOrd="0" destOrd="0" presId="urn:microsoft.com/office/officeart/2005/8/layout/list1"/>
    <dgm:cxn modelId="{3C0B69C0-9E75-4716-B798-A249770B2EFD}" srcId="{7562F31E-FDB5-4947-BDBD-5AE454588074}" destId="{E0F8AD8B-3FCC-4681-878C-DBA4FB25CBF0}" srcOrd="0" destOrd="0" parTransId="{BAB9B5AA-5ECC-4D70-AD83-64A5C044DF08}" sibTransId="{5BAEAF24-E049-49F9-96A3-FC3AC14E2125}"/>
    <dgm:cxn modelId="{84D764C7-BD43-4B4F-9BF1-C5AD885018B4}" srcId="{30D7850C-C8F0-4359-BC9E-F70938220651}" destId="{2A030D15-1255-4CF6-99BE-19A319045B3E}" srcOrd="0" destOrd="0" parTransId="{AD5CE3FA-9093-49CA-A6C6-3D90E6C63155}" sibTransId="{79B3B23E-5B82-4F52-9A17-5C7705E53566}"/>
    <dgm:cxn modelId="{15BC50CD-A880-4F76-93D3-A7863076D84C}" type="presOf" srcId="{30D7850C-C8F0-4359-BC9E-F70938220651}" destId="{A79BA68E-CA02-4C8E-B8A2-282EF4574E9C}" srcOrd="0" destOrd="0" presId="urn:microsoft.com/office/officeart/2005/8/layout/list1"/>
    <dgm:cxn modelId="{DB7D7FD0-A5E3-4F4D-902A-EF80CA74A14C}" type="presOf" srcId="{30D7850C-C8F0-4359-BC9E-F70938220651}" destId="{4B885B05-7E12-4C76-86E4-1602D8374D5A}" srcOrd="1" destOrd="0" presId="urn:microsoft.com/office/officeart/2005/8/layout/list1"/>
    <dgm:cxn modelId="{20A3D5D3-B961-4E8D-8E06-AB83B38E5BAD}" type="presOf" srcId="{2A030D15-1255-4CF6-99BE-19A319045B3E}" destId="{B3481F14-F307-44F9-9F01-850295EF63B9}" srcOrd="0" destOrd="0" presId="urn:microsoft.com/office/officeart/2005/8/layout/list1"/>
    <dgm:cxn modelId="{CC2EFDEC-2924-47AB-A1C1-A5E74F39CE2E}" srcId="{7562F31E-FDB5-4947-BDBD-5AE454588074}" destId="{30D7850C-C8F0-4359-BC9E-F70938220651}" srcOrd="2" destOrd="0" parTransId="{9B7432E8-FD25-4B6D-9339-ABA4C97E68DD}" sibTransId="{5016377A-3A40-480A-82EB-9A8A05004E28}"/>
    <dgm:cxn modelId="{B68231F1-34E2-4BF0-9CCC-DECF24211488}" type="presOf" srcId="{E0F8AD8B-3FCC-4681-878C-DBA4FB25CBF0}" destId="{563B685C-8EE9-472F-98AE-11355CBEDF5B}" srcOrd="0" destOrd="0" presId="urn:microsoft.com/office/officeart/2005/8/layout/list1"/>
    <dgm:cxn modelId="{86A9E7F9-09EE-432B-B14C-6F04DF43448F}" type="presOf" srcId="{E0F8AD8B-3FCC-4681-878C-DBA4FB25CBF0}" destId="{6C6E944E-E4CC-40AB-893A-D7A8F6F65FD4}" srcOrd="1" destOrd="0" presId="urn:microsoft.com/office/officeart/2005/8/layout/list1"/>
    <dgm:cxn modelId="{B213706E-91BD-4D6B-B718-6E84F15D9915}" type="presParOf" srcId="{35F18281-E765-45B5-8021-A2F0A9F251D6}" destId="{EBDA49DD-9231-4CEE-B8D2-20D3ED905BE6}" srcOrd="0" destOrd="0" presId="urn:microsoft.com/office/officeart/2005/8/layout/list1"/>
    <dgm:cxn modelId="{115521ED-B9ED-4F95-9ED0-C6F4A60D744F}" type="presParOf" srcId="{EBDA49DD-9231-4CEE-B8D2-20D3ED905BE6}" destId="{563B685C-8EE9-472F-98AE-11355CBEDF5B}" srcOrd="0" destOrd="0" presId="urn:microsoft.com/office/officeart/2005/8/layout/list1"/>
    <dgm:cxn modelId="{B748419B-426D-48A5-9A3E-A550305D1651}" type="presParOf" srcId="{EBDA49DD-9231-4CEE-B8D2-20D3ED905BE6}" destId="{6C6E944E-E4CC-40AB-893A-D7A8F6F65FD4}" srcOrd="1" destOrd="0" presId="urn:microsoft.com/office/officeart/2005/8/layout/list1"/>
    <dgm:cxn modelId="{BCA097A7-0D85-4337-BDFC-4BE3967DB5F9}" type="presParOf" srcId="{35F18281-E765-45B5-8021-A2F0A9F251D6}" destId="{6B86B93A-B478-4CF9-86AC-944C30A7397C}" srcOrd="1" destOrd="0" presId="urn:microsoft.com/office/officeart/2005/8/layout/list1"/>
    <dgm:cxn modelId="{D24BE498-B8CB-4B78-A187-B0C00AC38CAA}" type="presParOf" srcId="{35F18281-E765-45B5-8021-A2F0A9F251D6}" destId="{1CE7DD42-76CB-4D75-828A-4C3DD04854E3}" srcOrd="2" destOrd="0" presId="urn:microsoft.com/office/officeart/2005/8/layout/list1"/>
    <dgm:cxn modelId="{880A8A81-BEE6-450B-A87C-1BF32CEDCFE4}" type="presParOf" srcId="{35F18281-E765-45B5-8021-A2F0A9F251D6}" destId="{0BC73DEF-ADD6-4083-8318-81EF61C929E5}" srcOrd="3" destOrd="0" presId="urn:microsoft.com/office/officeart/2005/8/layout/list1"/>
    <dgm:cxn modelId="{F8C699CE-1D96-4C1D-A58C-B4CC5DD7E02B}" type="presParOf" srcId="{35F18281-E765-45B5-8021-A2F0A9F251D6}" destId="{3105E84E-7E16-4E6F-908C-99365A54BAF4}" srcOrd="4" destOrd="0" presId="urn:microsoft.com/office/officeart/2005/8/layout/list1"/>
    <dgm:cxn modelId="{21EB6D18-6217-47D0-8AE5-A843AD0D65C5}" type="presParOf" srcId="{3105E84E-7E16-4E6F-908C-99365A54BAF4}" destId="{C5BDCFEE-60EA-45A1-AD2D-89CF721EEF1C}" srcOrd="0" destOrd="0" presId="urn:microsoft.com/office/officeart/2005/8/layout/list1"/>
    <dgm:cxn modelId="{4862F064-A7EC-4617-9C67-449DEE12545A}" type="presParOf" srcId="{3105E84E-7E16-4E6F-908C-99365A54BAF4}" destId="{373C7ADF-6EDC-4F51-B0F2-C292332B7FBB}" srcOrd="1" destOrd="0" presId="urn:microsoft.com/office/officeart/2005/8/layout/list1"/>
    <dgm:cxn modelId="{7131A4CD-AC81-4A70-86D8-983E563B2478}" type="presParOf" srcId="{35F18281-E765-45B5-8021-A2F0A9F251D6}" destId="{851BA960-29C2-42FC-95AE-2B263D0A2283}" srcOrd="5" destOrd="0" presId="urn:microsoft.com/office/officeart/2005/8/layout/list1"/>
    <dgm:cxn modelId="{C02FB58A-3DE9-430C-B60A-62BEA036D8A2}" type="presParOf" srcId="{35F18281-E765-45B5-8021-A2F0A9F251D6}" destId="{192C9757-EFD6-4C6F-9441-270195E4459B}" srcOrd="6" destOrd="0" presId="urn:microsoft.com/office/officeart/2005/8/layout/list1"/>
    <dgm:cxn modelId="{F0C6A601-DB44-4F26-96E3-5FF65AB6E5BD}" type="presParOf" srcId="{35F18281-E765-45B5-8021-A2F0A9F251D6}" destId="{BD710BD2-4EBA-4418-A05E-9B619A5478AB}" srcOrd="7" destOrd="0" presId="urn:microsoft.com/office/officeart/2005/8/layout/list1"/>
    <dgm:cxn modelId="{5E5B7513-165F-4C43-8760-C22A95A59691}" type="presParOf" srcId="{35F18281-E765-45B5-8021-A2F0A9F251D6}" destId="{D2540064-8EF3-4040-ABB2-7C3583212C52}" srcOrd="8" destOrd="0" presId="urn:microsoft.com/office/officeart/2005/8/layout/list1"/>
    <dgm:cxn modelId="{D111C5DF-A852-4EFC-8110-831D9C592E20}" type="presParOf" srcId="{D2540064-8EF3-4040-ABB2-7C3583212C52}" destId="{A79BA68E-CA02-4C8E-B8A2-282EF4574E9C}" srcOrd="0" destOrd="0" presId="urn:microsoft.com/office/officeart/2005/8/layout/list1"/>
    <dgm:cxn modelId="{887CE4DC-D409-40D3-BCE1-9DC48E3AE82D}" type="presParOf" srcId="{D2540064-8EF3-4040-ABB2-7C3583212C52}" destId="{4B885B05-7E12-4C76-86E4-1602D8374D5A}" srcOrd="1" destOrd="0" presId="urn:microsoft.com/office/officeart/2005/8/layout/list1"/>
    <dgm:cxn modelId="{92988A78-329C-43BA-9792-AFEA954704A0}" type="presParOf" srcId="{35F18281-E765-45B5-8021-A2F0A9F251D6}" destId="{793213C5-B4DE-41C9-BC23-14BD2C4BC688}" srcOrd="9" destOrd="0" presId="urn:microsoft.com/office/officeart/2005/8/layout/list1"/>
    <dgm:cxn modelId="{295730B5-1103-409F-9C93-4CC195197937}" type="presParOf" srcId="{35F18281-E765-45B5-8021-A2F0A9F251D6}" destId="{B3481F14-F307-44F9-9F01-850295EF63B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592044D4-0CFB-4B25-BF77-F75E6BCF85CF}" type="doc">
      <dgm:prSet loTypeId="urn:microsoft.com/office/officeart/2005/8/layout/hProcess9" loCatId="process" qsTypeId="urn:microsoft.com/office/officeart/2005/8/quickstyle/simple1" qsCatId="simple" csTypeId="urn:microsoft.com/office/officeart/2005/8/colors/accent1_1" csCatId="accent1" phldr="1"/>
      <dgm:spPr/>
    </dgm:pt>
    <dgm:pt modelId="{3DA1F67C-37AA-42EC-9B45-0F264154183E}">
      <dgm:prSet phldrT="[Texte]"/>
      <dgm:spPr/>
      <dgm:t>
        <a:bodyPr/>
        <a:lstStyle/>
        <a:p>
          <a:r>
            <a:rPr lang="fr-FR" dirty="0"/>
            <a:t>Recueil de l’information</a:t>
          </a:r>
        </a:p>
      </dgm:t>
    </dgm:pt>
    <dgm:pt modelId="{3721FB1B-8F3A-4C24-9181-04A8AC3AE9A3}" type="parTrans" cxnId="{BD97782C-E48D-4792-8EF4-75C85A2DE627}">
      <dgm:prSet/>
      <dgm:spPr/>
      <dgm:t>
        <a:bodyPr/>
        <a:lstStyle/>
        <a:p>
          <a:endParaRPr lang="fr-FR"/>
        </a:p>
      </dgm:t>
    </dgm:pt>
    <dgm:pt modelId="{8DCC73A8-3F1D-4570-B24E-578F8E6994EC}" type="sibTrans" cxnId="{BD97782C-E48D-4792-8EF4-75C85A2DE627}">
      <dgm:prSet/>
      <dgm:spPr/>
      <dgm:t>
        <a:bodyPr/>
        <a:lstStyle/>
        <a:p>
          <a:endParaRPr lang="fr-FR"/>
        </a:p>
      </dgm:t>
    </dgm:pt>
    <dgm:pt modelId="{83A8BDCB-2351-4192-94D9-4F36956CCDCF}">
      <dgm:prSet phldrT="[Texte]"/>
      <dgm:spPr/>
      <dgm:t>
        <a:bodyPr/>
        <a:lstStyle/>
        <a:p>
          <a:r>
            <a:rPr lang="fr-FR" dirty="0"/>
            <a:t>Analyse et traitement</a:t>
          </a:r>
        </a:p>
      </dgm:t>
    </dgm:pt>
    <dgm:pt modelId="{5219FE36-387A-4D29-87E0-5FDF9B004B4C}" type="parTrans" cxnId="{5082A406-BF48-46B0-92D3-155068ECDF95}">
      <dgm:prSet/>
      <dgm:spPr/>
      <dgm:t>
        <a:bodyPr/>
        <a:lstStyle/>
        <a:p>
          <a:endParaRPr lang="fr-FR"/>
        </a:p>
      </dgm:t>
    </dgm:pt>
    <dgm:pt modelId="{0D2E6310-60C4-40AD-B2E7-44645397D479}" type="sibTrans" cxnId="{5082A406-BF48-46B0-92D3-155068ECDF95}">
      <dgm:prSet/>
      <dgm:spPr/>
      <dgm:t>
        <a:bodyPr/>
        <a:lstStyle/>
        <a:p>
          <a:endParaRPr lang="fr-FR"/>
        </a:p>
      </dgm:t>
    </dgm:pt>
    <dgm:pt modelId="{85B847BE-02FD-4AFE-8B1A-DD06CFE0AF1B}">
      <dgm:prSet phldrT="[Texte]"/>
      <dgm:spPr/>
      <dgm:t>
        <a:bodyPr/>
        <a:lstStyle/>
        <a:p>
          <a:r>
            <a:rPr lang="fr-FR" dirty="0"/>
            <a:t>Diffusion de l’information</a:t>
          </a:r>
        </a:p>
      </dgm:t>
    </dgm:pt>
    <dgm:pt modelId="{2DA204BB-FEE5-443F-A0E2-17A24CBC1E99}" type="parTrans" cxnId="{9EB56DBB-01C2-4022-8FAA-065B82AA709B}">
      <dgm:prSet/>
      <dgm:spPr/>
      <dgm:t>
        <a:bodyPr/>
        <a:lstStyle/>
        <a:p>
          <a:endParaRPr lang="fr-FR"/>
        </a:p>
      </dgm:t>
    </dgm:pt>
    <dgm:pt modelId="{69A7711C-75B8-4055-9A09-84D3D81BE2A9}" type="sibTrans" cxnId="{9EB56DBB-01C2-4022-8FAA-065B82AA709B}">
      <dgm:prSet/>
      <dgm:spPr/>
      <dgm:t>
        <a:bodyPr/>
        <a:lstStyle/>
        <a:p>
          <a:endParaRPr lang="fr-FR"/>
        </a:p>
      </dgm:t>
    </dgm:pt>
    <dgm:pt modelId="{CBA493DA-A72B-4212-87EF-99C87C3B17CE}">
      <dgm:prSet phldrT="[Texte]"/>
      <dgm:spPr/>
      <dgm:t>
        <a:bodyPr/>
        <a:lstStyle/>
        <a:p>
          <a:r>
            <a:rPr lang="fr-FR" dirty="0"/>
            <a:t>Mise en œuvre de l’expérience acquise sous forme de bonnes pratiques</a:t>
          </a:r>
        </a:p>
      </dgm:t>
    </dgm:pt>
    <dgm:pt modelId="{C35F615C-4276-428B-A353-B87B6D15D3BE}" type="parTrans" cxnId="{93055024-0FB0-4D1D-9890-CFD1241DFC79}">
      <dgm:prSet/>
      <dgm:spPr/>
      <dgm:t>
        <a:bodyPr/>
        <a:lstStyle/>
        <a:p>
          <a:endParaRPr lang="fr-FR"/>
        </a:p>
      </dgm:t>
    </dgm:pt>
    <dgm:pt modelId="{0D105E99-4145-49AF-9549-D77312A380F1}" type="sibTrans" cxnId="{93055024-0FB0-4D1D-9890-CFD1241DFC79}">
      <dgm:prSet/>
      <dgm:spPr/>
      <dgm:t>
        <a:bodyPr/>
        <a:lstStyle/>
        <a:p>
          <a:endParaRPr lang="fr-FR"/>
        </a:p>
      </dgm:t>
    </dgm:pt>
    <dgm:pt modelId="{64E69BCF-9231-475D-BDEB-8EB6E827DDC6}" type="pres">
      <dgm:prSet presAssocID="{592044D4-0CFB-4B25-BF77-F75E6BCF85CF}" presName="CompostProcess" presStyleCnt="0">
        <dgm:presLayoutVars>
          <dgm:dir/>
          <dgm:resizeHandles val="exact"/>
        </dgm:presLayoutVars>
      </dgm:prSet>
      <dgm:spPr/>
    </dgm:pt>
    <dgm:pt modelId="{43A986A0-0E32-47F2-A08F-35EAB28A410B}" type="pres">
      <dgm:prSet presAssocID="{592044D4-0CFB-4B25-BF77-F75E6BCF85CF}" presName="arrow" presStyleLbl="bgShp" presStyleIdx="0" presStyleCnt="1"/>
      <dgm:spPr/>
    </dgm:pt>
    <dgm:pt modelId="{C32B3FE3-F1E3-446F-8480-95828197259A}" type="pres">
      <dgm:prSet presAssocID="{592044D4-0CFB-4B25-BF77-F75E6BCF85CF}" presName="linearProcess" presStyleCnt="0"/>
      <dgm:spPr/>
    </dgm:pt>
    <dgm:pt modelId="{A37A3BB7-7CBD-48CC-BE45-DE84C2C58411}" type="pres">
      <dgm:prSet presAssocID="{3DA1F67C-37AA-42EC-9B45-0F264154183E}" presName="textNode" presStyleLbl="node1" presStyleIdx="0" presStyleCnt="4">
        <dgm:presLayoutVars>
          <dgm:bulletEnabled val="1"/>
        </dgm:presLayoutVars>
      </dgm:prSet>
      <dgm:spPr/>
    </dgm:pt>
    <dgm:pt modelId="{39BC794C-C2BA-42B5-A34D-F6A16A3591DB}" type="pres">
      <dgm:prSet presAssocID="{8DCC73A8-3F1D-4570-B24E-578F8E6994EC}" presName="sibTrans" presStyleCnt="0"/>
      <dgm:spPr/>
    </dgm:pt>
    <dgm:pt modelId="{C72F291F-E81C-4838-B509-B3174017D240}" type="pres">
      <dgm:prSet presAssocID="{83A8BDCB-2351-4192-94D9-4F36956CCDCF}" presName="textNode" presStyleLbl="node1" presStyleIdx="1" presStyleCnt="4">
        <dgm:presLayoutVars>
          <dgm:bulletEnabled val="1"/>
        </dgm:presLayoutVars>
      </dgm:prSet>
      <dgm:spPr/>
    </dgm:pt>
    <dgm:pt modelId="{6D291DA0-B1A9-461F-9A55-5ED1E3A9D49E}" type="pres">
      <dgm:prSet presAssocID="{0D2E6310-60C4-40AD-B2E7-44645397D479}" presName="sibTrans" presStyleCnt="0"/>
      <dgm:spPr/>
    </dgm:pt>
    <dgm:pt modelId="{80111A58-D1D4-45F1-8504-E2C1411F1A44}" type="pres">
      <dgm:prSet presAssocID="{85B847BE-02FD-4AFE-8B1A-DD06CFE0AF1B}" presName="textNode" presStyleLbl="node1" presStyleIdx="2" presStyleCnt="4">
        <dgm:presLayoutVars>
          <dgm:bulletEnabled val="1"/>
        </dgm:presLayoutVars>
      </dgm:prSet>
      <dgm:spPr/>
    </dgm:pt>
    <dgm:pt modelId="{36121DF5-3C4E-4BCE-939D-BD99C2D4EE5D}" type="pres">
      <dgm:prSet presAssocID="{69A7711C-75B8-4055-9A09-84D3D81BE2A9}" presName="sibTrans" presStyleCnt="0"/>
      <dgm:spPr/>
    </dgm:pt>
    <dgm:pt modelId="{19F488B2-B02C-4B1E-B3FE-B086B8CB18A2}" type="pres">
      <dgm:prSet presAssocID="{CBA493DA-A72B-4212-87EF-99C87C3B17CE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5082A406-BF48-46B0-92D3-155068ECDF95}" srcId="{592044D4-0CFB-4B25-BF77-F75E6BCF85CF}" destId="{83A8BDCB-2351-4192-94D9-4F36956CCDCF}" srcOrd="1" destOrd="0" parTransId="{5219FE36-387A-4D29-87E0-5FDF9B004B4C}" sibTransId="{0D2E6310-60C4-40AD-B2E7-44645397D479}"/>
    <dgm:cxn modelId="{B662B20D-0479-4086-9DAF-552EB3C753A8}" type="presOf" srcId="{3DA1F67C-37AA-42EC-9B45-0F264154183E}" destId="{A37A3BB7-7CBD-48CC-BE45-DE84C2C58411}" srcOrd="0" destOrd="0" presId="urn:microsoft.com/office/officeart/2005/8/layout/hProcess9"/>
    <dgm:cxn modelId="{93055024-0FB0-4D1D-9890-CFD1241DFC79}" srcId="{592044D4-0CFB-4B25-BF77-F75E6BCF85CF}" destId="{CBA493DA-A72B-4212-87EF-99C87C3B17CE}" srcOrd="3" destOrd="0" parTransId="{C35F615C-4276-428B-A353-B87B6D15D3BE}" sibTransId="{0D105E99-4145-49AF-9549-D77312A380F1}"/>
    <dgm:cxn modelId="{BD97782C-E48D-4792-8EF4-75C85A2DE627}" srcId="{592044D4-0CFB-4B25-BF77-F75E6BCF85CF}" destId="{3DA1F67C-37AA-42EC-9B45-0F264154183E}" srcOrd="0" destOrd="0" parTransId="{3721FB1B-8F3A-4C24-9181-04A8AC3AE9A3}" sibTransId="{8DCC73A8-3F1D-4570-B24E-578F8E6994EC}"/>
    <dgm:cxn modelId="{A5ED1949-6169-4053-A0E4-0306CDBDBECA}" type="presOf" srcId="{592044D4-0CFB-4B25-BF77-F75E6BCF85CF}" destId="{64E69BCF-9231-475D-BDEB-8EB6E827DDC6}" srcOrd="0" destOrd="0" presId="urn:microsoft.com/office/officeart/2005/8/layout/hProcess9"/>
    <dgm:cxn modelId="{826AC36D-BF25-442C-95B9-4EA3E67031F2}" type="presOf" srcId="{85B847BE-02FD-4AFE-8B1A-DD06CFE0AF1B}" destId="{80111A58-D1D4-45F1-8504-E2C1411F1A44}" srcOrd="0" destOrd="0" presId="urn:microsoft.com/office/officeart/2005/8/layout/hProcess9"/>
    <dgm:cxn modelId="{F2D57A58-E990-4CC9-992E-D6D157B31F2E}" type="presOf" srcId="{CBA493DA-A72B-4212-87EF-99C87C3B17CE}" destId="{19F488B2-B02C-4B1E-B3FE-B086B8CB18A2}" srcOrd="0" destOrd="0" presId="urn:microsoft.com/office/officeart/2005/8/layout/hProcess9"/>
    <dgm:cxn modelId="{9EB56DBB-01C2-4022-8FAA-065B82AA709B}" srcId="{592044D4-0CFB-4B25-BF77-F75E6BCF85CF}" destId="{85B847BE-02FD-4AFE-8B1A-DD06CFE0AF1B}" srcOrd="2" destOrd="0" parTransId="{2DA204BB-FEE5-443F-A0E2-17A24CBC1E99}" sibTransId="{69A7711C-75B8-4055-9A09-84D3D81BE2A9}"/>
    <dgm:cxn modelId="{544593EE-B764-4851-98BD-99A050B470D4}" type="presOf" srcId="{83A8BDCB-2351-4192-94D9-4F36956CCDCF}" destId="{C72F291F-E81C-4838-B509-B3174017D240}" srcOrd="0" destOrd="0" presId="urn:microsoft.com/office/officeart/2005/8/layout/hProcess9"/>
    <dgm:cxn modelId="{F860AFC2-2750-4D05-81AD-0D7948DDAED1}" type="presParOf" srcId="{64E69BCF-9231-475D-BDEB-8EB6E827DDC6}" destId="{43A986A0-0E32-47F2-A08F-35EAB28A410B}" srcOrd="0" destOrd="0" presId="urn:microsoft.com/office/officeart/2005/8/layout/hProcess9"/>
    <dgm:cxn modelId="{794E66C3-EB41-45E4-AF19-FEC4D6BAE3AC}" type="presParOf" srcId="{64E69BCF-9231-475D-BDEB-8EB6E827DDC6}" destId="{C32B3FE3-F1E3-446F-8480-95828197259A}" srcOrd="1" destOrd="0" presId="urn:microsoft.com/office/officeart/2005/8/layout/hProcess9"/>
    <dgm:cxn modelId="{8A4F61D0-CDCA-48C5-8914-1E9B3984935C}" type="presParOf" srcId="{C32B3FE3-F1E3-446F-8480-95828197259A}" destId="{A37A3BB7-7CBD-48CC-BE45-DE84C2C58411}" srcOrd="0" destOrd="0" presId="urn:microsoft.com/office/officeart/2005/8/layout/hProcess9"/>
    <dgm:cxn modelId="{DF0067E2-0C38-493F-90ED-BBFB8D255CAA}" type="presParOf" srcId="{C32B3FE3-F1E3-446F-8480-95828197259A}" destId="{39BC794C-C2BA-42B5-A34D-F6A16A3591DB}" srcOrd="1" destOrd="0" presId="urn:microsoft.com/office/officeart/2005/8/layout/hProcess9"/>
    <dgm:cxn modelId="{FCE1F553-229A-4F6B-93FB-8B6F87DADD67}" type="presParOf" srcId="{C32B3FE3-F1E3-446F-8480-95828197259A}" destId="{C72F291F-E81C-4838-B509-B3174017D240}" srcOrd="2" destOrd="0" presId="urn:microsoft.com/office/officeart/2005/8/layout/hProcess9"/>
    <dgm:cxn modelId="{0027BC8D-0A83-44C3-BF87-5E5D683C987F}" type="presParOf" srcId="{C32B3FE3-F1E3-446F-8480-95828197259A}" destId="{6D291DA0-B1A9-461F-9A55-5ED1E3A9D49E}" srcOrd="3" destOrd="0" presId="urn:microsoft.com/office/officeart/2005/8/layout/hProcess9"/>
    <dgm:cxn modelId="{1C6492E7-79A3-493E-92A8-2CEB2670E3E2}" type="presParOf" srcId="{C32B3FE3-F1E3-446F-8480-95828197259A}" destId="{80111A58-D1D4-45F1-8504-E2C1411F1A44}" srcOrd="4" destOrd="0" presId="urn:microsoft.com/office/officeart/2005/8/layout/hProcess9"/>
    <dgm:cxn modelId="{04F488AC-5769-475D-9F4D-567018FFEBD4}" type="presParOf" srcId="{C32B3FE3-F1E3-446F-8480-95828197259A}" destId="{36121DF5-3C4E-4BCE-939D-BD99C2D4EE5D}" srcOrd="5" destOrd="0" presId="urn:microsoft.com/office/officeart/2005/8/layout/hProcess9"/>
    <dgm:cxn modelId="{300321BA-03AB-418C-9DB1-D6E344A8D96B}" type="presParOf" srcId="{C32B3FE3-F1E3-446F-8480-95828197259A}" destId="{19F488B2-B02C-4B1E-B3FE-B086B8CB18A2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DC775-63E8-4395-BF68-587AD8BED221}">
      <dsp:nvSpPr>
        <dsp:cNvPr id="0" name=""/>
        <dsp:cNvSpPr/>
      </dsp:nvSpPr>
      <dsp:spPr>
        <a:xfrm>
          <a:off x="4641" y="696628"/>
          <a:ext cx="2029363" cy="12176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Identification </a:t>
          </a:r>
        </a:p>
      </dsp:txBody>
      <dsp:txXfrm>
        <a:off x="40304" y="732291"/>
        <a:ext cx="1958037" cy="1146292"/>
      </dsp:txXfrm>
    </dsp:sp>
    <dsp:sp modelId="{E8439967-794B-4526-851B-1ACADBC8FD8D}">
      <dsp:nvSpPr>
        <dsp:cNvPr id="0" name=""/>
        <dsp:cNvSpPr/>
      </dsp:nvSpPr>
      <dsp:spPr>
        <a:xfrm>
          <a:off x="2212588" y="1053796"/>
          <a:ext cx="430225" cy="503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2212588" y="1154452"/>
        <a:ext cx="301158" cy="301970"/>
      </dsp:txXfrm>
    </dsp:sp>
    <dsp:sp modelId="{BD172ADC-4714-4B21-819A-545F87259A4B}">
      <dsp:nvSpPr>
        <dsp:cNvPr id="0" name=""/>
        <dsp:cNvSpPr/>
      </dsp:nvSpPr>
      <dsp:spPr>
        <a:xfrm>
          <a:off x="2845750" y="696628"/>
          <a:ext cx="2029363" cy="12176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Formulation </a:t>
          </a:r>
        </a:p>
      </dsp:txBody>
      <dsp:txXfrm>
        <a:off x="2881413" y="732291"/>
        <a:ext cx="1958037" cy="1146292"/>
      </dsp:txXfrm>
    </dsp:sp>
    <dsp:sp modelId="{2F82CA1D-0A8D-4515-9692-B346F544E1F9}">
      <dsp:nvSpPr>
        <dsp:cNvPr id="0" name=""/>
        <dsp:cNvSpPr/>
      </dsp:nvSpPr>
      <dsp:spPr>
        <a:xfrm>
          <a:off x="5053697" y="1053796"/>
          <a:ext cx="430225" cy="503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5053697" y="1154452"/>
        <a:ext cx="301158" cy="301970"/>
      </dsp:txXfrm>
    </dsp:sp>
    <dsp:sp modelId="{35938E07-C209-4E4F-A258-9396B4B41FA3}">
      <dsp:nvSpPr>
        <dsp:cNvPr id="0" name=""/>
        <dsp:cNvSpPr/>
      </dsp:nvSpPr>
      <dsp:spPr>
        <a:xfrm>
          <a:off x="5686859" y="696628"/>
          <a:ext cx="2029363" cy="12176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Analyse &amp; évaluation</a:t>
          </a:r>
        </a:p>
      </dsp:txBody>
      <dsp:txXfrm>
        <a:off x="5722522" y="732291"/>
        <a:ext cx="1958037" cy="1146292"/>
      </dsp:txXfrm>
    </dsp:sp>
    <dsp:sp modelId="{9B4B268A-C9E9-4260-AF09-F6DE67D8A1FC}">
      <dsp:nvSpPr>
        <dsp:cNvPr id="0" name=""/>
        <dsp:cNvSpPr/>
      </dsp:nvSpPr>
      <dsp:spPr>
        <a:xfrm>
          <a:off x="7894806" y="1053796"/>
          <a:ext cx="430225" cy="503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7894806" y="1154452"/>
        <a:ext cx="301158" cy="301970"/>
      </dsp:txXfrm>
    </dsp:sp>
    <dsp:sp modelId="{8A67B814-7991-4419-87B7-0898DAD526A0}">
      <dsp:nvSpPr>
        <dsp:cNvPr id="0" name=""/>
        <dsp:cNvSpPr/>
      </dsp:nvSpPr>
      <dsp:spPr>
        <a:xfrm>
          <a:off x="8527968" y="696628"/>
          <a:ext cx="2029363" cy="12176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Décision</a:t>
          </a:r>
        </a:p>
      </dsp:txBody>
      <dsp:txXfrm>
        <a:off x="8563631" y="732291"/>
        <a:ext cx="1958037" cy="1146292"/>
      </dsp:txXfrm>
    </dsp:sp>
    <dsp:sp modelId="{231139D8-9B53-485D-B8E4-2A45ED227CAF}">
      <dsp:nvSpPr>
        <dsp:cNvPr id="0" name=""/>
        <dsp:cNvSpPr/>
      </dsp:nvSpPr>
      <dsp:spPr>
        <a:xfrm rot="5400000">
          <a:off x="9327537" y="2056301"/>
          <a:ext cx="430225" cy="503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 rot="-5400000">
        <a:off x="9391665" y="2092830"/>
        <a:ext cx="301970" cy="301158"/>
      </dsp:txXfrm>
    </dsp:sp>
    <dsp:sp modelId="{ABE4D707-696B-49CA-905A-BF466C77B862}">
      <dsp:nvSpPr>
        <dsp:cNvPr id="0" name=""/>
        <dsp:cNvSpPr/>
      </dsp:nvSpPr>
      <dsp:spPr>
        <a:xfrm>
          <a:off x="8527968" y="2725991"/>
          <a:ext cx="2029363" cy="12176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Planification</a:t>
          </a:r>
        </a:p>
      </dsp:txBody>
      <dsp:txXfrm>
        <a:off x="8563631" y="2761654"/>
        <a:ext cx="1958037" cy="1146292"/>
      </dsp:txXfrm>
    </dsp:sp>
    <dsp:sp modelId="{42B6BD58-2EE3-47C8-89A5-40E367F62FB9}">
      <dsp:nvSpPr>
        <dsp:cNvPr id="0" name=""/>
        <dsp:cNvSpPr/>
      </dsp:nvSpPr>
      <dsp:spPr>
        <a:xfrm rot="10800000">
          <a:off x="7919159" y="3083159"/>
          <a:ext cx="430225" cy="503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 rot="10800000">
        <a:off x="8048226" y="3183815"/>
        <a:ext cx="301158" cy="301970"/>
      </dsp:txXfrm>
    </dsp:sp>
    <dsp:sp modelId="{4A55A49A-E914-4354-BC53-4AC61E7233CD}">
      <dsp:nvSpPr>
        <dsp:cNvPr id="0" name=""/>
        <dsp:cNvSpPr/>
      </dsp:nvSpPr>
      <dsp:spPr>
        <a:xfrm>
          <a:off x="5686859" y="2725991"/>
          <a:ext cx="2029363" cy="12176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Exécution, Suivi &amp; Contrôle</a:t>
          </a:r>
        </a:p>
      </dsp:txBody>
      <dsp:txXfrm>
        <a:off x="5722522" y="2761654"/>
        <a:ext cx="1958037" cy="1146292"/>
      </dsp:txXfrm>
    </dsp:sp>
    <dsp:sp modelId="{223CC472-419F-411D-B734-FA567D99B063}">
      <dsp:nvSpPr>
        <dsp:cNvPr id="0" name=""/>
        <dsp:cNvSpPr/>
      </dsp:nvSpPr>
      <dsp:spPr>
        <a:xfrm rot="10800000">
          <a:off x="5078050" y="3083159"/>
          <a:ext cx="430225" cy="503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 rot="10800000">
        <a:off x="5207117" y="3183815"/>
        <a:ext cx="301158" cy="301970"/>
      </dsp:txXfrm>
    </dsp:sp>
    <dsp:sp modelId="{4A0DECE1-8626-445F-9D4B-D578FB295F3B}">
      <dsp:nvSpPr>
        <dsp:cNvPr id="0" name=""/>
        <dsp:cNvSpPr/>
      </dsp:nvSpPr>
      <dsp:spPr>
        <a:xfrm>
          <a:off x="2845750" y="2725991"/>
          <a:ext cx="2029363" cy="12176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Opérationnalisation </a:t>
          </a:r>
        </a:p>
      </dsp:txBody>
      <dsp:txXfrm>
        <a:off x="2881413" y="2761654"/>
        <a:ext cx="1958037" cy="1146292"/>
      </dsp:txXfrm>
    </dsp:sp>
    <dsp:sp modelId="{2A606846-4945-4564-ADFC-34A0AD3D11FD}">
      <dsp:nvSpPr>
        <dsp:cNvPr id="0" name=""/>
        <dsp:cNvSpPr/>
      </dsp:nvSpPr>
      <dsp:spPr>
        <a:xfrm rot="10800000">
          <a:off x="2236941" y="3083159"/>
          <a:ext cx="430225" cy="503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 rot="10800000">
        <a:off x="2366008" y="3183815"/>
        <a:ext cx="301158" cy="301970"/>
      </dsp:txXfrm>
    </dsp:sp>
    <dsp:sp modelId="{101DC9DC-00C3-41F2-8140-CF350950AF01}">
      <dsp:nvSpPr>
        <dsp:cNvPr id="0" name=""/>
        <dsp:cNvSpPr/>
      </dsp:nvSpPr>
      <dsp:spPr>
        <a:xfrm>
          <a:off x="4641" y="2725991"/>
          <a:ext cx="2029363" cy="12176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Post-évaluation</a:t>
          </a:r>
        </a:p>
      </dsp:txBody>
      <dsp:txXfrm>
        <a:off x="40304" y="2761654"/>
        <a:ext cx="1958037" cy="11462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B5AE75-075B-41BA-B344-F125FE2FF8D4}">
      <dsp:nvSpPr>
        <dsp:cNvPr id="0" name=""/>
        <dsp:cNvSpPr/>
      </dsp:nvSpPr>
      <dsp:spPr>
        <a:xfrm rot="5400000">
          <a:off x="5989428" y="-2632230"/>
          <a:ext cx="477607" cy="586186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Trouver une idée </a:t>
          </a:r>
        </a:p>
      </dsp:txBody>
      <dsp:txXfrm rot="-5400000">
        <a:off x="3297300" y="83213"/>
        <a:ext cx="5838550" cy="430977"/>
      </dsp:txXfrm>
    </dsp:sp>
    <dsp:sp modelId="{B3386223-0489-436C-AA7E-5620A922E4B2}">
      <dsp:nvSpPr>
        <dsp:cNvPr id="0" name=""/>
        <dsp:cNvSpPr/>
      </dsp:nvSpPr>
      <dsp:spPr>
        <a:xfrm>
          <a:off x="0" y="197"/>
          <a:ext cx="3297299" cy="5970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Identification</a:t>
          </a:r>
        </a:p>
      </dsp:txBody>
      <dsp:txXfrm>
        <a:off x="29144" y="29341"/>
        <a:ext cx="3239011" cy="538721"/>
      </dsp:txXfrm>
    </dsp:sp>
    <dsp:sp modelId="{8E9B6592-505B-49AA-A5E6-96D3DEFAE37F}">
      <dsp:nvSpPr>
        <dsp:cNvPr id="0" name=""/>
        <dsp:cNvSpPr/>
      </dsp:nvSpPr>
      <dsp:spPr>
        <a:xfrm rot="5400000">
          <a:off x="5989428" y="-2005370"/>
          <a:ext cx="477607" cy="586186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Bien définir pour mieux saisir</a:t>
          </a:r>
        </a:p>
      </dsp:txBody>
      <dsp:txXfrm rot="-5400000">
        <a:off x="3297300" y="710073"/>
        <a:ext cx="5838550" cy="430977"/>
      </dsp:txXfrm>
    </dsp:sp>
    <dsp:sp modelId="{2E414031-664B-4B29-A8EB-CD3D24D67B67}">
      <dsp:nvSpPr>
        <dsp:cNvPr id="0" name=""/>
        <dsp:cNvSpPr/>
      </dsp:nvSpPr>
      <dsp:spPr>
        <a:xfrm>
          <a:off x="0" y="627057"/>
          <a:ext cx="3297299" cy="5970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Formulation</a:t>
          </a:r>
        </a:p>
      </dsp:txBody>
      <dsp:txXfrm>
        <a:off x="29144" y="656201"/>
        <a:ext cx="3239011" cy="538721"/>
      </dsp:txXfrm>
    </dsp:sp>
    <dsp:sp modelId="{3686092B-A7F4-45FA-90BA-DD22A47995DB}">
      <dsp:nvSpPr>
        <dsp:cNvPr id="0" name=""/>
        <dsp:cNvSpPr/>
      </dsp:nvSpPr>
      <dsp:spPr>
        <a:xfrm rot="5400000">
          <a:off x="5989428" y="-1378509"/>
          <a:ext cx="477607" cy="586186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Faisabilité et profitabilité</a:t>
          </a:r>
        </a:p>
      </dsp:txBody>
      <dsp:txXfrm rot="-5400000">
        <a:off x="3297300" y="1336934"/>
        <a:ext cx="5838550" cy="430977"/>
      </dsp:txXfrm>
    </dsp:sp>
    <dsp:sp modelId="{593CE5C1-D13B-4677-85C2-9BDC17B6CD86}">
      <dsp:nvSpPr>
        <dsp:cNvPr id="0" name=""/>
        <dsp:cNvSpPr/>
      </dsp:nvSpPr>
      <dsp:spPr>
        <a:xfrm>
          <a:off x="0" y="1253918"/>
          <a:ext cx="3297299" cy="5970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Analyse &amp; évaluation :</a:t>
          </a:r>
        </a:p>
      </dsp:txBody>
      <dsp:txXfrm>
        <a:off x="29144" y="1283062"/>
        <a:ext cx="3239011" cy="538721"/>
      </dsp:txXfrm>
    </dsp:sp>
    <dsp:sp modelId="{455663DC-0504-41E3-BD88-2750B0E7150C}">
      <dsp:nvSpPr>
        <dsp:cNvPr id="0" name=""/>
        <dsp:cNvSpPr/>
      </dsp:nvSpPr>
      <dsp:spPr>
        <a:xfrm rot="5400000">
          <a:off x="5989428" y="-751649"/>
          <a:ext cx="477607" cy="586186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/>
            <a:t>Go</a:t>
          </a:r>
          <a:r>
            <a:rPr lang="fr-FR" sz="2300" kern="1200" dirty="0"/>
            <a:t>, no go, tiroir à projets ?</a:t>
          </a:r>
        </a:p>
      </dsp:txBody>
      <dsp:txXfrm rot="-5400000">
        <a:off x="3297300" y="1963794"/>
        <a:ext cx="5838550" cy="430977"/>
      </dsp:txXfrm>
    </dsp:sp>
    <dsp:sp modelId="{18517D01-42EB-452F-A819-34B8A3CF7BEE}">
      <dsp:nvSpPr>
        <dsp:cNvPr id="0" name=""/>
        <dsp:cNvSpPr/>
      </dsp:nvSpPr>
      <dsp:spPr>
        <a:xfrm>
          <a:off x="0" y="1880778"/>
          <a:ext cx="3297299" cy="5970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Décision</a:t>
          </a:r>
        </a:p>
      </dsp:txBody>
      <dsp:txXfrm>
        <a:off x="29144" y="1909922"/>
        <a:ext cx="3239011" cy="538721"/>
      </dsp:txXfrm>
    </dsp:sp>
    <dsp:sp modelId="{590E12CA-2BBD-437B-B511-322C75AF114F}">
      <dsp:nvSpPr>
        <dsp:cNvPr id="0" name=""/>
        <dsp:cNvSpPr/>
      </dsp:nvSpPr>
      <dsp:spPr>
        <a:xfrm rot="5400000">
          <a:off x="5989428" y="-124789"/>
          <a:ext cx="477607" cy="586186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Organisation</a:t>
          </a:r>
        </a:p>
      </dsp:txBody>
      <dsp:txXfrm rot="-5400000">
        <a:off x="3297300" y="2590654"/>
        <a:ext cx="5838550" cy="430977"/>
      </dsp:txXfrm>
    </dsp:sp>
    <dsp:sp modelId="{7CB1293E-7143-4A05-A3E5-7BAAB1804A74}">
      <dsp:nvSpPr>
        <dsp:cNvPr id="0" name=""/>
        <dsp:cNvSpPr/>
      </dsp:nvSpPr>
      <dsp:spPr>
        <a:xfrm>
          <a:off x="0" y="2507638"/>
          <a:ext cx="3297299" cy="5970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Planification</a:t>
          </a:r>
        </a:p>
      </dsp:txBody>
      <dsp:txXfrm>
        <a:off x="29144" y="2536782"/>
        <a:ext cx="3239011" cy="538721"/>
      </dsp:txXfrm>
    </dsp:sp>
    <dsp:sp modelId="{436EC120-6E74-4B97-BD14-E7C9969346C8}">
      <dsp:nvSpPr>
        <dsp:cNvPr id="0" name=""/>
        <dsp:cNvSpPr/>
      </dsp:nvSpPr>
      <dsp:spPr>
        <a:xfrm rot="5400000">
          <a:off x="5989428" y="502070"/>
          <a:ext cx="477607" cy="586186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Budget, échéancier, qualité et risques</a:t>
          </a:r>
        </a:p>
      </dsp:txBody>
      <dsp:txXfrm rot="-5400000">
        <a:off x="3297300" y="3217514"/>
        <a:ext cx="5838550" cy="430977"/>
      </dsp:txXfrm>
    </dsp:sp>
    <dsp:sp modelId="{D8CDCE0A-F148-4660-B36B-224AE9084EA5}">
      <dsp:nvSpPr>
        <dsp:cNvPr id="0" name=""/>
        <dsp:cNvSpPr/>
      </dsp:nvSpPr>
      <dsp:spPr>
        <a:xfrm>
          <a:off x="0" y="3134498"/>
          <a:ext cx="3297299" cy="5970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Exécution, suivi &amp; contrôle :</a:t>
          </a:r>
        </a:p>
      </dsp:txBody>
      <dsp:txXfrm>
        <a:off x="29144" y="3163642"/>
        <a:ext cx="3239011" cy="538721"/>
      </dsp:txXfrm>
    </dsp:sp>
    <dsp:sp modelId="{36A73B57-F12D-4692-9BA3-D74888BC383B}">
      <dsp:nvSpPr>
        <dsp:cNvPr id="0" name=""/>
        <dsp:cNvSpPr/>
      </dsp:nvSpPr>
      <dsp:spPr>
        <a:xfrm rot="5400000">
          <a:off x="5989428" y="1128930"/>
          <a:ext cx="477607" cy="586186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Déploiement et/ou livraison</a:t>
          </a:r>
        </a:p>
      </dsp:txBody>
      <dsp:txXfrm rot="-5400000">
        <a:off x="3297300" y="3844374"/>
        <a:ext cx="5838550" cy="430977"/>
      </dsp:txXfrm>
    </dsp:sp>
    <dsp:sp modelId="{193F507F-7E8C-4118-81CA-7B1D971BC2C8}">
      <dsp:nvSpPr>
        <dsp:cNvPr id="0" name=""/>
        <dsp:cNvSpPr/>
      </dsp:nvSpPr>
      <dsp:spPr>
        <a:xfrm>
          <a:off x="0" y="3761358"/>
          <a:ext cx="3297299" cy="5970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Opérationnalisation</a:t>
          </a:r>
        </a:p>
      </dsp:txBody>
      <dsp:txXfrm>
        <a:off x="29144" y="3790502"/>
        <a:ext cx="3239011" cy="538721"/>
      </dsp:txXfrm>
    </dsp:sp>
    <dsp:sp modelId="{6915B1C6-3D90-463F-8D6F-E1F754615D62}">
      <dsp:nvSpPr>
        <dsp:cNvPr id="0" name=""/>
        <dsp:cNvSpPr/>
      </dsp:nvSpPr>
      <dsp:spPr>
        <a:xfrm rot="5400000">
          <a:off x="5989428" y="1755790"/>
          <a:ext cx="477607" cy="586186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/>
            <a:t>post-mortem</a:t>
          </a:r>
          <a:endParaRPr lang="fr-FR" sz="2300" kern="1200" dirty="0"/>
        </a:p>
      </dsp:txBody>
      <dsp:txXfrm rot="-5400000">
        <a:off x="3297300" y="4471234"/>
        <a:ext cx="5838550" cy="430977"/>
      </dsp:txXfrm>
    </dsp:sp>
    <dsp:sp modelId="{FA6DD6DD-A388-490E-A568-8EEEC97CA85E}">
      <dsp:nvSpPr>
        <dsp:cNvPr id="0" name=""/>
        <dsp:cNvSpPr/>
      </dsp:nvSpPr>
      <dsp:spPr>
        <a:xfrm>
          <a:off x="0" y="4388218"/>
          <a:ext cx="3297299" cy="5970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Post-évaluation</a:t>
          </a:r>
        </a:p>
      </dsp:txBody>
      <dsp:txXfrm>
        <a:off x="29144" y="4417362"/>
        <a:ext cx="3239011" cy="5387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49E434-BE1D-47F6-8D05-28900330B290}">
      <dsp:nvSpPr>
        <dsp:cNvPr id="0" name=""/>
        <dsp:cNvSpPr/>
      </dsp:nvSpPr>
      <dsp:spPr>
        <a:xfrm>
          <a:off x="0" y="549169"/>
          <a:ext cx="8379276" cy="9072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DC1D81-52D3-460A-A3FE-21302F165232}">
      <dsp:nvSpPr>
        <dsp:cNvPr id="0" name=""/>
        <dsp:cNvSpPr/>
      </dsp:nvSpPr>
      <dsp:spPr>
        <a:xfrm>
          <a:off x="418963" y="17809"/>
          <a:ext cx="5865493" cy="1062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702" tIns="0" rIns="221702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kern="1200" dirty="0"/>
            <a:t>1. Générer des idées</a:t>
          </a:r>
        </a:p>
      </dsp:txBody>
      <dsp:txXfrm>
        <a:off x="470841" y="69687"/>
        <a:ext cx="5761737" cy="958964"/>
      </dsp:txXfrm>
    </dsp:sp>
    <dsp:sp modelId="{FBFB36A4-A0C4-4A7F-B9DA-D42169B07E29}">
      <dsp:nvSpPr>
        <dsp:cNvPr id="0" name=""/>
        <dsp:cNvSpPr/>
      </dsp:nvSpPr>
      <dsp:spPr>
        <a:xfrm>
          <a:off x="0" y="2182130"/>
          <a:ext cx="8379276" cy="9072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5CCF39-5B90-4662-8B8A-D5A70C847D00}">
      <dsp:nvSpPr>
        <dsp:cNvPr id="0" name=""/>
        <dsp:cNvSpPr/>
      </dsp:nvSpPr>
      <dsp:spPr>
        <a:xfrm>
          <a:off x="418963" y="1650770"/>
          <a:ext cx="5865493" cy="1062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702" tIns="0" rIns="221702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kern="1200" dirty="0"/>
            <a:t>2. Filtrer les idées</a:t>
          </a:r>
        </a:p>
      </dsp:txBody>
      <dsp:txXfrm>
        <a:off x="470841" y="1702648"/>
        <a:ext cx="5761737" cy="9589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1EEE8-6406-42A1-B53A-084CCF14E00E}">
      <dsp:nvSpPr>
        <dsp:cNvPr id="0" name=""/>
        <dsp:cNvSpPr/>
      </dsp:nvSpPr>
      <dsp:spPr>
        <a:xfrm>
          <a:off x="1408920" y="1785"/>
          <a:ext cx="2903599" cy="174215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Analyse fonctionnelle</a:t>
          </a:r>
        </a:p>
      </dsp:txBody>
      <dsp:txXfrm>
        <a:off x="1408920" y="1785"/>
        <a:ext cx="2903599" cy="1742159"/>
      </dsp:txXfrm>
    </dsp:sp>
    <dsp:sp modelId="{D9365BD8-C901-4D0C-9808-3268A3C038D9}">
      <dsp:nvSpPr>
        <dsp:cNvPr id="0" name=""/>
        <dsp:cNvSpPr/>
      </dsp:nvSpPr>
      <dsp:spPr>
        <a:xfrm>
          <a:off x="4602879" y="1785"/>
          <a:ext cx="2903599" cy="1742159"/>
        </a:xfrm>
        <a:prstGeom prst="rect">
          <a:avLst/>
        </a:prstGeom>
        <a:solidFill>
          <a:schemeClr val="accent2">
            <a:hueOff val="296529"/>
            <a:satOff val="-6628"/>
            <a:lumOff val="-627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Analyse par les attributs</a:t>
          </a:r>
        </a:p>
      </dsp:txBody>
      <dsp:txXfrm>
        <a:off x="4602879" y="1785"/>
        <a:ext cx="2903599" cy="1742159"/>
      </dsp:txXfrm>
    </dsp:sp>
    <dsp:sp modelId="{0CEDC336-D3FD-4DE2-9E72-52C5E3A2BF06}">
      <dsp:nvSpPr>
        <dsp:cNvPr id="0" name=""/>
        <dsp:cNvSpPr/>
      </dsp:nvSpPr>
      <dsp:spPr>
        <a:xfrm>
          <a:off x="1408920" y="2034304"/>
          <a:ext cx="2903599" cy="1742159"/>
        </a:xfrm>
        <a:prstGeom prst="rect">
          <a:avLst/>
        </a:prstGeom>
        <a:solidFill>
          <a:schemeClr val="accent2">
            <a:hueOff val="593057"/>
            <a:satOff val="-13255"/>
            <a:lumOff val="-1254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Brainstorming</a:t>
          </a:r>
        </a:p>
      </dsp:txBody>
      <dsp:txXfrm>
        <a:off x="1408920" y="2034304"/>
        <a:ext cx="2903599" cy="1742159"/>
      </dsp:txXfrm>
    </dsp:sp>
    <dsp:sp modelId="{DC76D764-5C4F-40FC-A271-73F2D64E89C2}">
      <dsp:nvSpPr>
        <dsp:cNvPr id="0" name=""/>
        <dsp:cNvSpPr/>
      </dsp:nvSpPr>
      <dsp:spPr>
        <a:xfrm>
          <a:off x="4602879" y="2034304"/>
          <a:ext cx="2903599" cy="1742159"/>
        </a:xfrm>
        <a:prstGeom prst="rect">
          <a:avLst/>
        </a:prstGeom>
        <a:solidFill>
          <a:schemeClr val="accent2">
            <a:hueOff val="889586"/>
            <a:satOff val="-19883"/>
            <a:lumOff val="-1882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Technique des groupes nominaux</a:t>
          </a:r>
        </a:p>
      </dsp:txBody>
      <dsp:txXfrm>
        <a:off x="4602879" y="2034304"/>
        <a:ext cx="2903599" cy="17421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B5AE75-075B-41BA-B344-F125FE2FF8D4}">
      <dsp:nvSpPr>
        <dsp:cNvPr id="0" name=""/>
        <dsp:cNvSpPr/>
      </dsp:nvSpPr>
      <dsp:spPr>
        <a:xfrm rot="5400000">
          <a:off x="5989428" y="-2632230"/>
          <a:ext cx="477607" cy="586186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Trouver une idée </a:t>
          </a:r>
        </a:p>
      </dsp:txBody>
      <dsp:txXfrm rot="-5400000">
        <a:off x="3297300" y="83213"/>
        <a:ext cx="5838550" cy="430977"/>
      </dsp:txXfrm>
    </dsp:sp>
    <dsp:sp modelId="{B3386223-0489-436C-AA7E-5620A922E4B2}">
      <dsp:nvSpPr>
        <dsp:cNvPr id="0" name=""/>
        <dsp:cNvSpPr/>
      </dsp:nvSpPr>
      <dsp:spPr>
        <a:xfrm>
          <a:off x="0" y="197"/>
          <a:ext cx="3297299" cy="5970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Identification</a:t>
          </a:r>
        </a:p>
      </dsp:txBody>
      <dsp:txXfrm>
        <a:off x="29144" y="29341"/>
        <a:ext cx="3239011" cy="538721"/>
      </dsp:txXfrm>
    </dsp:sp>
    <dsp:sp modelId="{8E9B6592-505B-49AA-A5E6-96D3DEFAE37F}">
      <dsp:nvSpPr>
        <dsp:cNvPr id="0" name=""/>
        <dsp:cNvSpPr/>
      </dsp:nvSpPr>
      <dsp:spPr>
        <a:xfrm rot="5400000">
          <a:off x="5989428" y="-2005370"/>
          <a:ext cx="477607" cy="586186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Bien définir pour mieux saisir</a:t>
          </a:r>
        </a:p>
      </dsp:txBody>
      <dsp:txXfrm rot="-5400000">
        <a:off x="3297300" y="710073"/>
        <a:ext cx="5838550" cy="430977"/>
      </dsp:txXfrm>
    </dsp:sp>
    <dsp:sp modelId="{2E414031-664B-4B29-A8EB-CD3D24D67B67}">
      <dsp:nvSpPr>
        <dsp:cNvPr id="0" name=""/>
        <dsp:cNvSpPr/>
      </dsp:nvSpPr>
      <dsp:spPr>
        <a:xfrm>
          <a:off x="0" y="627057"/>
          <a:ext cx="3297299" cy="5970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Formulation</a:t>
          </a:r>
        </a:p>
      </dsp:txBody>
      <dsp:txXfrm>
        <a:off x="29144" y="656201"/>
        <a:ext cx="3239011" cy="538721"/>
      </dsp:txXfrm>
    </dsp:sp>
    <dsp:sp modelId="{3686092B-A7F4-45FA-90BA-DD22A47995DB}">
      <dsp:nvSpPr>
        <dsp:cNvPr id="0" name=""/>
        <dsp:cNvSpPr/>
      </dsp:nvSpPr>
      <dsp:spPr>
        <a:xfrm rot="5400000">
          <a:off x="5989428" y="-1378509"/>
          <a:ext cx="477607" cy="586186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Faisabilité et profitabilité</a:t>
          </a:r>
        </a:p>
      </dsp:txBody>
      <dsp:txXfrm rot="-5400000">
        <a:off x="3297300" y="1336934"/>
        <a:ext cx="5838550" cy="430977"/>
      </dsp:txXfrm>
    </dsp:sp>
    <dsp:sp modelId="{593CE5C1-D13B-4677-85C2-9BDC17B6CD86}">
      <dsp:nvSpPr>
        <dsp:cNvPr id="0" name=""/>
        <dsp:cNvSpPr/>
      </dsp:nvSpPr>
      <dsp:spPr>
        <a:xfrm>
          <a:off x="0" y="1253918"/>
          <a:ext cx="3297299" cy="5970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Analyse &amp; évaluation :</a:t>
          </a:r>
        </a:p>
      </dsp:txBody>
      <dsp:txXfrm>
        <a:off x="29144" y="1283062"/>
        <a:ext cx="3239011" cy="538721"/>
      </dsp:txXfrm>
    </dsp:sp>
    <dsp:sp modelId="{455663DC-0504-41E3-BD88-2750B0E7150C}">
      <dsp:nvSpPr>
        <dsp:cNvPr id="0" name=""/>
        <dsp:cNvSpPr/>
      </dsp:nvSpPr>
      <dsp:spPr>
        <a:xfrm rot="5400000">
          <a:off x="5989428" y="-751649"/>
          <a:ext cx="477607" cy="586186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/>
            <a:t>Go</a:t>
          </a:r>
          <a:r>
            <a:rPr lang="fr-FR" sz="2300" kern="1200" dirty="0"/>
            <a:t>, no go, tiroir à projets ?</a:t>
          </a:r>
        </a:p>
      </dsp:txBody>
      <dsp:txXfrm rot="-5400000">
        <a:off x="3297300" y="1963794"/>
        <a:ext cx="5838550" cy="430977"/>
      </dsp:txXfrm>
    </dsp:sp>
    <dsp:sp modelId="{18517D01-42EB-452F-A819-34B8A3CF7BEE}">
      <dsp:nvSpPr>
        <dsp:cNvPr id="0" name=""/>
        <dsp:cNvSpPr/>
      </dsp:nvSpPr>
      <dsp:spPr>
        <a:xfrm>
          <a:off x="0" y="1880778"/>
          <a:ext cx="3297299" cy="5970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Décision</a:t>
          </a:r>
        </a:p>
      </dsp:txBody>
      <dsp:txXfrm>
        <a:off x="29144" y="1909922"/>
        <a:ext cx="3239011" cy="538721"/>
      </dsp:txXfrm>
    </dsp:sp>
    <dsp:sp modelId="{590E12CA-2BBD-437B-B511-322C75AF114F}">
      <dsp:nvSpPr>
        <dsp:cNvPr id="0" name=""/>
        <dsp:cNvSpPr/>
      </dsp:nvSpPr>
      <dsp:spPr>
        <a:xfrm rot="5400000">
          <a:off x="5989428" y="-124789"/>
          <a:ext cx="477607" cy="586186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Organisation</a:t>
          </a:r>
        </a:p>
      </dsp:txBody>
      <dsp:txXfrm rot="-5400000">
        <a:off x="3297300" y="2590654"/>
        <a:ext cx="5838550" cy="430977"/>
      </dsp:txXfrm>
    </dsp:sp>
    <dsp:sp modelId="{7CB1293E-7143-4A05-A3E5-7BAAB1804A74}">
      <dsp:nvSpPr>
        <dsp:cNvPr id="0" name=""/>
        <dsp:cNvSpPr/>
      </dsp:nvSpPr>
      <dsp:spPr>
        <a:xfrm>
          <a:off x="0" y="2507638"/>
          <a:ext cx="3297299" cy="5970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Planification</a:t>
          </a:r>
        </a:p>
      </dsp:txBody>
      <dsp:txXfrm>
        <a:off x="29144" y="2536782"/>
        <a:ext cx="3239011" cy="538721"/>
      </dsp:txXfrm>
    </dsp:sp>
    <dsp:sp modelId="{436EC120-6E74-4B97-BD14-E7C9969346C8}">
      <dsp:nvSpPr>
        <dsp:cNvPr id="0" name=""/>
        <dsp:cNvSpPr/>
      </dsp:nvSpPr>
      <dsp:spPr>
        <a:xfrm rot="5400000">
          <a:off x="5989428" y="502070"/>
          <a:ext cx="477607" cy="586186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Budget, échéancier, qualité et risques</a:t>
          </a:r>
        </a:p>
      </dsp:txBody>
      <dsp:txXfrm rot="-5400000">
        <a:off x="3297300" y="3217514"/>
        <a:ext cx="5838550" cy="430977"/>
      </dsp:txXfrm>
    </dsp:sp>
    <dsp:sp modelId="{D8CDCE0A-F148-4660-B36B-224AE9084EA5}">
      <dsp:nvSpPr>
        <dsp:cNvPr id="0" name=""/>
        <dsp:cNvSpPr/>
      </dsp:nvSpPr>
      <dsp:spPr>
        <a:xfrm>
          <a:off x="0" y="3134498"/>
          <a:ext cx="3297299" cy="5970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Exécution, suivi &amp; contrôle :</a:t>
          </a:r>
        </a:p>
      </dsp:txBody>
      <dsp:txXfrm>
        <a:off x="29144" y="3163642"/>
        <a:ext cx="3239011" cy="538721"/>
      </dsp:txXfrm>
    </dsp:sp>
    <dsp:sp modelId="{36A73B57-F12D-4692-9BA3-D74888BC383B}">
      <dsp:nvSpPr>
        <dsp:cNvPr id="0" name=""/>
        <dsp:cNvSpPr/>
      </dsp:nvSpPr>
      <dsp:spPr>
        <a:xfrm rot="5400000">
          <a:off x="5989428" y="1128930"/>
          <a:ext cx="477607" cy="586186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Déploiement et/ou livraison</a:t>
          </a:r>
        </a:p>
      </dsp:txBody>
      <dsp:txXfrm rot="-5400000">
        <a:off x="3297300" y="3844374"/>
        <a:ext cx="5838550" cy="430977"/>
      </dsp:txXfrm>
    </dsp:sp>
    <dsp:sp modelId="{193F507F-7E8C-4118-81CA-7B1D971BC2C8}">
      <dsp:nvSpPr>
        <dsp:cNvPr id="0" name=""/>
        <dsp:cNvSpPr/>
      </dsp:nvSpPr>
      <dsp:spPr>
        <a:xfrm>
          <a:off x="0" y="3761358"/>
          <a:ext cx="3297299" cy="5970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Opérationnalisation</a:t>
          </a:r>
        </a:p>
      </dsp:txBody>
      <dsp:txXfrm>
        <a:off x="29144" y="3790502"/>
        <a:ext cx="3239011" cy="538721"/>
      </dsp:txXfrm>
    </dsp:sp>
    <dsp:sp modelId="{6915B1C6-3D90-463F-8D6F-E1F754615D62}">
      <dsp:nvSpPr>
        <dsp:cNvPr id="0" name=""/>
        <dsp:cNvSpPr/>
      </dsp:nvSpPr>
      <dsp:spPr>
        <a:xfrm rot="5400000">
          <a:off x="5989428" y="1755790"/>
          <a:ext cx="477607" cy="586186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/>
            <a:t>post-mortem</a:t>
          </a:r>
          <a:endParaRPr lang="fr-FR" sz="2300" kern="1200" dirty="0"/>
        </a:p>
      </dsp:txBody>
      <dsp:txXfrm rot="-5400000">
        <a:off x="3297300" y="4471234"/>
        <a:ext cx="5838550" cy="430977"/>
      </dsp:txXfrm>
    </dsp:sp>
    <dsp:sp modelId="{FA6DD6DD-A388-490E-A568-8EEEC97CA85E}">
      <dsp:nvSpPr>
        <dsp:cNvPr id="0" name=""/>
        <dsp:cNvSpPr/>
      </dsp:nvSpPr>
      <dsp:spPr>
        <a:xfrm>
          <a:off x="0" y="4388218"/>
          <a:ext cx="3297299" cy="5970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Post-évaluation</a:t>
          </a:r>
        </a:p>
      </dsp:txBody>
      <dsp:txXfrm>
        <a:off x="29144" y="4417362"/>
        <a:ext cx="3239011" cy="53872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49E434-BE1D-47F6-8D05-28900330B290}">
      <dsp:nvSpPr>
        <dsp:cNvPr id="0" name=""/>
        <dsp:cNvSpPr/>
      </dsp:nvSpPr>
      <dsp:spPr>
        <a:xfrm>
          <a:off x="0" y="549169"/>
          <a:ext cx="8379276" cy="9072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DC1D81-52D3-460A-A3FE-21302F165232}">
      <dsp:nvSpPr>
        <dsp:cNvPr id="0" name=""/>
        <dsp:cNvSpPr/>
      </dsp:nvSpPr>
      <dsp:spPr>
        <a:xfrm>
          <a:off x="418963" y="17809"/>
          <a:ext cx="5865493" cy="1062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702" tIns="0" rIns="221702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kern="1200" dirty="0"/>
            <a:t>1. Générer des idées</a:t>
          </a:r>
        </a:p>
      </dsp:txBody>
      <dsp:txXfrm>
        <a:off x="470841" y="69687"/>
        <a:ext cx="5761737" cy="958964"/>
      </dsp:txXfrm>
    </dsp:sp>
    <dsp:sp modelId="{FBFB36A4-A0C4-4A7F-B9DA-D42169B07E29}">
      <dsp:nvSpPr>
        <dsp:cNvPr id="0" name=""/>
        <dsp:cNvSpPr/>
      </dsp:nvSpPr>
      <dsp:spPr>
        <a:xfrm>
          <a:off x="0" y="2182130"/>
          <a:ext cx="8379276" cy="9072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5CCF39-5B90-4662-8B8A-D5A70C847D00}">
      <dsp:nvSpPr>
        <dsp:cNvPr id="0" name=""/>
        <dsp:cNvSpPr/>
      </dsp:nvSpPr>
      <dsp:spPr>
        <a:xfrm>
          <a:off x="418963" y="1650770"/>
          <a:ext cx="5865493" cy="1062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702" tIns="0" rIns="221702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b="1" kern="1200" dirty="0"/>
            <a:t>2. Filtrer les idées</a:t>
          </a:r>
        </a:p>
      </dsp:txBody>
      <dsp:txXfrm>
        <a:off x="470841" y="1702648"/>
        <a:ext cx="5761737" cy="95896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A849A3-C46C-486E-B4C8-348A96B33431}">
      <dsp:nvSpPr>
        <dsp:cNvPr id="0" name=""/>
        <dsp:cNvSpPr/>
      </dsp:nvSpPr>
      <dsp:spPr>
        <a:xfrm>
          <a:off x="401" y="140022"/>
          <a:ext cx="5195891" cy="10771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Méthode managériale</a:t>
          </a:r>
        </a:p>
      </dsp:txBody>
      <dsp:txXfrm>
        <a:off x="401" y="140022"/>
        <a:ext cx="5195891" cy="1077151"/>
      </dsp:txXfrm>
    </dsp:sp>
    <dsp:sp modelId="{F12CA275-C29D-4DA8-8910-27F6B6F368A1}">
      <dsp:nvSpPr>
        <dsp:cNvPr id="0" name=""/>
        <dsp:cNvSpPr/>
      </dsp:nvSpPr>
      <dsp:spPr>
        <a:xfrm>
          <a:off x="401" y="1140592"/>
          <a:ext cx="5195891" cy="404201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b="1" kern="1200" dirty="0">
              <a:solidFill>
                <a:srgbClr val="22259C"/>
              </a:solidFill>
              <a:cs typeface="Times New Roman" pitchFamily="18" charset="0"/>
            </a:rPr>
            <a:t>SMART</a:t>
          </a:r>
          <a:r>
            <a:rPr lang="fr-FR" sz="2400" b="1" kern="1200" dirty="0">
              <a:cs typeface="Times New Roman" pitchFamily="18" charset="0"/>
            </a:rPr>
            <a:t> </a:t>
          </a:r>
          <a:r>
            <a:rPr lang="fr-FR" sz="2100" kern="1200" dirty="0">
              <a:cs typeface="Times New Roman" pitchFamily="18" charset="0"/>
            </a:rPr>
            <a:t>				                            Oui         </a:t>
          </a:r>
          <a:r>
            <a:rPr lang="fr-FR" sz="2100" kern="1200" dirty="0">
              <a:solidFill>
                <a:srgbClr val="FF0000"/>
              </a:solidFill>
              <a:cs typeface="Times New Roman" pitchFamily="18" charset="0"/>
            </a:rPr>
            <a:t>Non</a:t>
          </a:r>
          <a:endParaRPr lang="fr-FR" sz="21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>
              <a:solidFill>
                <a:srgbClr val="22259C"/>
              </a:solidFill>
              <a:cs typeface="Times New Roman" pitchFamily="18" charset="0"/>
            </a:rPr>
            <a:t>S</a:t>
          </a:r>
          <a:r>
            <a:rPr lang="fr-FR" sz="2000" kern="1200" dirty="0">
              <a:cs typeface="Times New Roman" pitchFamily="18" charset="0"/>
            </a:rPr>
            <a:t>pécificités connues </a:t>
          </a:r>
          <a:r>
            <a:rPr lang="fr-FR" sz="2100" kern="1200" dirty="0">
              <a:cs typeface="Times New Roman" pitchFamily="18" charset="0"/>
            </a:rPr>
            <a:t>		  </a:t>
          </a:r>
          <a:endParaRPr lang="fr-FR" sz="2100" kern="1200" dirty="0">
            <a:solidFill>
              <a:srgbClr val="FF0000"/>
            </a:solidFill>
            <a:cs typeface="Times New Roman" pitchFamily="18" charset="0"/>
          </a:endParaRP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>
              <a:cs typeface="Times New Roman" pitchFamily="18" charset="0"/>
            </a:rPr>
            <a:t>Input et output</a:t>
          </a:r>
          <a:r>
            <a:rPr lang="fr-FR" sz="2100" kern="1200" dirty="0">
              <a:solidFill>
                <a:srgbClr val="22259C"/>
              </a:solidFill>
              <a:cs typeface="Times New Roman" pitchFamily="18" charset="0"/>
            </a:rPr>
            <a:t> M</a:t>
          </a:r>
          <a:r>
            <a:rPr lang="fr-FR" sz="2100" kern="1200" dirty="0">
              <a:cs typeface="Times New Roman" pitchFamily="18" charset="0"/>
            </a:rPr>
            <a:t>esurables	</a:t>
          </a:r>
          <a:endParaRPr lang="fr-FR" sz="2100" kern="1200" dirty="0">
            <a:solidFill>
              <a:srgbClr val="FF0000"/>
            </a:solidFill>
            <a:cs typeface="Times New Roman" pitchFamily="18" charset="0"/>
          </a:endParaRP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>
              <a:cs typeface="Times New Roman" pitchFamily="18" charset="0"/>
            </a:rPr>
            <a:t>Objectifs </a:t>
          </a:r>
          <a:r>
            <a:rPr lang="fr-FR" sz="2100" kern="1200" dirty="0">
              <a:solidFill>
                <a:srgbClr val="22259C"/>
              </a:solidFill>
              <a:cs typeface="Times New Roman" pitchFamily="18" charset="0"/>
            </a:rPr>
            <a:t>A</a:t>
          </a:r>
          <a:r>
            <a:rPr lang="fr-FR" sz="2100" kern="1200" dirty="0">
              <a:cs typeface="Times New Roman" pitchFamily="18" charset="0"/>
            </a:rPr>
            <a:t>tteignables et but </a:t>
          </a:r>
          <a:r>
            <a:rPr lang="fr-FR" sz="2100" kern="1200" dirty="0">
              <a:solidFill>
                <a:srgbClr val="22259C"/>
              </a:solidFill>
              <a:cs typeface="Times New Roman" pitchFamily="18" charset="0"/>
            </a:rPr>
            <a:t>R</a:t>
          </a:r>
          <a:r>
            <a:rPr lang="fr-FR" sz="2100" kern="1200" dirty="0">
              <a:cs typeface="Times New Roman" pitchFamily="18" charset="0"/>
            </a:rPr>
            <a:t>éalisable			    </a:t>
          </a:r>
          <a:endParaRPr lang="fr-FR" sz="2100" kern="1200" dirty="0">
            <a:solidFill>
              <a:srgbClr val="FF0000"/>
            </a:solidFill>
            <a:cs typeface="Times New Roman" pitchFamily="18" charset="0"/>
          </a:endParaRP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>
              <a:cs typeface="Times New Roman" pitchFamily="18" charset="0"/>
            </a:rPr>
            <a:t>Processus limité dans le </a:t>
          </a:r>
          <a:r>
            <a:rPr lang="fr-FR" sz="2100" kern="1200" dirty="0">
              <a:solidFill>
                <a:srgbClr val="22259C"/>
              </a:solidFill>
              <a:cs typeface="Times New Roman" pitchFamily="18" charset="0"/>
            </a:rPr>
            <a:t>T</a:t>
          </a:r>
          <a:r>
            <a:rPr lang="fr-FR" sz="2100" kern="1200" dirty="0">
              <a:cs typeface="Times New Roman" pitchFamily="18" charset="0"/>
            </a:rPr>
            <a:t>emps, ayant un début et une fin prévisibles </a:t>
          </a:r>
          <a:endParaRPr lang="fr-CA" sz="2100" kern="1200" dirty="0">
            <a:solidFill>
              <a:srgbClr val="FF0000"/>
            </a:solidFill>
            <a:cs typeface="Arial" charset="0"/>
          </a:endParaRPr>
        </a:p>
      </dsp:txBody>
      <dsp:txXfrm>
        <a:off x="401" y="1140592"/>
        <a:ext cx="5195891" cy="4042012"/>
      </dsp:txXfrm>
    </dsp:sp>
    <dsp:sp modelId="{B503B774-2694-46B7-ADFF-126ED30A5E26}">
      <dsp:nvSpPr>
        <dsp:cNvPr id="0" name=""/>
        <dsp:cNvSpPr/>
      </dsp:nvSpPr>
      <dsp:spPr>
        <a:xfrm>
          <a:off x="5923718" y="184328"/>
          <a:ext cx="5731068" cy="975113"/>
        </a:xfrm>
        <a:prstGeom prst="rect">
          <a:avLst/>
        </a:prstGeom>
        <a:solidFill>
          <a:schemeClr val="accent2">
            <a:hueOff val="889586"/>
            <a:satOff val="-19883"/>
            <a:lumOff val="-18823"/>
            <a:alphaOff val="0"/>
          </a:schemeClr>
        </a:solidFill>
        <a:ln w="15875" cap="rnd" cmpd="sng" algn="ctr">
          <a:solidFill>
            <a:schemeClr val="accent2">
              <a:hueOff val="889586"/>
              <a:satOff val="-19883"/>
              <a:lumOff val="-188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Méthode stratégique</a:t>
          </a:r>
        </a:p>
      </dsp:txBody>
      <dsp:txXfrm>
        <a:off x="5923718" y="184328"/>
        <a:ext cx="5731068" cy="975113"/>
      </dsp:txXfrm>
    </dsp:sp>
    <dsp:sp modelId="{A4260177-68D6-48C7-977A-B73426023A8F}">
      <dsp:nvSpPr>
        <dsp:cNvPr id="0" name=""/>
        <dsp:cNvSpPr/>
      </dsp:nvSpPr>
      <dsp:spPr>
        <a:xfrm>
          <a:off x="5945878" y="1096286"/>
          <a:ext cx="5686747" cy="4042012"/>
        </a:xfrm>
        <a:prstGeom prst="rect">
          <a:avLst/>
        </a:prstGeom>
        <a:solidFill>
          <a:schemeClr val="accent2">
            <a:tint val="40000"/>
            <a:alpha val="90000"/>
            <a:hueOff val="982142"/>
            <a:satOff val="-50066"/>
            <a:lumOff val="-5179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982142"/>
              <a:satOff val="-50066"/>
              <a:lumOff val="-51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ctr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800" b="1" kern="1200" dirty="0">
              <a:solidFill>
                <a:srgbClr val="22259C"/>
              </a:solidFill>
              <a:cs typeface="Times New Roman" pitchFamily="18" charset="0"/>
            </a:rPr>
            <a:t>SAFE</a:t>
          </a:r>
          <a:r>
            <a:rPr lang="fr-FR" sz="2800" b="1" kern="1200" dirty="0">
              <a:solidFill>
                <a:srgbClr val="FF0000"/>
              </a:solidFill>
              <a:cs typeface="Times New Roman" pitchFamily="18" charset="0"/>
            </a:rPr>
            <a:t> 	</a:t>
          </a:r>
          <a:r>
            <a:rPr lang="fr-FR" sz="2000" kern="1200" dirty="0">
              <a:solidFill>
                <a:srgbClr val="FF0000"/>
              </a:solidFill>
              <a:cs typeface="Times New Roman" pitchFamily="18" charset="0"/>
            </a:rPr>
            <a:t>				                                          </a:t>
          </a:r>
          <a:r>
            <a:rPr lang="fr-FR" sz="2000" kern="1200" dirty="0">
              <a:cs typeface="Times New Roman" pitchFamily="18" charset="0"/>
            </a:rPr>
            <a:t>Oui  </a:t>
          </a:r>
          <a:r>
            <a:rPr lang="fr-FR" sz="2000" kern="1200" dirty="0">
              <a:solidFill>
                <a:srgbClr val="FF0000"/>
              </a:solidFill>
              <a:cs typeface="Times New Roman" pitchFamily="18" charset="0"/>
            </a:rPr>
            <a:t>Non</a:t>
          </a:r>
          <a:endParaRPr lang="fr-FR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>
              <a:solidFill>
                <a:srgbClr val="22259C"/>
              </a:solidFill>
              <a:cs typeface="Times New Roman" pitchFamily="18" charset="0"/>
            </a:rPr>
            <a:t>S</a:t>
          </a:r>
          <a:r>
            <a:rPr lang="fr-FR" sz="2000" kern="1200" dirty="0">
              <a:cs typeface="Times New Roman" pitchFamily="18" charset="0"/>
            </a:rPr>
            <a:t>ouhaitable par les dirigeants		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>
              <a:solidFill>
                <a:srgbClr val="22259C"/>
              </a:solidFill>
              <a:cs typeface="Times New Roman" pitchFamily="18" charset="0"/>
            </a:rPr>
            <a:t>A</a:t>
          </a:r>
          <a:r>
            <a:rPr lang="fr-FR" sz="2000" kern="1200" dirty="0">
              <a:cs typeface="Times New Roman" pitchFamily="18" charset="0"/>
            </a:rPr>
            <a:t>cceptable du point de vue normes, législation, brevets, opinion public  </a:t>
          </a:r>
          <a:endParaRPr lang="fr-FR" sz="2000" kern="1200" dirty="0">
            <a:solidFill>
              <a:srgbClr val="FF0000"/>
            </a:solidFill>
            <a:cs typeface="Times New Roman" pitchFamily="18" charset="0"/>
          </a:endParaRP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>
              <a:solidFill>
                <a:srgbClr val="22259C"/>
              </a:solidFill>
              <a:cs typeface="Times New Roman" pitchFamily="18" charset="0"/>
            </a:rPr>
            <a:t>F</a:t>
          </a:r>
          <a:r>
            <a:rPr lang="fr-FR" sz="2000" kern="1200" dirty="0">
              <a:cs typeface="Times New Roman" pitchFamily="18" charset="0"/>
            </a:rPr>
            <a:t>aisable : habilités techniques, expertises, capacités financières</a:t>
          </a:r>
          <a:endParaRPr lang="fr-FR" sz="2000" kern="1200" dirty="0">
            <a:solidFill>
              <a:srgbClr val="FF0000"/>
            </a:solidFill>
            <a:cs typeface="Arial" charset="0"/>
          </a:endParaRP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>
              <a:solidFill>
                <a:srgbClr val="22259C"/>
              </a:solidFill>
              <a:cs typeface="Arial" charset="0"/>
            </a:rPr>
            <a:t>E</a:t>
          </a:r>
          <a:r>
            <a:rPr lang="fr-FR" sz="2000" kern="1200" dirty="0">
              <a:solidFill>
                <a:schemeClr val="tx2"/>
              </a:solidFill>
              <a:cs typeface="Arial" charset="0"/>
            </a:rPr>
            <a:t>ntrepreneurial</a:t>
          </a:r>
          <a:r>
            <a:rPr lang="fr-FR" sz="2000" kern="1200" dirty="0">
              <a:cs typeface="Arial" charset="0"/>
            </a:rPr>
            <a:t> : génère de la valeur				</a:t>
          </a:r>
          <a:endParaRPr lang="fr-CA" sz="2000" kern="1200" dirty="0">
            <a:cs typeface="Arial" charset="0"/>
          </a:endParaRPr>
        </a:p>
      </dsp:txBody>
      <dsp:txXfrm>
        <a:off x="5945878" y="1096286"/>
        <a:ext cx="5686747" cy="40420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53DE51-CB2B-4ECE-A189-C2328766F0E3}">
      <dsp:nvSpPr>
        <dsp:cNvPr id="0" name=""/>
        <dsp:cNvSpPr/>
      </dsp:nvSpPr>
      <dsp:spPr>
        <a:xfrm>
          <a:off x="0" y="199669"/>
          <a:ext cx="5121048" cy="720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Méthodes analytiques</a:t>
          </a:r>
        </a:p>
      </dsp:txBody>
      <dsp:txXfrm>
        <a:off x="0" y="199669"/>
        <a:ext cx="5121048" cy="720000"/>
      </dsp:txXfrm>
    </dsp:sp>
    <dsp:sp modelId="{E6B67B53-A27E-4C61-A607-38114DF16296}">
      <dsp:nvSpPr>
        <dsp:cNvPr id="0" name=""/>
        <dsp:cNvSpPr/>
      </dsp:nvSpPr>
      <dsp:spPr>
        <a:xfrm>
          <a:off x="53" y="889997"/>
          <a:ext cx="5121048" cy="481232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b="1" kern="1200" dirty="0"/>
            <a:t>Sans pointage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b="1" kern="1200" dirty="0"/>
            <a:t>Pointage non pondéré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b="1" kern="1200" dirty="0"/>
            <a:t>Pointage pondéré</a:t>
          </a:r>
        </a:p>
      </dsp:txBody>
      <dsp:txXfrm>
        <a:off x="53" y="889997"/>
        <a:ext cx="5121048" cy="4812328"/>
      </dsp:txXfrm>
    </dsp:sp>
    <dsp:sp modelId="{3D97DA6A-773E-488D-874F-2226AF448726}">
      <dsp:nvSpPr>
        <dsp:cNvPr id="0" name=""/>
        <dsp:cNvSpPr/>
      </dsp:nvSpPr>
      <dsp:spPr>
        <a:xfrm>
          <a:off x="5838048" y="169997"/>
          <a:ext cx="5121048" cy="7200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Méthodes intuitives</a:t>
          </a:r>
        </a:p>
      </dsp:txBody>
      <dsp:txXfrm>
        <a:off x="5838048" y="169997"/>
        <a:ext cx="5121048" cy="720000"/>
      </dsp:txXfrm>
    </dsp:sp>
    <dsp:sp modelId="{178A79E9-0BEC-4D31-B8F4-E97216AE5D63}">
      <dsp:nvSpPr>
        <dsp:cNvPr id="0" name=""/>
        <dsp:cNvSpPr/>
      </dsp:nvSpPr>
      <dsp:spPr>
        <a:xfrm>
          <a:off x="5838048" y="889997"/>
          <a:ext cx="5121048" cy="481232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 dirty="0"/>
            <a:t>basées sur des considérations politiques, entrepreneuriales, contextuelles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 </a:t>
          </a:r>
          <a:r>
            <a:rPr lang="en-US" sz="2500" b="1" kern="1200" dirty="0" err="1"/>
            <a:t>Préférence</a:t>
          </a:r>
          <a:r>
            <a:rPr lang="en-US" sz="2500" b="1" kern="1200" dirty="0"/>
            <a:t> </a:t>
          </a:r>
          <a:r>
            <a:rPr lang="en-US" sz="2500" b="1" kern="1200" dirty="0" err="1"/>
            <a:t>légitime</a:t>
          </a:r>
          <a:r>
            <a:rPr lang="en-US" sz="2500" kern="1200" dirty="0"/>
            <a:t>‘‘It's that I want and nothing else’’</a:t>
          </a:r>
          <a:endParaRPr lang="fr-FR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 </a:t>
          </a:r>
          <a:r>
            <a:rPr lang="en-US" sz="2500" b="1" kern="1200" dirty="0"/>
            <a:t>Opportunité plausible </a:t>
          </a:r>
          <a:r>
            <a:rPr lang="en-US" sz="2500" kern="1200" dirty="0"/>
            <a:t>: ‘‘The right thing at the right moment’’</a:t>
          </a:r>
          <a:endParaRPr lang="fr-FR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 </a:t>
          </a:r>
          <a:r>
            <a:rPr lang="en-US" sz="2500" b="1" kern="1200" dirty="0"/>
            <a:t>Situation d’urgence : </a:t>
          </a:r>
          <a:r>
            <a:rPr lang="en-US" sz="2500" kern="1200" dirty="0"/>
            <a:t>‘‘It is now or never’’</a:t>
          </a:r>
          <a:endParaRPr lang="fr-FR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 </a:t>
          </a:r>
          <a:r>
            <a:rPr lang="en-US" sz="2500" b="1" kern="1200" dirty="0"/>
            <a:t>La pression concurrentielle : </a:t>
          </a:r>
          <a:r>
            <a:rPr lang="en-US" sz="2500" kern="1200" dirty="0"/>
            <a:t>‘‘We've to catch up them’’</a:t>
          </a:r>
          <a:endParaRPr lang="fr-FR" sz="2500" kern="1200" dirty="0"/>
        </a:p>
      </dsp:txBody>
      <dsp:txXfrm>
        <a:off x="5838048" y="889997"/>
        <a:ext cx="5121048" cy="481232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DC775-63E8-4395-BF68-587AD8BED221}">
      <dsp:nvSpPr>
        <dsp:cNvPr id="0" name=""/>
        <dsp:cNvSpPr/>
      </dsp:nvSpPr>
      <dsp:spPr>
        <a:xfrm>
          <a:off x="4641" y="696628"/>
          <a:ext cx="2029363" cy="12176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Identification</a:t>
          </a:r>
          <a:r>
            <a:rPr lang="fr-FR" sz="2000" kern="1200" dirty="0"/>
            <a:t> </a:t>
          </a:r>
        </a:p>
      </dsp:txBody>
      <dsp:txXfrm>
        <a:off x="40304" y="732291"/>
        <a:ext cx="1958037" cy="1146292"/>
      </dsp:txXfrm>
    </dsp:sp>
    <dsp:sp modelId="{E8439967-794B-4526-851B-1ACADBC8FD8D}">
      <dsp:nvSpPr>
        <dsp:cNvPr id="0" name=""/>
        <dsp:cNvSpPr/>
      </dsp:nvSpPr>
      <dsp:spPr>
        <a:xfrm>
          <a:off x="2212588" y="1053796"/>
          <a:ext cx="430225" cy="503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2212588" y="1154452"/>
        <a:ext cx="301158" cy="301970"/>
      </dsp:txXfrm>
    </dsp:sp>
    <dsp:sp modelId="{BD172ADC-4714-4B21-819A-545F87259A4B}">
      <dsp:nvSpPr>
        <dsp:cNvPr id="0" name=""/>
        <dsp:cNvSpPr/>
      </dsp:nvSpPr>
      <dsp:spPr>
        <a:xfrm>
          <a:off x="2845750" y="696628"/>
          <a:ext cx="2029363" cy="12176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Formulation</a:t>
          </a:r>
          <a:r>
            <a:rPr lang="fr-FR" sz="2000" kern="1200" dirty="0"/>
            <a:t> </a:t>
          </a:r>
        </a:p>
      </dsp:txBody>
      <dsp:txXfrm>
        <a:off x="2881413" y="732291"/>
        <a:ext cx="1958037" cy="1146292"/>
      </dsp:txXfrm>
    </dsp:sp>
    <dsp:sp modelId="{2F82CA1D-0A8D-4515-9692-B346F544E1F9}">
      <dsp:nvSpPr>
        <dsp:cNvPr id="0" name=""/>
        <dsp:cNvSpPr/>
      </dsp:nvSpPr>
      <dsp:spPr>
        <a:xfrm>
          <a:off x="5053697" y="1053796"/>
          <a:ext cx="430225" cy="503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5053697" y="1154452"/>
        <a:ext cx="301158" cy="301970"/>
      </dsp:txXfrm>
    </dsp:sp>
    <dsp:sp modelId="{35938E07-C209-4E4F-A258-9396B4B41FA3}">
      <dsp:nvSpPr>
        <dsp:cNvPr id="0" name=""/>
        <dsp:cNvSpPr/>
      </dsp:nvSpPr>
      <dsp:spPr>
        <a:xfrm>
          <a:off x="5686859" y="696628"/>
          <a:ext cx="2029363" cy="12176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Analyse</a:t>
          </a:r>
          <a:r>
            <a:rPr lang="fr-FR" sz="2000" kern="1200" dirty="0"/>
            <a:t> &amp; </a:t>
          </a:r>
          <a:r>
            <a:rPr lang="fr-FR" sz="2000" b="1" kern="1200" dirty="0"/>
            <a:t>évaluation</a:t>
          </a:r>
        </a:p>
      </dsp:txBody>
      <dsp:txXfrm>
        <a:off x="5722522" y="732291"/>
        <a:ext cx="1958037" cy="1146292"/>
      </dsp:txXfrm>
    </dsp:sp>
    <dsp:sp modelId="{9B4B268A-C9E9-4260-AF09-F6DE67D8A1FC}">
      <dsp:nvSpPr>
        <dsp:cNvPr id="0" name=""/>
        <dsp:cNvSpPr/>
      </dsp:nvSpPr>
      <dsp:spPr>
        <a:xfrm>
          <a:off x="7894806" y="1053796"/>
          <a:ext cx="430225" cy="503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7894806" y="1154452"/>
        <a:ext cx="301158" cy="301970"/>
      </dsp:txXfrm>
    </dsp:sp>
    <dsp:sp modelId="{8A67B814-7991-4419-87B7-0898DAD526A0}">
      <dsp:nvSpPr>
        <dsp:cNvPr id="0" name=""/>
        <dsp:cNvSpPr/>
      </dsp:nvSpPr>
      <dsp:spPr>
        <a:xfrm>
          <a:off x="8527968" y="696628"/>
          <a:ext cx="2029363" cy="12176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Décision</a:t>
          </a:r>
        </a:p>
      </dsp:txBody>
      <dsp:txXfrm>
        <a:off x="8563631" y="732291"/>
        <a:ext cx="1958037" cy="1146292"/>
      </dsp:txXfrm>
    </dsp:sp>
    <dsp:sp modelId="{231139D8-9B53-485D-B8E4-2A45ED227CAF}">
      <dsp:nvSpPr>
        <dsp:cNvPr id="0" name=""/>
        <dsp:cNvSpPr/>
      </dsp:nvSpPr>
      <dsp:spPr>
        <a:xfrm rot="5400000">
          <a:off x="9327537" y="2056301"/>
          <a:ext cx="430225" cy="503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 rot="-5400000">
        <a:off x="9391665" y="2092830"/>
        <a:ext cx="301970" cy="301158"/>
      </dsp:txXfrm>
    </dsp:sp>
    <dsp:sp modelId="{ABE4D707-696B-49CA-905A-BF466C77B862}">
      <dsp:nvSpPr>
        <dsp:cNvPr id="0" name=""/>
        <dsp:cNvSpPr/>
      </dsp:nvSpPr>
      <dsp:spPr>
        <a:xfrm>
          <a:off x="8527968" y="2725991"/>
          <a:ext cx="2029363" cy="12176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Planification</a:t>
          </a:r>
        </a:p>
      </dsp:txBody>
      <dsp:txXfrm>
        <a:off x="8563631" y="2761654"/>
        <a:ext cx="1958037" cy="1146292"/>
      </dsp:txXfrm>
    </dsp:sp>
    <dsp:sp modelId="{42B6BD58-2EE3-47C8-89A5-40E367F62FB9}">
      <dsp:nvSpPr>
        <dsp:cNvPr id="0" name=""/>
        <dsp:cNvSpPr/>
      </dsp:nvSpPr>
      <dsp:spPr>
        <a:xfrm rot="10800000">
          <a:off x="7919159" y="3083159"/>
          <a:ext cx="430225" cy="503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 rot="10800000">
        <a:off x="8048226" y="3183815"/>
        <a:ext cx="301158" cy="301970"/>
      </dsp:txXfrm>
    </dsp:sp>
    <dsp:sp modelId="{4A55A49A-E914-4354-BC53-4AC61E7233CD}">
      <dsp:nvSpPr>
        <dsp:cNvPr id="0" name=""/>
        <dsp:cNvSpPr/>
      </dsp:nvSpPr>
      <dsp:spPr>
        <a:xfrm>
          <a:off x="5686859" y="2725991"/>
          <a:ext cx="2029363" cy="12176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Exécution, Suivi &amp; Contrôle</a:t>
          </a:r>
        </a:p>
      </dsp:txBody>
      <dsp:txXfrm>
        <a:off x="5722522" y="2761654"/>
        <a:ext cx="1958037" cy="1146292"/>
      </dsp:txXfrm>
    </dsp:sp>
    <dsp:sp modelId="{223CC472-419F-411D-B734-FA567D99B063}">
      <dsp:nvSpPr>
        <dsp:cNvPr id="0" name=""/>
        <dsp:cNvSpPr/>
      </dsp:nvSpPr>
      <dsp:spPr>
        <a:xfrm rot="10800000">
          <a:off x="5078050" y="3083159"/>
          <a:ext cx="430225" cy="503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 rot="10800000">
        <a:off x="5207117" y="3183815"/>
        <a:ext cx="301158" cy="301970"/>
      </dsp:txXfrm>
    </dsp:sp>
    <dsp:sp modelId="{4A0DECE1-8626-445F-9D4B-D578FB295F3B}">
      <dsp:nvSpPr>
        <dsp:cNvPr id="0" name=""/>
        <dsp:cNvSpPr/>
      </dsp:nvSpPr>
      <dsp:spPr>
        <a:xfrm>
          <a:off x="2845750" y="2725991"/>
          <a:ext cx="2029363" cy="12176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Opérationnalisation </a:t>
          </a:r>
        </a:p>
      </dsp:txBody>
      <dsp:txXfrm>
        <a:off x="2881413" y="2761654"/>
        <a:ext cx="1958037" cy="1146292"/>
      </dsp:txXfrm>
    </dsp:sp>
    <dsp:sp modelId="{2A606846-4945-4564-ADFC-34A0AD3D11FD}">
      <dsp:nvSpPr>
        <dsp:cNvPr id="0" name=""/>
        <dsp:cNvSpPr/>
      </dsp:nvSpPr>
      <dsp:spPr>
        <a:xfrm rot="10800000">
          <a:off x="2236941" y="3083159"/>
          <a:ext cx="430225" cy="503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 rot="10800000">
        <a:off x="2366008" y="3183815"/>
        <a:ext cx="301158" cy="301970"/>
      </dsp:txXfrm>
    </dsp:sp>
    <dsp:sp modelId="{101DC9DC-00C3-41F2-8140-CF350950AF01}">
      <dsp:nvSpPr>
        <dsp:cNvPr id="0" name=""/>
        <dsp:cNvSpPr/>
      </dsp:nvSpPr>
      <dsp:spPr>
        <a:xfrm>
          <a:off x="4641" y="2725991"/>
          <a:ext cx="2029363" cy="12176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Post-évaluation</a:t>
          </a:r>
        </a:p>
      </dsp:txBody>
      <dsp:txXfrm>
        <a:off x="40304" y="2761654"/>
        <a:ext cx="1958037" cy="114629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F88CFE-EF71-43F1-A067-4B5079BEB693}">
      <dsp:nvSpPr>
        <dsp:cNvPr id="0" name=""/>
        <dsp:cNvSpPr/>
      </dsp:nvSpPr>
      <dsp:spPr>
        <a:xfrm>
          <a:off x="8948" y="1299387"/>
          <a:ext cx="2674561" cy="16047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1. Le découpage</a:t>
          </a:r>
        </a:p>
      </dsp:txBody>
      <dsp:txXfrm>
        <a:off x="55949" y="1346388"/>
        <a:ext cx="2580559" cy="1510734"/>
      </dsp:txXfrm>
    </dsp:sp>
    <dsp:sp modelId="{4D5FD232-A0FD-4DB4-852F-1ADB94A85AEB}">
      <dsp:nvSpPr>
        <dsp:cNvPr id="0" name=""/>
        <dsp:cNvSpPr/>
      </dsp:nvSpPr>
      <dsp:spPr>
        <a:xfrm>
          <a:off x="2950965" y="1770109"/>
          <a:ext cx="567007" cy="6632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2950965" y="1902767"/>
        <a:ext cx="396905" cy="397975"/>
      </dsp:txXfrm>
    </dsp:sp>
    <dsp:sp modelId="{527E7BFD-0C52-4C55-AE37-AEB6122EC744}">
      <dsp:nvSpPr>
        <dsp:cNvPr id="0" name=""/>
        <dsp:cNvSpPr/>
      </dsp:nvSpPr>
      <dsp:spPr>
        <a:xfrm>
          <a:off x="3753334" y="1299387"/>
          <a:ext cx="2674561" cy="16047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2. L’ordonnancement</a:t>
          </a:r>
        </a:p>
      </dsp:txBody>
      <dsp:txXfrm>
        <a:off x="3800335" y="1346388"/>
        <a:ext cx="2580559" cy="1510734"/>
      </dsp:txXfrm>
    </dsp:sp>
    <dsp:sp modelId="{D2585DB7-E4F2-4FE0-8CA0-EBDE72D2120E}">
      <dsp:nvSpPr>
        <dsp:cNvPr id="0" name=""/>
        <dsp:cNvSpPr/>
      </dsp:nvSpPr>
      <dsp:spPr>
        <a:xfrm>
          <a:off x="6695351" y="1770109"/>
          <a:ext cx="567007" cy="6632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6695351" y="1902767"/>
        <a:ext cx="396905" cy="397975"/>
      </dsp:txXfrm>
    </dsp:sp>
    <dsp:sp modelId="{14A1A207-A8E1-4FFB-A97C-D21153639267}">
      <dsp:nvSpPr>
        <dsp:cNvPr id="0" name=""/>
        <dsp:cNvSpPr/>
      </dsp:nvSpPr>
      <dsp:spPr>
        <a:xfrm>
          <a:off x="7497720" y="1299387"/>
          <a:ext cx="2674561" cy="16047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3. Le planning</a:t>
          </a:r>
        </a:p>
      </dsp:txBody>
      <dsp:txXfrm>
        <a:off x="7544721" y="1346388"/>
        <a:ext cx="2580559" cy="15107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E1901E-FD21-471E-B470-4142387BFCC7}">
      <dsp:nvSpPr>
        <dsp:cNvPr id="0" name=""/>
        <dsp:cNvSpPr/>
      </dsp:nvSpPr>
      <dsp:spPr>
        <a:xfrm>
          <a:off x="0" y="11243"/>
          <a:ext cx="9689881" cy="1085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 Meilleure planification : </a:t>
          </a:r>
          <a:r>
            <a:rPr lang="fr-FR" sz="1800" kern="1200" dirty="0"/>
            <a:t>le découpage facilite l'estimation des durées à accorder à chaque opération</a:t>
          </a:r>
        </a:p>
      </dsp:txBody>
      <dsp:txXfrm>
        <a:off x="53002" y="64245"/>
        <a:ext cx="9583877" cy="979756"/>
      </dsp:txXfrm>
    </dsp:sp>
    <dsp:sp modelId="{10832529-D333-4909-93ED-CF6575B9A652}">
      <dsp:nvSpPr>
        <dsp:cNvPr id="0" name=""/>
        <dsp:cNvSpPr/>
      </dsp:nvSpPr>
      <dsp:spPr>
        <a:xfrm>
          <a:off x="0" y="1264043"/>
          <a:ext cx="9689881" cy="1085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 Maîtrise du suivi </a:t>
          </a:r>
          <a:r>
            <a:rPr lang="fr-FR" sz="1800" kern="1200" dirty="0"/>
            <a:t>- la décomposition des livrables facilite le management global du projet</a:t>
          </a:r>
        </a:p>
      </dsp:txBody>
      <dsp:txXfrm>
        <a:off x="53002" y="1317045"/>
        <a:ext cx="9583877" cy="979756"/>
      </dsp:txXfrm>
    </dsp:sp>
    <dsp:sp modelId="{51B4EB5B-A36A-4742-A44D-A3E941D975FB}">
      <dsp:nvSpPr>
        <dsp:cNvPr id="0" name=""/>
        <dsp:cNvSpPr/>
      </dsp:nvSpPr>
      <dsp:spPr>
        <a:xfrm>
          <a:off x="0" y="2516843"/>
          <a:ext cx="9689881" cy="1085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 Meilleure communication : </a:t>
          </a:r>
          <a:r>
            <a:rPr lang="fr-FR" sz="1800" kern="1200" dirty="0"/>
            <a:t>elle simplifie les échanges entre les parties prenantes du projet et fait gagner du temps à tous en offrant une vision exhaustive des différentes phases.</a:t>
          </a:r>
        </a:p>
      </dsp:txBody>
      <dsp:txXfrm>
        <a:off x="53002" y="2569845"/>
        <a:ext cx="9583877" cy="979756"/>
      </dsp:txXfrm>
    </dsp:sp>
    <dsp:sp modelId="{1A62648A-C8BC-44C1-8CB6-D051DC89EEEB}">
      <dsp:nvSpPr>
        <dsp:cNvPr id="0" name=""/>
        <dsp:cNvSpPr/>
      </dsp:nvSpPr>
      <dsp:spPr>
        <a:xfrm>
          <a:off x="0" y="3769643"/>
          <a:ext cx="9689881" cy="1085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 Meilleure gestion des coûts </a:t>
          </a:r>
          <a:r>
            <a:rPr lang="fr-FR" sz="1800" kern="1200" dirty="0"/>
            <a:t>: l'allocation des moyens et leur suivi sont plus précis. </a:t>
          </a:r>
        </a:p>
      </dsp:txBody>
      <dsp:txXfrm>
        <a:off x="53002" y="3822645"/>
        <a:ext cx="9583877" cy="979756"/>
      </dsp:txXfrm>
    </dsp:sp>
    <dsp:sp modelId="{046E9098-2E7F-4F9F-9A35-15E9101A243C}">
      <dsp:nvSpPr>
        <dsp:cNvPr id="0" name=""/>
        <dsp:cNvSpPr/>
      </dsp:nvSpPr>
      <dsp:spPr>
        <a:xfrm>
          <a:off x="0" y="5022443"/>
          <a:ext cx="9689881" cy="1085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 </a:t>
          </a:r>
          <a:r>
            <a:rPr lang="fr-FR" sz="1800" b="1" kern="1200" dirty="0"/>
            <a:t>Gestion des risques : </a:t>
          </a:r>
          <a:r>
            <a:rPr lang="fr-FR" sz="1800" kern="1200" dirty="0"/>
            <a:t>identification des zones critiques et mise en place de scénarios préventifs.</a:t>
          </a:r>
        </a:p>
      </dsp:txBody>
      <dsp:txXfrm>
        <a:off x="53002" y="5075445"/>
        <a:ext cx="9583877" cy="97975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047D13-F366-41F8-95E4-F259D5C483C1}">
      <dsp:nvSpPr>
        <dsp:cNvPr id="0" name=""/>
        <dsp:cNvSpPr/>
      </dsp:nvSpPr>
      <dsp:spPr>
        <a:xfrm>
          <a:off x="235658" y="364"/>
          <a:ext cx="2893464" cy="173607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Ordonnancement des tâches</a:t>
          </a:r>
        </a:p>
      </dsp:txBody>
      <dsp:txXfrm>
        <a:off x="235658" y="364"/>
        <a:ext cx="2893464" cy="1736078"/>
      </dsp:txXfrm>
    </dsp:sp>
    <dsp:sp modelId="{8A258A7E-9211-4481-ACF8-194DD2C08904}">
      <dsp:nvSpPr>
        <dsp:cNvPr id="0" name=""/>
        <dsp:cNvSpPr/>
      </dsp:nvSpPr>
      <dsp:spPr>
        <a:xfrm>
          <a:off x="3418469" y="364"/>
          <a:ext cx="2893464" cy="173607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Durée pour chaque tâche</a:t>
          </a:r>
        </a:p>
      </dsp:txBody>
      <dsp:txXfrm>
        <a:off x="3418469" y="364"/>
        <a:ext cx="2893464" cy="1736078"/>
      </dsp:txXfrm>
    </dsp:sp>
    <dsp:sp modelId="{C8A5802C-9EDA-4382-AD6C-A10ED005EC83}">
      <dsp:nvSpPr>
        <dsp:cNvPr id="0" name=""/>
        <dsp:cNvSpPr/>
      </dsp:nvSpPr>
      <dsp:spPr>
        <a:xfrm>
          <a:off x="6601280" y="364"/>
          <a:ext cx="2893464" cy="173607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Dates au plus tôt au plus tard</a:t>
          </a:r>
        </a:p>
      </dsp:txBody>
      <dsp:txXfrm>
        <a:off x="6601280" y="364"/>
        <a:ext cx="2893464" cy="1736078"/>
      </dsp:txXfrm>
    </dsp:sp>
    <dsp:sp modelId="{8906C2EC-F200-4840-8D44-ADCD41B6EAE8}">
      <dsp:nvSpPr>
        <dsp:cNvPr id="0" name=""/>
        <dsp:cNvSpPr/>
      </dsp:nvSpPr>
      <dsp:spPr>
        <a:xfrm>
          <a:off x="3418469" y="2025789"/>
          <a:ext cx="2893464" cy="173607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Identification des risques</a:t>
          </a:r>
        </a:p>
      </dsp:txBody>
      <dsp:txXfrm>
        <a:off x="3418469" y="2025789"/>
        <a:ext cx="2893464" cy="173607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F49A95-B0EE-4CE6-834F-8596B76F1882}">
      <dsp:nvSpPr>
        <dsp:cNvPr id="0" name=""/>
        <dsp:cNvSpPr/>
      </dsp:nvSpPr>
      <dsp:spPr>
        <a:xfrm>
          <a:off x="0" y="492887"/>
          <a:ext cx="8915400" cy="14883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934" tIns="437388" rIns="691934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Profitent aux objectifs du projet (par exemple, vous permettre d’achever une tâche avec moins de personnel qu’escompté).</a:t>
          </a:r>
        </a:p>
      </dsp:txBody>
      <dsp:txXfrm>
        <a:off x="0" y="492887"/>
        <a:ext cx="8915400" cy="1488374"/>
      </dsp:txXfrm>
    </dsp:sp>
    <dsp:sp modelId="{F41C89F9-7FB6-46A5-8E03-8BEF2B077D4B}">
      <dsp:nvSpPr>
        <dsp:cNvPr id="0" name=""/>
        <dsp:cNvSpPr/>
      </dsp:nvSpPr>
      <dsp:spPr>
        <a:xfrm>
          <a:off x="445770" y="182927"/>
          <a:ext cx="6240780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Risques positifs (opportunités)</a:t>
          </a:r>
        </a:p>
      </dsp:txBody>
      <dsp:txXfrm>
        <a:off x="476032" y="213189"/>
        <a:ext cx="6180256" cy="559396"/>
      </dsp:txXfrm>
    </dsp:sp>
    <dsp:sp modelId="{702CDF9A-122A-403C-8FC0-EA8594B18A51}">
      <dsp:nvSpPr>
        <dsp:cNvPr id="0" name=""/>
        <dsp:cNvSpPr/>
      </dsp:nvSpPr>
      <dsp:spPr>
        <a:xfrm>
          <a:off x="0" y="2404622"/>
          <a:ext cx="8915400" cy="119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934" tIns="437388" rIns="691934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Peuvent nuire à un ou plusieurs objectifs du projet (par exemple, vous empêcher de respecter un délai) ;</a:t>
          </a:r>
        </a:p>
      </dsp:txBody>
      <dsp:txXfrm>
        <a:off x="0" y="2404622"/>
        <a:ext cx="8915400" cy="1190700"/>
      </dsp:txXfrm>
    </dsp:sp>
    <dsp:sp modelId="{9E0133D6-6ED8-4587-AC52-B7F256296CD0}">
      <dsp:nvSpPr>
        <dsp:cNvPr id="0" name=""/>
        <dsp:cNvSpPr/>
      </dsp:nvSpPr>
      <dsp:spPr>
        <a:xfrm>
          <a:off x="445770" y="2094662"/>
          <a:ext cx="6240780" cy="6199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Risques négatifs (menaces)</a:t>
          </a:r>
        </a:p>
      </dsp:txBody>
      <dsp:txXfrm>
        <a:off x="476032" y="2124924"/>
        <a:ext cx="6180256" cy="55939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165552-1FC1-48C5-83A8-0BEFE76BDB0A}">
      <dsp:nvSpPr>
        <dsp:cNvPr id="0" name=""/>
        <dsp:cNvSpPr/>
      </dsp:nvSpPr>
      <dsp:spPr>
        <a:xfrm rot="5400000">
          <a:off x="6311843" y="-2595109"/>
          <a:ext cx="956322" cy="6390593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fr-FR" sz="1800" kern="1200" dirty="0"/>
            <a:t>un objectif irréaliste, un manque de budget, délai trop court</a:t>
          </a:r>
        </a:p>
        <a:p>
          <a:pPr marL="171450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endParaRPr lang="fr-FR" sz="1800" kern="1200" dirty="0"/>
        </a:p>
      </dsp:txBody>
      <dsp:txXfrm rot="-5400000">
        <a:off x="3594708" y="168710"/>
        <a:ext cx="6343909" cy="862954"/>
      </dsp:txXfrm>
    </dsp:sp>
    <dsp:sp modelId="{43E83417-C03A-4A4C-96F9-507AC67B7A5D}">
      <dsp:nvSpPr>
        <dsp:cNvPr id="0" name=""/>
        <dsp:cNvSpPr/>
      </dsp:nvSpPr>
      <dsp:spPr>
        <a:xfrm>
          <a:off x="0" y="2485"/>
          <a:ext cx="3594708" cy="11954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Risques propres à la gestion d’un projet </a:t>
          </a:r>
        </a:p>
      </dsp:txBody>
      <dsp:txXfrm>
        <a:off x="58355" y="60840"/>
        <a:ext cx="3477998" cy="1078693"/>
      </dsp:txXfrm>
    </dsp:sp>
    <dsp:sp modelId="{7386EB63-29C3-4518-BF83-4EB250E4FC6C}">
      <dsp:nvSpPr>
        <dsp:cNvPr id="0" name=""/>
        <dsp:cNvSpPr/>
      </dsp:nvSpPr>
      <dsp:spPr>
        <a:xfrm rot="5400000">
          <a:off x="6311843" y="-1339935"/>
          <a:ext cx="956322" cy="6390593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 </a:t>
          </a:r>
          <a:r>
            <a:rPr lang="fr-FR" sz="1800" kern="1200" dirty="0"/>
            <a:t>non-respect du contrat, changement de l’environnement juridique</a:t>
          </a:r>
        </a:p>
      </dsp:txBody>
      <dsp:txXfrm rot="-5400000">
        <a:off x="3594708" y="1423884"/>
        <a:ext cx="6343909" cy="862954"/>
      </dsp:txXfrm>
    </dsp:sp>
    <dsp:sp modelId="{BF85E0D4-0BC7-4769-B978-82EF2A14409D}">
      <dsp:nvSpPr>
        <dsp:cNvPr id="0" name=""/>
        <dsp:cNvSpPr/>
      </dsp:nvSpPr>
      <dsp:spPr>
        <a:xfrm>
          <a:off x="0" y="1257659"/>
          <a:ext cx="3594708" cy="119540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Risques juridiques </a:t>
          </a:r>
        </a:p>
      </dsp:txBody>
      <dsp:txXfrm>
        <a:off x="58355" y="1316014"/>
        <a:ext cx="3477998" cy="1078693"/>
      </dsp:txXfrm>
    </dsp:sp>
    <dsp:sp modelId="{67F7BFB6-B125-4FE6-B130-6681E6F422E7}">
      <dsp:nvSpPr>
        <dsp:cNvPr id="0" name=""/>
        <dsp:cNvSpPr/>
      </dsp:nvSpPr>
      <dsp:spPr>
        <a:xfrm rot="5400000">
          <a:off x="6311843" y="-84761"/>
          <a:ext cx="956322" cy="6390593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 </a:t>
          </a:r>
          <a:r>
            <a:rPr lang="fr-FR" sz="1800" kern="1200" dirty="0"/>
            <a:t>mauvaise communication, mauvaise répartition des tâches en fonction des compétences de chacun, fournisseur à risque, clients incertains, …</a:t>
          </a:r>
        </a:p>
      </dsp:txBody>
      <dsp:txXfrm rot="-5400000">
        <a:off x="3594708" y="2679058"/>
        <a:ext cx="6343909" cy="862954"/>
      </dsp:txXfrm>
    </dsp:sp>
    <dsp:sp modelId="{006A9B80-5423-44FB-856C-D693345CDB3C}">
      <dsp:nvSpPr>
        <dsp:cNvPr id="0" name=""/>
        <dsp:cNvSpPr/>
      </dsp:nvSpPr>
      <dsp:spPr>
        <a:xfrm>
          <a:off x="0" y="2512833"/>
          <a:ext cx="3594708" cy="119540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Risques humains </a:t>
          </a:r>
        </a:p>
      </dsp:txBody>
      <dsp:txXfrm>
        <a:off x="58355" y="2571188"/>
        <a:ext cx="3477998" cy="1078693"/>
      </dsp:txXfrm>
    </dsp:sp>
    <dsp:sp modelId="{F84FC8CA-84EE-4A65-B28C-2939BFFCDC4A}">
      <dsp:nvSpPr>
        <dsp:cNvPr id="0" name=""/>
        <dsp:cNvSpPr/>
      </dsp:nvSpPr>
      <dsp:spPr>
        <a:xfrm rot="5400000">
          <a:off x="6311843" y="1170412"/>
          <a:ext cx="956322" cy="6390593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 pas d’accès aux technologies requises, complexité du projet</a:t>
          </a:r>
        </a:p>
      </dsp:txBody>
      <dsp:txXfrm rot="-5400000">
        <a:off x="3594708" y="3934231"/>
        <a:ext cx="6343909" cy="862954"/>
      </dsp:txXfrm>
    </dsp:sp>
    <dsp:sp modelId="{1C3FEA4F-1893-4379-BA0A-6C1C6D38428D}">
      <dsp:nvSpPr>
        <dsp:cNvPr id="0" name=""/>
        <dsp:cNvSpPr/>
      </dsp:nvSpPr>
      <dsp:spPr>
        <a:xfrm>
          <a:off x="0" y="3768006"/>
          <a:ext cx="3594708" cy="119540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Risques techniques </a:t>
          </a:r>
        </a:p>
      </dsp:txBody>
      <dsp:txXfrm>
        <a:off x="58355" y="3826361"/>
        <a:ext cx="3477998" cy="107869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3F4E1-1AEC-4608-96AF-8CDAE14725F1}">
      <dsp:nvSpPr>
        <dsp:cNvPr id="0" name=""/>
        <dsp:cNvSpPr/>
      </dsp:nvSpPr>
      <dsp:spPr>
        <a:xfrm>
          <a:off x="1277" y="0"/>
          <a:ext cx="3322310" cy="45583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1. Identifiez les risques.</a:t>
          </a:r>
        </a:p>
      </dsp:txBody>
      <dsp:txXfrm>
        <a:off x="1277" y="0"/>
        <a:ext cx="3322310" cy="1367505"/>
      </dsp:txXfrm>
    </dsp:sp>
    <dsp:sp modelId="{95B15F92-C131-4A11-A566-E84BEFEF5D56}">
      <dsp:nvSpPr>
        <dsp:cNvPr id="0" name=""/>
        <dsp:cNvSpPr/>
      </dsp:nvSpPr>
      <dsp:spPr>
        <a:xfrm>
          <a:off x="333508" y="1367505"/>
          <a:ext cx="2657848" cy="29629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Recensez les aspects de votre plan ou de l’environnement de votre projet susceptibles de changer.</a:t>
          </a:r>
        </a:p>
      </dsp:txBody>
      <dsp:txXfrm>
        <a:off x="411354" y="1445351"/>
        <a:ext cx="2502156" cy="2807236"/>
      </dsp:txXfrm>
    </dsp:sp>
    <dsp:sp modelId="{87B331D5-E9B2-4FE7-BD91-BE7CCDF10E5A}">
      <dsp:nvSpPr>
        <dsp:cNvPr id="0" name=""/>
        <dsp:cNvSpPr/>
      </dsp:nvSpPr>
      <dsp:spPr>
        <a:xfrm>
          <a:off x="3572761" y="0"/>
          <a:ext cx="3322310" cy="45583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2. Évaluez les effets potentiels de ces risques sur votre projet.</a:t>
          </a:r>
        </a:p>
      </dsp:txBody>
      <dsp:txXfrm>
        <a:off x="3572761" y="0"/>
        <a:ext cx="3322310" cy="1367505"/>
      </dsp:txXfrm>
    </dsp:sp>
    <dsp:sp modelId="{637B015E-8640-4B97-93B8-A63FD6E6E67E}">
      <dsp:nvSpPr>
        <dsp:cNvPr id="0" name=""/>
        <dsp:cNvSpPr/>
      </dsp:nvSpPr>
      <dsp:spPr>
        <a:xfrm>
          <a:off x="3904992" y="1367505"/>
          <a:ext cx="2657848" cy="29629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Prenez en compte ce qu’il peut se passer si les choses ne se déroulent pas comme vous l’aviez prévu.</a:t>
          </a:r>
        </a:p>
      </dsp:txBody>
      <dsp:txXfrm>
        <a:off x="3982838" y="1445351"/>
        <a:ext cx="2502156" cy="2807236"/>
      </dsp:txXfrm>
    </dsp:sp>
    <dsp:sp modelId="{1357C717-0340-4186-8B01-09BFF495FDF3}">
      <dsp:nvSpPr>
        <dsp:cNvPr id="0" name=""/>
        <dsp:cNvSpPr/>
      </dsp:nvSpPr>
      <dsp:spPr>
        <a:xfrm>
          <a:off x="7144244" y="0"/>
          <a:ext cx="3322310" cy="45583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3. Montez des plans pour atténuer les effets des risques.</a:t>
          </a:r>
        </a:p>
      </dsp:txBody>
      <dsp:txXfrm>
        <a:off x="7144244" y="0"/>
        <a:ext cx="3322310" cy="1367505"/>
      </dsp:txXfrm>
    </dsp:sp>
    <dsp:sp modelId="{E292F1D0-E6A3-43A3-882B-E131F0A920C6}">
      <dsp:nvSpPr>
        <dsp:cNvPr id="0" name=""/>
        <dsp:cNvSpPr/>
      </dsp:nvSpPr>
      <dsp:spPr>
        <a:xfrm>
          <a:off x="7476475" y="1367505"/>
          <a:ext cx="2657848" cy="296292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Choisissez un mode de protection de votre projet contre les conséquences des risques existant.</a:t>
          </a:r>
        </a:p>
      </dsp:txBody>
      <dsp:txXfrm>
        <a:off x="7554321" y="1445351"/>
        <a:ext cx="2502156" cy="280723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298732-7DE0-40FF-A1E1-02FB57C0D2B3}">
      <dsp:nvSpPr>
        <dsp:cNvPr id="0" name=""/>
        <dsp:cNvSpPr/>
      </dsp:nvSpPr>
      <dsp:spPr>
        <a:xfrm>
          <a:off x="0" y="339883"/>
          <a:ext cx="10466439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312" tIns="395732" rIns="812312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>
              <a:solidFill>
                <a:schemeClr val="tx1"/>
              </a:solidFill>
            </a:rPr>
            <a:t> Etablir la liste des travaux à accomplir</a:t>
          </a:r>
        </a:p>
      </dsp:txBody>
      <dsp:txXfrm>
        <a:off x="0" y="339883"/>
        <a:ext cx="10466439" cy="807975"/>
      </dsp:txXfrm>
    </dsp:sp>
    <dsp:sp modelId="{2C2DB6FA-3786-40C0-8EE0-15CDE9C8750C}">
      <dsp:nvSpPr>
        <dsp:cNvPr id="0" name=""/>
        <dsp:cNvSpPr/>
      </dsp:nvSpPr>
      <dsp:spPr>
        <a:xfrm>
          <a:off x="523321" y="59443"/>
          <a:ext cx="7326507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6925" tIns="0" rIns="2769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 dirty="0">
              <a:solidFill>
                <a:schemeClr val="tx1"/>
              </a:solidFill>
            </a:rPr>
            <a:t>Plan structurel : </a:t>
          </a:r>
          <a:r>
            <a:rPr lang="fr-FR" sz="1900" kern="1200" dirty="0">
              <a:solidFill>
                <a:schemeClr val="tx1"/>
              </a:solidFill>
            </a:rPr>
            <a:t>répondre au QUOI</a:t>
          </a:r>
        </a:p>
      </dsp:txBody>
      <dsp:txXfrm>
        <a:off x="550701" y="86823"/>
        <a:ext cx="7271747" cy="506120"/>
      </dsp:txXfrm>
    </dsp:sp>
    <dsp:sp modelId="{97707250-99BD-4CB7-8B15-19534B64E408}">
      <dsp:nvSpPr>
        <dsp:cNvPr id="0" name=""/>
        <dsp:cNvSpPr/>
      </dsp:nvSpPr>
      <dsp:spPr>
        <a:xfrm>
          <a:off x="0" y="1530898"/>
          <a:ext cx="10466439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312" tIns="395732" rIns="812312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>
              <a:solidFill>
                <a:schemeClr val="tx1"/>
              </a:solidFill>
            </a:rPr>
            <a:t> Assigner les tâches et définir les responsabilités et les rôles de chaque intervenant dans le projet;</a:t>
          </a:r>
        </a:p>
      </dsp:txBody>
      <dsp:txXfrm>
        <a:off x="0" y="1530898"/>
        <a:ext cx="10466439" cy="1077300"/>
      </dsp:txXfrm>
    </dsp:sp>
    <dsp:sp modelId="{FC04EBEB-32EA-4C26-BBB2-B5A17D198D97}">
      <dsp:nvSpPr>
        <dsp:cNvPr id="0" name=""/>
        <dsp:cNvSpPr/>
      </dsp:nvSpPr>
      <dsp:spPr>
        <a:xfrm>
          <a:off x="523321" y="1250458"/>
          <a:ext cx="7326507" cy="5608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6925" tIns="0" rIns="2769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 dirty="0">
              <a:solidFill>
                <a:schemeClr val="tx1"/>
              </a:solidFill>
            </a:rPr>
            <a:t>Plan organisationnel : </a:t>
          </a:r>
          <a:r>
            <a:rPr lang="fr-FR" sz="1900" kern="1200" dirty="0">
              <a:solidFill>
                <a:schemeClr val="tx1"/>
              </a:solidFill>
            </a:rPr>
            <a:t>répondre au QUI</a:t>
          </a:r>
        </a:p>
      </dsp:txBody>
      <dsp:txXfrm>
        <a:off x="550701" y="1277838"/>
        <a:ext cx="7271747" cy="506120"/>
      </dsp:txXfrm>
    </dsp:sp>
    <dsp:sp modelId="{EDD1A40D-5049-4821-91B6-E9DBA42E566B}">
      <dsp:nvSpPr>
        <dsp:cNvPr id="0" name=""/>
        <dsp:cNvSpPr/>
      </dsp:nvSpPr>
      <dsp:spPr>
        <a:xfrm>
          <a:off x="0" y="2991238"/>
          <a:ext cx="10466439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312" tIns="395732" rIns="812312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>
              <a:solidFill>
                <a:schemeClr val="tx1"/>
              </a:solidFill>
            </a:rPr>
            <a:t> calendrier d’exécution et stratégie de réalisation du projet</a:t>
          </a:r>
        </a:p>
      </dsp:txBody>
      <dsp:txXfrm>
        <a:off x="0" y="2991238"/>
        <a:ext cx="10466439" cy="807975"/>
      </dsp:txXfrm>
    </dsp:sp>
    <dsp:sp modelId="{D38A4894-27C1-4D46-9F39-B4114824EC3C}">
      <dsp:nvSpPr>
        <dsp:cNvPr id="0" name=""/>
        <dsp:cNvSpPr/>
      </dsp:nvSpPr>
      <dsp:spPr>
        <a:xfrm>
          <a:off x="523321" y="2710798"/>
          <a:ext cx="7326507" cy="5608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6925" tIns="0" rIns="2769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 dirty="0">
              <a:solidFill>
                <a:schemeClr val="tx1"/>
              </a:solidFill>
            </a:rPr>
            <a:t>Plan opérationnel : </a:t>
          </a:r>
          <a:r>
            <a:rPr lang="fr-FR" sz="1900" kern="1200" dirty="0">
              <a:solidFill>
                <a:schemeClr val="tx1"/>
              </a:solidFill>
            </a:rPr>
            <a:t>répondre au </a:t>
          </a:r>
          <a:r>
            <a:rPr lang="fr-FR" sz="1900" b="0" kern="1200" dirty="0">
              <a:solidFill>
                <a:schemeClr val="tx1"/>
              </a:solidFill>
            </a:rPr>
            <a:t>QUAND</a:t>
          </a:r>
          <a:r>
            <a:rPr lang="fr-FR" sz="1900" kern="1200" dirty="0">
              <a:solidFill>
                <a:schemeClr val="tx1"/>
              </a:solidFill>
            </a:rPr>
            <a:t> et au COMMENT</a:t>
          </a:r>
        </a:p>
      </dsp:txBody>
      <dsp:txXfrm>
        <a:off x="550701" y="2738178"/>
        <a:ext cx="7271747" cy="506120"/>
      </dsp:txXfrm>
    </dsp:sp>
    <dsp:sp modelId="{7AD2FBA3-BCC3-4733-A21D-8A82AEBB04DD}">
      <dsp:nvSpPr>
        <dsp:cNvPr id="0" name=""/>
        <dsp:cNvSpPr/>
      </dsp:nvSpPr>
      <dsp:spPr>
        <a:xfrm>
          <a:off x="0" y="4182253"/>
          <a:ext cx="10466439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312" tIns="395732" rIns="812312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>
              <a:solidFill>
                <a:schemeClr val="tx1"/>
              </a:solidFill>
            </a:rPr>
            <a:t> coût du projet.</a:t>
          </a:r>
        </a:p>
      </dsp:txBody>
      <dsp:txXfrm>
        <a:off x="0" y="4182253"/>
        <a:ext cx="10466439" cy="807975"/>
      </dsp:txXfrm>
    </dsp:sp>
    <dsp:sp modelId="{98ACD0F1-CCC6-40A9-B6C0-69D5855635BE}">
      <dsp:nvSpPr>
        <dsp:cNvPr id="0" name=""/>
        <dsp:cNvSpPr/>
      </dsp:nvSpPr>
      <dsp:spPr>
        <a:xfrm>
          <a:off x="523321" y="3901813"/>
          <a:ext cx="7326507" cy="5608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6925" tIns="0" rIns="2769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 dirty="0">
              <a:solidFill>
                <a:schemeClr val="tx1"/>
              </a:solidFill>
            </a:rPr>
            <a:t>Budget : </a:t>
          </a:r>
          <a:r>
            <a:rPr lang="fr-FR" sz="1900" kern="1200" dirty="0">
              <a:solidFill>
                <a:schemeClr val="tx1"/>
              </a:solidFill>
            </a:rPr>
            <a:t>répondre au COMBIEN</a:t>
          </a:r>
        </a:p>
      </dsp:txBody>
      <dsp:txXfrm>
        <a:off x="550701" y="3929193"/>
        <a:ext cx="7271747" cy="50612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1E95C-4460-491B-954F-81EBDAA57C75}">
      <dsp:nvSpPr>
        <dsp:cNvPr id="0" name=""/>
        <dsp:cNvSpPr/>
      </dsp:nvSpPr>
      <dsp:spPr>
        <a:xfrm>
          <a:off x="0" y="387912"/>
          <a:ext cx="8915400" cy="1474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934" tIns="541528" rIns="691934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600" kern="1200" dirty="0"/>
            <a:t>les coûts concernant des ressources exclusivement utilisées pour votre projet</a:t>
          </a:r>
        </a:p>
      </dsp:txBody>
      <dsp:txXfrm>
        <a:off x="0" y="387912"/>
        <a:ext cx="8915400" cy="1474200"/>
      </dsp:txXfrm>
    </dsp:sp>
    <dsp:sp modelId="{A447A04A-FF04-4DD0-BB54-B3F0DBB9BC49}">
      <dsp:nvSpPr>
        <dsp:cNvPr id="0" name=""/>
        <dsp:cNvSpPr/>
      </dsp:nvSpPr>
      <dsp:spPr>
        <a:xfrm>
          <a:off x="445770" y="4152"/>
          <a:ext cx="6240780" cy="767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Les coûts directs</a:t>
          </a:r>
        </a:p>
      </dsp:txBody>
      <dsp:txXfrm>
        <a:off x="483237" y="41619"/>
        <a:ext cx="6165846" cy="692586"/>
      </dsp:txXfrm>
    </dsp:sp>
    <dsp:sp modelId="{FE463D8A-7269-4AC0-9D21-7937197C998D}">
      <dsp:nvSpPr>
        <dsp:cNvPr id="0" name=""/>
        <dsp:cNvSpPr/>
      </dsp:nvSpPr>
      <dsp:spPr>
        <a:xfrm>
          <a:off x="0" y="2386272"/>
          <a:ext cx="8915400" cy="184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934" tIns="541528" rIns="691934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600" kern="1200" dirty="0"/>
            <a:t>les coûts concernant des ressources allouées à plusieurs projets mais qui ne peuvent être imputées à un projet en particulier. </a:t>
          </a:r>
        </a:p>
      </dsp:txBody>
      <dsp:txXfrm>
        <a:off x="0" y="2386272"/>
        <a:ext cx="8915400" cy="1842750"/>
      </dsp:txXfrm>
    </dsp:sp>
    <dsp:sp modelId="{F10597BB-C1E1-4FF8-880F-74539418073D}">
      <dsp:nvSpPr>
        <dsp:cNvPr id="0" name=""/>
        <dsp:cNvSpPr/>
      </dsp:nvSpPr>
      <dsp:spPr>
        <a:xfrm>
          <a:off x="445770" y="2002512"/>
          <a:ext cx="6240780" cy="7675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Les coûts indirects</a:t>
          </a:r>
        </a:p>
      </dsp:txBody>
      <dsp:txXfrm>
        <a:off x="483237" y="2039979"/>
        <a:ext cx="6165846" cy="69258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3DB3C6-E1C0-4DEF-A93A-38163E8C6FC1}">
      <dsp:nvSpPr>
        <dsp:cNvPr id="0" name=""/>
        <dsp:cNvSpPr/>
      </dsp:nvSpPr>
      <dsp:spPr>
        <a:xfrm>
          <a:off x="187" y="1244640"/>
          <a:ext cx="2822993" cy="2328378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Estimation initiale des coûts à partir d’une vision globale des travaux. (sans disposer de données détaillées)</a:t>
          </a:r>
        </a:p>
      </dsp:txBody>
      <dsp:txXfrm>
        <a:off x="53769" y="1298222"/>
        <a:ext cx="2715829" cy="1722276"/>
      </dsp:txXfrm>
    </dsp:sp>
    <dsp:sp modelId="{1C842D63-9372-47C4-8BBE-346A8B68C29D}">
      <dsp:nvSpPr>
        <dsp:cNvPr id="0" name=""/>
        <dsp:cNvSpPr/>
      </dsp:nvSpPr>
      <dsp:spPr>
        <a:xfrm>
          <a:off x="1572347" y="1747868"/>
          <a:ext cx="3189050" cy="3189050"/>
        </a:xfrm>
        <a:prstGeom prst="leftCircularArrow">
          <a:avLst>
            <a:gd name="adj1" fmla="val 3390"/>
            <a:gd name="adj2" fmla="val 419576"/>
            <a:gd name="adj3" fmla="val 2195087"/>
            <a:gd name="adj4" fmla="val 9024489"/>
            <a:gd name="adj5" fmla="val 3955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018F1F-FDF2-4001-9081-46B6BF72BC82}">
      <dsp:nvSpPr>
        <dsp:cNvPr id="0" name=""/>
        <dsp:cNvSpPr/>
      </dsp:nvSpPr>
      <dsp:spPr>
        <a:xfrm>
          <a:off x="627519" y="3074081"/>
          <a:ext cx="2509327" cy="9978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Estimation approximative</a:t>
          </a:r>
        </a:p>
      </dsp:txBody>
      <dsp:txXfrm>
        <a:off x="656746" y="3103308"/>
        <a:ext cx="2450873" cy="939422"/>
      </dsp:txXfrm>
    </dsp:sp>
    <dsp:sp modelId="{C686533A-984B-4797-BF88-E084AB47D03C}">
      <dsp:nvSpPr>
        <dsp:cNvPr id="0" name=""/>
        <dsp:cNvSpPr/>
      </dsp:nvSpPr>
      <dsp:spPr>
        <a:xfrm>
          <a:off x="3651714" y="1244640"/>
          <a:ext cx="2822993" cy="2328378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Implique de détailler les coûts estimatifs de chaque activité du projet.</a:t>
          </a:r>
        </a:p>
      </dsp:txBody>
      <dsp:txXfrm>
        <a:off x="3705296" y="1797160"/>
        <a:ext cx="2715829" cy="1722276"/>
      </dsp:txXfrm>
    </dsp:sp>
    <dsp:sp modelId="{24A84855-C858-4F5E-A7DE-C7C747327854}">
      <dsp:nvSpPr>
        <dsp:cNvPr id="0" name=""/>
        <dsp:cNvSpPr/>
      </dsp:nvSpPr>
      <dsp:spPr>
        <a:xfrm>
          <a:off x="5200349" y="-210553"/>
          <a:ext cx="3549766" cy="3549766"/>
        </a:xfrm>
        <a:prstGeom prst="circularArrow">
          <a:avLst>
            <a:gd name="adj1" fmla="val 3046"/>
            <a:gd name="adj2" fmla="val 373880"/>
            <a:gd name="adj3" fmla="val 19450609"/>
            <a:gd name="adj4" fmla="val 12575511"/>
            <a:gd name="adj5" fmla="val 3554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B25D67-B767-4751-8B04-72FFE55FE507}">
      <dsp:nvSpPr>
        <dsp:cNvPr id="0" name=""/>
        <dsp:cNvSpPr/>
      </dsp:nvSpPr>
      <dsp:spPr>
        <a:xfrm>
          <a:off x="4279046" y="745702"/>
          <a:ext cx="2509327" cy="9978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Estimation détaillée</a:t>
          </a:r>
        </a:p>
      </dsp:txBody>
      <dsp:txXfrm>
        <a:off x="4308273" y="774929"/>
        <a:ext cx="2450873" cy="939422"/>
      </dsp:txXfrm>
    </dsp:sp>
    <dsp:sp modelId="{FADB5C07-210E-41E8-9DF6-D5745547E388}">
      <dsp:nvSpPr>
        <dsp:cNvPr id="0" name=""/>
        <dsp:cNvSpPr/>
      </dsp:nvSpPr>
      <dsp:spPr>
        <a:xfrm>
          <a:off x="7303241" y="1244640"/>
          <a:ext cx="2822993" cy="2328378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Que des hauts décisionnaires approuvent et s’engagent à appuyer.</a:t>
          </a:r>
        </a:p>
      </dsp:txBody>
      <dsp:txXfrm>
        <a:off x="7356823" y="1298222"/>
        <a:ext cx="2715829" cy="1722276"/>
      </dsp:txXfrm>
    </dsp:sp>
    <dsp:sp modelId="{5FFCB8D6-97D3-409B-9439-D0CCA567E4D1}">
      <dsp:nvSpPr>
        <dsp:cNvPr id="0" name=""/>
        <dsp:cNvSpPr/>
      </dsp:nvSpPr>
      <dsp:spPr>
        <a:xfrm>
          <a:off x="7930572" y="3074081"/>
          <a:ext cx="2509327" cy="9978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Budget final approuvé</a:t>
          </a:r>
        </a:p>
      </dsp:txBody>
      <dsp:txXfrm>
        <a:off x="7959799" y="3103308"/>
        <a:ext cx="2450873" cy="93942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224203-31B4-4074-8042-09B49B6659DE}">
      <dsp:nvSpPr>
        <dsp:cNvPr id="0" name=""/>
        <dsp:cNvSpPr/>
      </dsp:nvSpPr>
      <dsp:spPr>
        <a:xfrm>
          <a:off x="47" y="26858"/>
          <a:ext cx="4566005" cy="15552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Estimation ascendante</a:t>
          </a:r>
        </a:p>
      </dsp:txBody>
      <dsp:txXfrm>
        <a:off x="47" y="26858"/>
        <a:ext cx="4566005" cy="1555200"/>
      </dsp:txXfrm>
    </dsp:sp>
    <dsp:sp modelId="{54A1BB73-D355-4D27-A221-D64A1043BC07}">
      <dsp:nvSpPr>
        <dsp:cNvPr id="0" name=""/>
        <dsp:cNvSpPr/>
      </dsp:nvSpPr>
      <dsp:spPr>
        <a:xfrm>
          <a:off x="47" y="1582059"/>
          <a:ext cx="4566005" cy="237168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 pour chaque lot de travaux du planning, effectuez une estimation de coût détaillée, puis additionnez chacune de ces estimations pour obtenir l’estimation du budget total du projet ;</a:t>
          </a:r>
        </a:p>
      </dsp:txBody>
      <dsp:txXfrm>
        <a:off x="47" y="1582059"/>
        <a:ext cx="4566005" cy="2371680"/>
      </dsp:txXfrm>
    </dsp:sp>
    <dsp:sp modelId="{2D397D0D-E8AF-41F4-91E4-312C5743E507}">
      <dsp:nvSpPr>
        <dsp:cNvPr id="0" name=""/>
        <dsp:cNvSpPr/>
      </dsp:nvSpPr>
      <dsp:spPr>
        <a:xfrm>
          <a:off x="5205293" y="26858"/>
          <a:ext cx="4566005" cy="15552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Estimation descendante</a:t>
          </a:r>
        </a:p>
      </dsp:txBody>
      <dsp:txXfrm>
        <a:off x="5205293" y="26858"/>
        <a:ext cx="4566005" cy="1555200"/>
      </dsp:txXfrm>
    </dsp:sp>
    <dsp:sp modelId="{B577DD51-F531-464C-ABFC-EA20F9066010}">
      <dsp:nvSpPr>
        <dsp:cNvPr id="0" name=""/>
        <dsp:cNvSpPr/>
      </dsp:nvSpPr>
      <dsp:spPr>
        <a:xfrm>
          <a:off x="5205293" y="1582059"/>
          <a:ext cx="4566005" cy="237168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 Fixez un budget limite pour l’ensemble du projet, puis répartissez-le entre tous les composants de niveau 2, puis répartissez les différents budgets obtenus entre tous les composants de niveau 3. </a:t>
          </a:r>
        </a:p>
      </dsp:txBody>
      <dsp:txXfrm>
        <a:off x="5205293" y="1582059"/>
        <a:ext cx="4566005" cy="237168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C53D40-8DF1-4882-9F38-527D0F3C86C3}">
      <dsp:nvSpPr>
        <dsp:cNvPr id="0" name=""/>
        <dsp:cNvSpPr/>
      </dsp:nvSpPr>
      <dsp:spPr>
        <a:xfrm rot="5400000">
          <a:off x="6608576" y="-2873569"/>
          <a:ext cx="1141394" cy="7179814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/>
            <a:t>Activités qu’il a été convenu de réaliser ;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/>
            <a:t>Date de début et de fin de ces activités ;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/>
            <a:t>Charge de travail par personne</a:t>
          </a:r>
        </a:p>
      </dsp:txBody>
      <dsp:txXfrm rot="-5400000">
        <a:off x="3589366" y="201359"/>
        <a:ext cx="7124096" cy="1029958"/>
      </dsp:txXfrm>
    </dsp:sp>
    <dsp:sp modelId="{C0FC3718-4E72-4F54-9F40-D382E8B72F9B}">
      <dsp:nvSpPr>
        <dsp:cNvPr id="0" name=""/>
        <dsp:cNvSpPr/>
      </dsp:nvSpPr>
      <dsp:spPr>
        <a:xfrm>
          <a:off x="340114" y="2966"/>
          <a:ext cx="3249251" cy="142674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Reconfirmer le plan</a:t>
          </a:r>
        </a:p>
      </dsp:txBody>
      <dsp:txXfrm>
        <a:off x="409762" y="72614"/>
        <a:ext cx="3109955" cy="1287447"/>
      </dsp:txXfrm>
    </dsp:sp>
    <dsp:sp modelId="{498498AA-350F-4093-92C0-D7AA9E2A6D61}">
      <dsp:nvSpPr>
        <dsp:cNvPr id="0" name=""/>
        <dsp:cNvSpPr/>
      </dsp:nvSpPr>
      <dsp:spPr>
        <a:xfrm rot="5400000">
          <a:off x="6521697" y="-1375488"/>
          <a:ext cx="1365393" cy="7179814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/>
            <a:t>Livrables intermédiaires et finaux;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/>
            <a:t>Date des jalons et début/fin activités ;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/>
            <a:t>Nombre d’heures pour chaque activité ;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/>
            <a:t>Quantité de ressources non humaines pour chaque activité ;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/>
            <a:t>Dépenses</a:t>
          </a:r>
        </a:p>
      </dsp:txBody>
      <dsp:txXfrm rot="-5400000">
        <a:off x="3614487" y="1598375"/>
        <a:ext cx="7113161" cy="1232087"/>
      </dsp:txXfrm>
    </dsp:sp>
    <dsp:sp modelId="{CC2E05A8-BFAC-402A-98B2-5E5272855093}">
      <dsp:nvSpPr>
        <dsp:cNvPr id="0" name=""/>
        <dsp:cNvSpPr/>
      </dsp:nvSpPr>
      <dsp:spPr>
        <a:xfrm>
          <a:off x="340114" y="1501046"/>
          <a:ext cx="3274372" cy="142674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Évaluer les performances </a:t>
          </a:r>
        </a:p>
      </dsp:txBody>
      <dsp:txXfrm>
        <a:off x="409762" y="1570694"/>
        <a:ext cx="3135076" cy="1287447"/>
      </dsp:txXfrm>
    </dsp:sp>
    <dsp:sp modelId="{92E9087E-F066-4146-AD46-12563D2F8571}">
      <dsp:nvSpPr>
        <dsp:cNvPr id="0" name=""/>
        <dsp:cNvSpPr/>
      </dsp:nvSpPr>
      <dsp:spPr>
        <a:xfrm rot="5400000">
          <a:off x="6635877" y="122591"/>
          <a:ext cx="1141394" cy="7179814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/>
            <a:t> si nécessaire, prenez des mesures pour remettre votre projet en conformité avec le plan initial ou, si cela s’avère impossible, modifiez le plan pour qu’il reflète les nouvelles attentes.</a:t>
          </a:r>
        </a:p>
      </dsp:txBody>
      <dsp:txXfrm rot="-5400000">
        <a:off x="3616667" y="3197519"/>
        <a:ext cx="7124096" cy="1029958"/>
      </dsp:txXfrm>
    </dsp:sp>
    <dsp:sp modelId="{1445FF9F-F1FA-47AF-91FD-2E86A8840383}">
      <dsp:nvSpPr>
        <dsp:cNvPr id="0" name=""/>
        <dsp:cNvSpPr/>
      </dsp:nvSpPr>
      <dsp:spPr>
        <a:xfrm>
          <a:off x="340114" y="2999127"/>
          <a:ext cx="3276553" cy="142674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Mettre en place les mesures correctives </a:t>
          </a:r>
        </a:p>
      </dsp:txBody>
      <dsp:txXfrm>
        <a:off x="409762" y="3068775"/>
        <a:ext cx="3137257" cy="1287447"/>
      </dsp:txXfrm>
    </dsp:sp>
    <dsp:sp modelId="{11D7199B-970E-4FCF-BA5F-B4B5BA8BB029}">
      <dsp:nvSpPr>
        <dsp:cNvPr id="0" name=""/>
        <dsp:cNvSpPr/>
      </dsp:nvSpPr>
      <dsp:spPr>
        <a:xfrm rot="5400000">
          <a:off x="6717740" y="1620671"/>
          <a:ext cx="1141394" cy="7179814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/>
            <a:t>révélez vos réussites, problèmes et mesures envisagées avec les parties prenantes de votre projet</a:t>
          </a:r>
        </a:p>
      </dsp:txBody>
      <dsp:txXfrm rot="-5400000">
        <a:off x="3698530" y="4695599"/>
        <a:ext cx="7124096" cy="1029958"/>
      </dsp:txXfrm>
    </dsp:sp>
    <dsp:sp modelId="{8EFA02BE-1A33-4CAA-B514-15314A0F8E5C}">
      <dsp:nvSpPr>
        <dsp:cNvPr id="0" name=""/>
        <dsp:cNvSpPr/>
      </dsp:nvSpPr>
      <dsp:spPr>
        <a:xfrm>
          <a:off x="340114" y="4497207"/>
          <a:ext cx="3358416" cy="142674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Informer les </a:t>
          </a:r>
          <a:r>
            <a:rPr lang="fr-FR" sz="2000" kern="1200"/>
            <a:t>gens </a:t>
          </a:r>
          <a:endParaRPr lang="fr-FR" sz="2000" kern="1200" dirty="0"/>
        </a:p>
      </dsp:txBody>
      <dsp:txXfrm>
        <a:off x="409762" y="4566855"/>
        <a:ext cx="3219120" cy="128744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7DD42-76CB-4D75-828A-4C3DD04854E3}">
      <dsp:nvSpPr>
        <dsp:cNvPr id="0" name=""/>
        <dsp:cNvSpPr/>
      </dsp:nvSpPr>
      <dsp:spPr>
        <a:xfrm>
          <a:off x="0" y="535957"/>
          <a:ext cx="9929031" cy="13608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603" tIns="499872" rIns="770603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Regrouper les informations sur le projet pour gagner du temps lors de projets semblables</a:t>
          </a:r>
        </a:p>
      </dsp:txBody>
      <dsp:txXfrm>
        <a:off x="0" y="535957"/>
        <a:ext cx="9929031" cy="1360800"/>
      </dsp:txXfrm>
    </dsp:sp>
    <dsp:sp modelId="{6C6E944E-E4CC-40AB-893A-D7A8F6F65FD4}">
      <dsp:nvSpPr>
        <dsp:cNvPr id="0" name=""/>
        <dsp:cNvSpPr/>
      </dsp:nvSpPr>
      <dsp:spPr>
        <a:xfrm>
          <a:off x="496451" y="181717"/>
          <a:ext cx="6950321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706" tIns="0" rIns="26270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Archivage du projet</a:t>
          </a:r>
        </a:p>
      </dsp:txBody>
      <dsp:txXfrm>
        <a:off x="531036" y="216302"/>
        <a:ext cx="6881151" cy="639310"/>
      </dsp:txXfrm>
    </dsp:sp>
    <dsp:sp modelId="{192C9757-EFD6-4C6F-9441-270195E4459B}">
      <dsp:nvSpPr>
        <dsp:cNvPr id="0" name=""/>
        <dsp:cNvSpPr/>
      </dsp:nvSpPr>
      <dsp:spPr>
        <a:xfrm>
          <a:off x="0" y="2380597"/>
          <a:ext cx="9929031" cy="13608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603" tIns="499872" rIns="770603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Opérations ayant pour but de mettre un point final aux relations contractuelles avec les parties prenantes</a:t>
          </a:r>
        </a:p>
      </dsp:txBody>
      <dsp:txXfrm>
        <a:off x="0" y="2380597"/>
        <a:ext cx="9929031" cy="1360800"/>
      </dsp:txXfrm>
    </dsp:sp>
    <dsp:sp modelId="{373C7ADF-6EDC-4F51-B0F2-C292332B7FBB}">
      <dsp:nvSpPr>
        <dsp:cNvPr id="0" name=""/>
        <dsp:cNvSpPr/>
      </dsp:nvSpPr>
      <dsp:spPr>
        <a:xfrm>
          <a:off x="496451" y="2026357"/>
          <a:ext cx="6950321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706" tIns="0" rIns="26270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Clôture du projet</a:t>
          </a:r>
        </a:p>
      </dsp:txBody>
      <dsp:txXfrm>
        <a:off x="531036" y="2060942"/>
        <a:ext cx="6881151" cy="639310"/>
      </dsp:txXfrm>
    </dsp:sp>
    <dsp:sp modelId="{B3481F14-F307-44F9-9F01-850295EF63B9}">
      <dsp:nvSpPr>
        <dsp:cNvPr id="0" name=""/>
        <dsp:cNvSpPr/>
      </dsp:nvSpPr>
      <dsp:spPr>
        <a:xfrm>
          <a:off x="0" y="4225237"/>
          <a:ext cx="9929031" cy="13608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603" tIns="499872" rIns="770603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Rapport de fin de projet (retour d’expérience, difficultés, risques …)</a:t>
          </a:r>
        </a:p>
      </dsp:txBody>
      <dsp:txXfrm>
        <a:off x="0" y="4225237"/>
        <a:ext cx="9929031" cy="1360800"/>
      </dsp:txXfrm>
    </dsp:sp>
    <dsp:sp modelId="{4B885B05-7E12-4C76-86E4-1602D8374D5A}">
      <dsp:nvSpPr>
        <dsp:cNvPr id="0" name=""/>
        <dsp:cNvSpPr/>
      </dsp:nvSpPr>
      <dsp:spPr>
        <a:xfrm>
          <a:off x="496451" y="3870997"/>
          <a:ext cx="6950321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706" tIns="0" rIns="26270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Capitalisation</a:t>
          </a:r>
        </a:p>
      </dsp:txBody>
      <dsp:txXfrm>
        <a:off x="531036" y="3905582"/>
        <a:ext cx="6881151" cy="63931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A986A0-0E32-47F2-A08F-35EAB28A410B}">
      <dsp:nvSpPr>
        <dsp:cNvPr id="0" name=""/>
        <dsp:cNvSpPr/>
      </dsp:nvSpPr>
      <dsp:spPr>
        <a:xfrm>
          <a:off x="882747" y="0"/>
          <a:ext cx="10004472" cy="421093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7A3BB7-7CBD-48CC-BE45-DE84C2C58411}">
      <dsp:nvSpPr>
        <dsp:cNvPr id="0" name=""/>
        <dsp:cNvSpPr/>
      </dsp:nvSpPr>
      <dsp:spPr>
        <a:xfrm>
          <a:off x="5890" y="1263278"/>
          <a:ext cx="2833297" cy="16843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Recueil de l’information</a:t>
          </a:r>
        </a:p>
      </dsp:txBody>
      <dsp:txXfrm>
        <a:off x="88114" y="1345502"/>
        <a:ext cx="2668849" cy="1519924"/>
      </dsp:txXfrm>
    </dsp:sp>
    <dsp:sp modelId="{C72F291F-E81C-4838-B509-B3174017D240}">
      <dsp:nvSpPr>
        <dsp:cNvPr id="0" name=""/>
        <dsp:cNvSpPr/>
      </dsp:nvSpPr>
      <dsp:spPr>
        <a:xfrm>
          <a:off x="2980853" y="1263278"/>
          <a:ext cx="2833297" cy="16843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Analyse et traitement</a:t>
          </a:r>
        </a:p>
      </dsp:txBody>
      <dsp:txXfrm>
        <a:off x="3063077" y="1345502"/>
        <a:ext cx="2668849" cy="1519924"/>
      </dsp:txXfrm>
    </dsp:sp>
    <dsp:sp modelId="{80111A58-D1D4-45F1-8504-E2C1411F1A44}">
      <dsp:nvSpPr>
        <dsp:cNvPr id="0" name=""/>
        <dsp:cNvSpPr/>
      </dsp:nvSpPr>
      <dsp:spPr>
        <a:xfrm>
          <a:off x="5955816" y="1263278"/>
          <a:ext cx="2833297" cy="16843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Diffusion de l’information</a:t>
          </a:r>
        </a:p>
      </dsp:txBody>
      <dsp:txXfrm>
        <a:off x="6038040" y="1345502"/>
        <a:ext cx="2668849" cy="1519924"/>
      </dsp:txXfrm>
    </dsp:sp>
    <dsp:sp modelId="{19F488B2-B02C-4B1E-B3FE-B086B8CB18A2}">
      <dsp:nvSpPr>
        <dsp:cNvPr id="0" name=""/>
        <dsp:cNvSpPr/>
      </dsp:nvSpPr>
      <dsp:spPr>
        <a:xfrm>
          <a:off x="8930779" y="1263278"/>
          <a:ext cx="2833297" cy="16843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Mise en œuvre de l’expérience acquise sous forme de bonnes pratiques</a:t>
          </a:r>
        </a:p>
      </dsp:txBody>
      <dsp:txXfrm>
        <a:off x="9013003" y="1345502"/>
        <a:ext cx="2668849" cy="15199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0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4CE92-72B4-42A8-96BB-8642AB1314C4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9B9011-37C0-4BB1-9FDA-CA0EDBDC5A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1366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B9011-37C0-4BB1-9FDA-CA0EDBDC5A3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206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B9011-37C0-4BB1-9FDA-CA0EDBDC5A33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8590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B9011-37C0-4BB1-9FDA-CA0EDBDC5A33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BC119-28E3-4AA4-80DA-5DA23B04A509}" type="datetime1">
              <a:rPr lang="fr-FR" smtClean="0"/>
              <a:t>16/04/2026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4A4921E-37F2-449E-9F3E-711B27A54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4422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7F493-9D9C-4032-B56D-6E6844A51085}" type="datetime1">
              <a:rPr lang="fr-FR" smtClean="0"/>
              <a:t>16/04/2026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653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41D3D-3867-4B8E-A4FC-DE244FD42343}" type="datetime1">
              <a:rPr lang="fr-FR" smtClean="0"/>
              <a:t>16/04/2026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4A4921E-37F2-449E-9F3E-711B27A54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891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AAE62-9A61-40F1-81CF-4197111FF4EA}" type="datetime1">
              <a:rPr lang="fr-FR" smtClean="0"/>
              <a:t>16/04/2026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4A4921E-37F2-449E-9F3E-711B27A54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7059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D7E4B-E692-480E-993F-8D7655746998}" type="datetime1">
              <a:rPr lang="fr-FR" smtClean="0"/>
              <a:t>16/04/2026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4A4921E-37F2-449E-9F3E-711B27A54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994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7C790-0B64-4E2E-BF20-47A2C8C8D9FD}" type="datetime1">
              <a:rPr lang="fr-FR" smtClean="0"/>
              <a:t>16/04/2026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9948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5B5B0-75DD-47DD-81D9-52E68024DD8E}" type="datetime1">
              <a:rPr lang="fr-FR" smtClean="0"/>
              <a:t>16/04/2026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4959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4EFE-D49A-4B92-B730-E232465CED28}" type="datetime1">
              <a:rPr lang="fr-FR" smtClean="0"/>
              <a:t>16/04/2026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8897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CA5E7-B034-45C9-805B-F90F76648597}" type="datetime1">
              <a:rPr lang="fr-FR" smtClean="0"/>
              <a:t>16/04/2026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4A4921E-37F2-449E-9F3E-711B27A54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364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30D72-CED7-447D-977A-414FB4ECCA64}" type="datetime1">
              <a:rPr lang="fr-FR" smtClean="0"/>
              <a:t>16/04/2026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4A4921E-37F2-449E-9F3E-711B27A54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831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BAC84-B74C-412F-B9B4-8A7AEC9CEF63}" type="datetime1">
              <a:rPr lang="fr-FR" smtClean="0"/>
              <a:t>16/04/2026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4A4921E-37F2-449E-9F3E-711B27A54262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7235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606A-F87D-4731-B015-6D2410A555A0}" type="datetime1">
              <a:rPr lang="fr-FR" smtClean="0"/>
              <a:t>16/04/2026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4A4921E-37F2-449E-9F3E-711B27A54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065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C286-89CE-40EC-84B7-21953FA92474}" type="datetime1">
              <a:rPr lang="fr-FR" smtClean="0"/>
              <a:t>16/04/2026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4A4921E-37F2-449E-9F3E-711B27A54262}" type="slidenum">
              <a:rPr lang="fr-FR" smtClean="0"/>
              <a:t>‹N°›</a:t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0369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44895-B192-4236-B0C6-D7819F011FD2}" type="datetime1">
              <a:rPr lang="fr-FR" smtClean="0"/>
              <a:t>16/04/2026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4A4921E-37F2-449E-9F3E-711B27A54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1237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765E-9968-4A02-8669-40174AA56F71}" type="datetime1">
              <a:rPr lang="fr-FR" smtClean="0"/>
              <a:t>16/04/2026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8364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4A940-03B6-4ED8-9C8A-3DCCC78B0E69}" type="datetime1">
              <a:rPr lang="fr-FR" smtClean="0"/>
              <a:t>16/04/2026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4577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DD081-0EF6-49C4-8323-29CC62BA6AE0}" type="datetime1">
              <a:rPr lang="fr-FR" smtClean="0"/>
              <a:t>16/04/2026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4A4921E-37F2-449E-9F3E-711B27A54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7845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 /><Relationship Id="rId2" Type="http://schemas.openxmlformats.org/officeDocument/2006/relationships/diagramData" Target="../diagrams/data2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2.xml" /><Relationship Id="rId5" Type="http://schemas.openxmlformats.org/officeDocument/2006/relationships/diagramColors" Target="../diagrams/colors2.xml" /><Relationship Id="rId4" Type="http://schemas.openxmlformats.org/officeDocument/2006/relationships/diagramQuickStyle" Target="../diagrams/quickStyle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 /><Relationship Id="rId2" Type="http://schemas.openxmlformats.org/officeDocument/2006/relationships/diagramData" Target="../diagrams/data3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3.xml" /><Relationship Id="rId5" Type="http://schemas.openxmlformats.org/officeDocument/2006/relationships/diagramColors" Target="../diagrams/colors3.xml" /><Relationship Id="rId4" Type="http://schemas.openxmlformats.org/officeDocument/2006/relationships/diagramQuickStyle" Target="../diagrams/quickStyle3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 /><Relationship Id="rId2" Type="http://schemas.openxmlformats.org/officeDocument/2006/relationships/diagramData" Target="../diagrams/data4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4.xml" /><Relationship Id="rId5" Type="http://schemas.openxmlformats.org/officeDocument/2006/relationships/diagramColors" Target="../diagrams/colors4.xml" /><Relationship Id="rId4" Type="http://schemas.openxmlformats.org/officeDocument/2006/relationships/diagramQuickStyle" Target="../diagrams/quickStyle4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 /><Relationship Id="rId2" Type="http://schemas.openxmlformats.org/officeDocument/2006/relationships/diagramData" Target="../diagrams/data5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5.xml" /><Relationship Id="rId5" Type="http://schemas.openxmlformats.org/officeDocument/2006/relationships/diagramColors" Target="../diagrams/colors5.xml" /><Relationship Id="rId4" Type="http://schemas.openxmlformats.org/officeDocument/2006/relationships/diagramQuickStyle" Target="../diagrams/quickStyle5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 /><Relationship Id="rId2" Type="http://schemas.openxmlformats.org/officeDocument/2006/relationships/diagramData" Target="../diagrams/data6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6.xml" /><Relationship Id="rId5" Type="http://schemas.openxmlformats.org/officeDocument/2006/relationships/diagramColors" Target="../diagrams/colors6.xml" /><Relationship Id="rId4" Type="http://schemas.openxmlformats.org/officeDocument/2006/relationships/diagramQuickStyle" Target="../diagrams/quickStyle6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 /><Relationship Id="rId2" Type="http://schemas.openxmlformats.org/officeDocument/2006/relationships/diagramData" Target="../diagrams/data7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7.xml" /><Relationship Id="rId5" Type="http://schemas.openxmlformats.org/officeDocument/2006/relationships/diagramColors" Target="../diagrams/colors7.xml" /><Relationship Id="rId4" Type="http://schemas.openxmlformats.org/officeDocument/2006/relationships/diagramQuickStyle" Target="../diagrams/quickStyle7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 /><Relationship Id="rId2" Type="http://schemas.openxmlformats.org/officeDocument/2006/relationships/diagramData" Target="../diagrams/data8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8.xml" /><Relationship Id="rId5" Type="http://schemas.openxmlformats.org/officeDocument/2006/relationships/diagramColors" Target="../diagrams/colors8.xml" /><Relationship Id="rId4" Type="http://schemas.openxmlformats.org/officeDocument/2006/relationships/diagramQuickStyle" Target="../diagrams/quickStyle8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 /><Relationship Id="rId2" Type="http://schemas.openxmlformats.org/officeDocument/2006/relationships/diagramData" Target="../diagrams/data9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9.xml" /><Relationship Id="rId5" Type="http://schemas.openxmlformats.org/officeDocument/2006/relationships/diagramColors" Target="../diagrams/colors9.xml" /><Relationship Id="rId4" Type="http://schemas.openxmlformats.org/officeDocument/2006/relationships/diagramQuickStyle" Target="../diagrams/quickStyle9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 /><Relationship Id="rId2" Type="http://schemas.openxmlformats.org/officeDocument/2006/relationships/diagramData" Target="../diagrams/data10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0.xml" /><Relationship Id="rId5" Type="http://schemas.openxmlformats.org/officeDocument/2006/relationships/diagramColors" Target="../diagrams/colors10.xml" /><Relationship Id="rId4" Type="http://schemas.openxmlformats.org/officeDocument/2006/relationships/diagramQuickStyle" Target="../diagrams/quickStyle10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 /><Relationship Id="rId2" Type="http://schemas.openxmlformats.org/officeDocument/2006/relationships/diagramData" Target="../diagrams/data1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1.xml" /><Relationship Id="rId5" Type="http://schemas.openxmlformats.org/officeDocument/2006/relationships/diagramColors" Target="../diagrams/colors11.xml" /><Relationship Id="rId4" Type="http://schemas.openxmlformats.org/officeDocument/2006/relationships/diagramQuickStyle" Target="../diagrams/quickStyle11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 /><Relationship Id="rId2" Type="http://schemas.openxmlformats.org/officeDocument/2006/relationships/diagramData" Target="../diagrams/data12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2.xml" /><Relationship Id="rId5" Type="http://schemas.openxmlformats.org/officeDocument/2006/relationships/diagramColors" Target="../diagrams/colors12.xml" /><Relationship Id="rId4" Type="http://schemas.openxmlformats.org/officeDocument/2006/relationships/diagramQuickStyle" Target="../diagrams/quickStyle12.xml" 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 /><Relationship Id="rId2" Type="http://schemas.openxmlformats.org/officeDocument/2006/relationships/diagramData" Target="../diagrams/data13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3.xml" /><Relationship Id="rId5" Type="http://schemas.openxmlformats.org/officeDocument/2006/relationships/diagramColors" Target="../diagrams/colors13.xml" /><Relationship Id="rId4" Type="http://schemas.openxmlformats.org/officeDocument/2006/relationships/diagramQuickStyle" Target="../diagrams/quickStyle13.xml" 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 /><Relationship Id="rId2" Type="http://schemas.openxmlformats.org/officeDocument/2006/relationships/diagramData" Target="../diagrams/data14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4.xml" /><Relationship Id="rId5" Type="http://schemas.openxmlformats.org/officeDocument/2006/relationships/diagramColors" Target="../diagrams/colors14.xml" /><Relationship Id="rId4" Type="http://schemas.openxmlformats.org/officeDocument/2006/relationships/diagramQuickStyle" Target="../diagrams/quickStyle14.xml" 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 /><Relationship Id="rId2" Type="http://schemas.openxmlformats.org/officeDocument/2006/relationships/diagramData" Target="../diagrams/data15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5.xml" /><Relationship Id="rId5" Type="http://schemas.openxmlformats.org/officeDocument/2006/relationships/diagramColors" Target="../diagrams/colors15.xml" /><Relationship Id="rId4" Type="http://schemas.openxmlformats.org/officeDocument/2006/relationships/diagramQuickStyle" Target="../diagrams/quickStyle15.xml" 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 /><Relationship Id="rId2" Type="http://schemas.openxmlformats.org/officeDocument/2006/relationships/diagramData" Target="../diagrams/data16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6.xml" /><Relationship Id="rId5" Type="http://schemas.openxmlformats.org/officeDocument/2006/relationships/diagramColors" Target="../diagrams/colors16.xml" /><Relationship Id="rId4" Type="http://schemas.openxmlformats.org/officeDocument/2006/relationships/diagramQuickStyle" Target="../diagrams/quickStyle16.xml" 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 /><Relationship Id="rId2" Type="http://schemas.openxmlformats.org/officeDocument/2006/relationships/diagramData" Target="../diagrams/data17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7.xml" /><Relationship Id="rId5" Type="http://schemas.openxmlformats.org/officeDocument/2006/relationships/diagramColors" Target="../diagrams/colors17.xml" /><Relationship Id="rId4" Type="http://schemas.openxmlformats.org/officeDocument/2006/relationships/diagramQuickStyle" Target="../diagrams/quickStyle17.xml" 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 /><Relationship Id="rId2" Type="http://schemas.openxmlformats.org/officeDocument/2006/relationships/diagramData" Target="../diagrams/data18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8.xml" /><Relationship Id="rId5" Type="http://schemas.openxmlformats.org/officeDocument/2006/relationships/diagramColors" Target="../diagrams/colors18.xml" /><Relationship Id="rId4" Type="http://schemas.openxmlformats.org/officeDocument/2006/relationships/diagramQuickStyle" Target="../diagrams/quickStyle18.xml" 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 /><Relationship Id="rId2" Type="http://schemas.openxmlformats.org/officeDocument/2006/relationships/diagramData" Target="../diagrams/data19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9.xml" /><Relationship Id="rId5" Type="http://schemas.openxmlformats.org/officeDocument/2006/relationships/diagramColors" Target="../diagrams/colors19.xml" /><Relationship Id="rId4" Type="http://schemas.openxmlformats.org/officeDocument/2006/relationships/diagramQuickStyle" Target="../diagrams/quickStyle19.xml" 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 /><Relationship Id="rId2" Type="http://schemas.openxmlformats.org/officeDocument/2006/relationships/diagramData" Target="../diagrams/data20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20.xml" /><Relationship Id="rId5" Type="http://schemas.openxmlformats.org/officeDocument/2006/relationships/diagramColors" Target="../diagrams/colors20.xml" /><Relationship Id="rId4" Type="http://schemas.openxmlformats.org/officeDocument/2006/relationships/diagramQuickStyle" Target="../diagrams/quickStyle20.xml" 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 /><Relationship Id="rId2" Type="http://schemas.openxmlformats.org/officeDocument/2006/relationships/diagramData" Target="../diagrams/data2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21.xml" /><Relationship Id="rId5" Type="http://schemas.openxmlformats.org/officeDocument/2006/relationships/diagramColors" Target="../diagrams/colors21.xml" /><Relationship Id="rId4" Type="http://schemas.openxmlformats.org/officeDocument/2006/relationships/diagramQuickStyle" Target="../diagrams/quickStyle21.xml" 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 /><Relationship Id="rId2" Type="http://schemas.openxmlformats.org/officeDocument/2006/relationships/diagramData" Target="../diagrams/data22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22.xml" /><Relationship Id="rId5" Type="http://schemas.openxmlformats.org/officeDocument/2006/relationships/diagramColors" Target="../diagrams/colors22.xml" /><Relationship Id="rId4" Type="http://schemas.openxmlformats.org/officeDocument/2006/relationships/diagramQuickStyle" Target="../diagrams/quickStyle22.xml" 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248019" y="1204415"/>
            <a:ext cx="8915399" cy="2262781"/>
          </a:xfrm>
        </p:spPr>
        <p:txBody>
          <a:bodyPr/>
          <a:lstStyle/>
          <a:p>
            <a:r>
              <a:rPr lang="fr-FR" dirty="0"/>
              <a:t>Chapitre 2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76601" y="3726501"/>
            <a:ext cx="8915399" cy="1126283"/>
          </a:xfrm>
        </p:spPr>
        <p:txBody>
          <a:bodyPr>
            <a:normAutofit/>
          </a:bodyPr>
          <a:lstStyle/>
          <a:p>
            <a:r>
              <a:rPr lang="fr-FR" sz="3600" dirty="0"/>
              <a:t>La conduite du projet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439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cycle de vie d’un projet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847465"/>
              </p:ext>
            </p:extLst>
          </p:nvPr>
        </p:nvGraphicFramePr>
        <p:xfrm>
          <a:off x="1311578" y="1569493"/>
          <a:ext cx="10561973" cy="4640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02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8209" y="287795"/>
            <a:ext cx="8911687" cy="999974"/>
          </a:xfrm>
        </p:spPr>
        <p:txBody>
          <a:bodyPr/>
          <a:lstStyle/>
          <a:p>
            <a:r>
              <a:rPr lang="fr-FR" dirty="0"/>
              <a:t>Les phases du projet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3</a:t>
            </a:fld>
            <a:endParaRPr lang="fr-FR"/>
          </a:p>
        </p:txBody>
      </p:sp>
      <p:graphicFrame>
        <p:nvGraphicFramePr>
          <p:cNvPr id="7" name="Diagramme 6"/>
          <p:cNvGraphicFramePr/>
          <p:nvPr>
            <p:extLst>
              <p:ext uri="{D42A27DB-BD31-4B8C-83A1-F6EECF244321}">
                <p14:modId xmlns:p14="http://schemas.microsoft.com/office/powerpoint/2010/main" val="2605460916"/>
              </p:ext>
            </p:extLst>
          </p:nvPr>
        </p:nvGraphicFramePr>
        <p:xfrm>
          <a:off x="2031999" y="1152908"/>
          <a:ext cx="9159165" cy="49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1048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Line 2"/>
          <p:cNvSpPr>
            <a:spLocks noChangeShapeType="1"/>
          </p:cNvSpPr>
          <p:nvPr/>
        </p:nvSpPr>
        <p:spPr bwMode="auto">
          <a:xfrm>
            <a:off x="2819400" y="2286000"/>
            <a:ext cx="0" cy="403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fr-CA"/>
          </a:p>
        </p:txBody>
      </p:sp>
      <p:sp>
        <p:nvSpPr>
          <p:cNvPr id="40963" name="Line 3"/>
          <p:cNvSpPr>
            <a:spLocks noChangeShapeType="1"/>
          </p:cNvSpPr>
          <p:nvPr/>
        </p:nvSpPr>
        <p:spPr bwMode="auto">
          <a:xfrm>
            <a:off x="10210800" y="1828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CA"/>
          </a:p>
        </p:txBody>
      </p:sp>
      <p:sp>
        <p:nvSpPr>
          <p:cNvPr id="40964" name="Line 4"/>
          <p:cNvSpPr>
            <a:spLocks noChangeShapeType="1"/>
          </p:cNvSpPr>
          <p:nvPr/>
        </p:nvSpPr>
        <p:spPr bwMode="auto">
          <a:xfrm>
            <a:off x="3810000" y="1866900"/>
            <a:ext cx="0" cy="45339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fr-CA"/>
          </a:p>
        </p:txBody>
      </p:sp>
      <p:sp>
        <p:nvSpPr>
          <p:cNvPr id="40965" name="Line 5"/>
          <p:cNvSpPr>
            <a:spLocks noChangeShapeType="1"/>
          </p:cNvSpPr>
          <p:nvPr/>
        </p:nvSpPr>
        <p:spPr bwMode="auto">
          <a:xfrm>
            <a:off x="7848600" y="1828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fr-CA"/>
          </a:p>
        </p:txBody>
      </p:sp>
      <p:sp>
        <p:nvSpPr>
          <p:cNvPr id="40966" name="Line 6"/>
          <p:cNvSpPr>
            <a:spLocks noChangeShapeType="1"/>
          </p:cNvSpPr>
          <p:nvPr/>
        </p:nvSpPr>
        <p:spPr bwMode="auto">
          <a:xfrm>
            <a:off x="2819400" y="6324600"/>
            <a:ext cx="7696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CA"/>
          </a:p>
        </p:txBody>
      </p:sp>
      <p:sp>
        <p:nvSpPr>
          <p:cNvPr id="40967" name="Arc 7"/>
          <p:cNvSpPr>
            <a:spLocks/>
          </p:cNvSpPr>
          <p:nvPr/>
        </p:nvSpPr>
        <p:spPr bwMode="auto">
          <a:xfrm flipV="1">
            <a:off x="2514601" y="5808664"/>
            <a:ext cx="1273175" cy="515937"/>
          </a:xfrm>
          <a:custGeom>
            <a:avLst/>
            <a:gdLst>
              <a:gd name="T0" fmla="*/ 1204538136 w 21229"/>
              <a:gd name="T1" fmla="*/ 0 h 20866"/>
              <a:gd name="T2" fmla="*/ 2147483647 w 21229"/>
              <a:gd name="T3" fmla="*/ 255194025 h 20866"/>
              <a:gd name="T4" fmla="*/ 0 w 21229"/>
              <a:gd name="T5" fmla="*/ 315436138 h 20866"/>
              <a:gd name="T6" fmla="*/ 0 60000 65536"/>
              <a:gd name="T7" fmla="*/ 0 60000 65536"/>
              <a:gd name="T8" fmla="*/ 0 60000 65536"/>
              <a:gd name="T9" fmla="*/ 0 w 21229"/>
              <a:gd name="T10" fmla="*/ 0 h 20866"/>
              <a:gd name="T11" fmla="*/ 21229 w 21229"/>
              <a:gd name="T12" fmla="*/ 20866 h 2086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229" h="20866" fill="none" extrusionOk="0">
                <a:moveTo>
                  <a:pt x="5583" y="0"/>
                </a:moveTo>
                <a:cubicBezTo>
                  <a:pt x="13612" y="2148"/>
                  <a:pt x="19695" y="8712"/>
                  <a:pt x="21229" y="16880"/>
                </a:cubicBezTo>
              </a:path>
              <a:path w="21229" h="20866" stroke="0" extrusionOk="0">
                <a:moveTo>
                  <a:pt x="5583" y="0"/>
                </a:moveTo>
                <a:cubicBezTo>
                  <a:pt x="13612" y="2148"/>
                  <a:pt x="19695" y="8712"/>
                  <a:pt x="21229" y="16880"/>
                </a:cubicBezTo>
                <a:lnTo>
                  <a:pt x="0" y="20866"/>
                </a:lnTo>
                <a:close/>
              </a:path>
            </a:pathLst>
          </a:custGeom>
          <a:noFill/>
          <a:ln w="38100">
            <a:solidFill>
              <a:srgbClr val="22259C"/>
            </a:solidFill>
            <a:round/>
            <a:headEnd/>
            <a:tailEnd/>
          </a:ln>
        </p:spPr>
        <p:txBody>
          <a:bodyPr rot="10800000" wrap="none" anchor="ctr"/>
          <a:lstStyle/>
          <a:p>
            <a:endParaRPr lang="fr-CA"/>
          </a:p>
        </p:txBody>
      </p:sp>
      <p:sp>
        <p:nvSpPr>
          <p:cNvPr id="40968" name="Arc 8"/>
          <p:cNvSpPr>
            <a:spLocks/>
          </p:cNvSpPr>
          <p:nvPr/>
        </p:nvSpPr>
        <p:spPr bwMode="auto">
          <a:xfrm flipH="1">
            <a:off x="5162550" y="2514600"/>
            <a:ext cx="1314450" cy="838200"/>
          </a:xfrm>
          <a:custGeom>
            <a:avLst/>
            <a:gdLst>
              <a:gd name="T0" fmla="*/ 0 w 19605"/>
              <a:gd name="T1" fmla="*/ 0 h 21600"/>
              <a:gd name="T2" fmla="*/ 2147483647 w 19605"/>
              <a:gd name="T3" fmla="*/ 732439074 h 21600"/>
              <a:gd name="T4" fmla="*/ 0 w 19605"/>
              <a:gd name="T5" fmla="*/ 1262220398 h 21600"/>
              <a:gd name="T6" fmla="*/ 0 60000 65536"/>
              <a:gd name="T7" fmla="*/ 0 60000 65536"/>
              <a:gd name="T8" fmla="*/ 0 60000 65536"/>
              <a:gd name="T9" fmla="*/ 0 w 19605"/>
              <a:gd name="T10" fmla="*/ 0 h 21600"/>
              <a:gd name="T11" fmla="*/ 19605 w 1960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605" h="21600" fill="none" extrusionOk="0">
                <a:moveTo>
                  <a:pt x="-1" y="0"/>
                </a:moveTo>
                <a:cubicBezTo>
                  <a:pt x="8419" y="0"/>
                  <a:pt x="16071" y="4892"/>
                  <a:pt x="19605" y="12533"/>
                </a:cubicBezTo>
              </a:path>
              <a:path w="19605" h="21600" stroke="0" extrusionOk="0">
                <a:moveTo>
                  <a:pt x="-1" y="0"/>
                </a:moveTo>
                <a:cubicBezTo>
                  <a:pt x="8419" y="0"/>
                  <a:pt x="16071" y="4892"/>
                  <a:pt x="19605" y="12533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267A2E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CA"/>
          </a:p>
        </p:txBody>
      </p:sp>
      <p:sp>
        <p:nvSpPr>
          <p:cNvPr id="40969" name="Line 9"/>
          <p:cNvSpPr>
            <a:spLocks noChangeShapeType="1"/>
          </p:cNvSpPr>
          <p:nvPr/>
        </p:nvSpPr>
        <p:spPr bwMode="auto">
          <a:xfrm>
            <a:off x="6477000" y="2514600"/>
            <a:ext cx="1371600" cy="0"/>
          </a:xfrm>
          <a:prstGeom prst="line">
            <a:avLst/>
          </a:prstGeom>
          <a:noFill/>
          <a:ln w="38100">
            <a:solidFill>
              <a:srgbClr val="267A2E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CA"/>
          </a:p>
        </p:txBody>
      </p:sp>
      <p:sp>
        <p:nvSpPr>
          <p:cNvPr id="40970" name="Arc 10"/>
          <p:cNvSpPr>
            <a:spLocks/>
          </p:cNvSpPr>
          <p:nvPr/>
        </p:nvSpPr>
        <p:spPr bwMode="auto">
          <a:xfrm>
            <a:off x="7848600" y="2514600"/>
            <a:ext cx="685800" cy="457200"/>
          </a:xfrm>
          <a:custGeom>
            <a:avLst/>
            <a:gdLst>
              <a:gd name="T0" fmla="*/ 0 w 21600"/>
              <a:gd name="T1" fmla="*/ 0 h 21600"/>
              <a:gd name="T2" fmla="*/ 691329076 w 21600"/>
              <a:gd name="T3" fmla="*/ 204838141 h 21600"/>
              <a:gd name="T4" fmla="*/ 0 w 21600"/>
              <a:gd name="T5" fmla="*/ 204838141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CA"/>
          </a:p>
        </p:txBody>
      </p:sp>
      <p:sp>
        <p:nvSpPr>
          <p:cNvPr id="40971" name="Arc 11"/>
          <p:cNvSpPr>
            <a:spLocks/>
          </p:cNvSpPr>
          <p:nvPr/>
        </p:nvSpPr>
        <p:spPr bwMode="auto">
          <a:xfrm rot="10800000">
            <a:off x="9220200" y="4191000"/>
            <a:ext cx="914400" cy="2133600"/>
          </a:xfrm>
          <a:custGeom>
            <a:avLst/>
            <a:gdLst>
              <a:gd name="T0" fmla="*/ 0 w 19574"/>
              <a:gd name="T1" fmla="*/ 0 h 21600"/>
              <a:gd name="T2" fmla="*/ 1995488148 w 19574"/>
              <a:gd name="T3" fmla="*/ 2147483647 h 21600"/>
              <a:gd name="T4" fmla="*/ 0 w 19574"/>
              <a:gd name="T5" fmla="*/ 2147483647 h 21600"/>
              <a:gd name="T6" fmla="*/ 0 60000 65536"/>
              <a:gd name="T7" fmla="*/ 0 60000 65536"/>
              <a:gd name="T8" fmla="*/ 0 60000 65536"/>
              <a:gd name="T9" fmla="*/ 0 w 19574"/>
              <a:gd name="T10" fmla="*/ 0 h 21600"/>
              <a:gd name="T11" fmla="*/ 19574 w 1957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574" h="21600" fill="none" extrusionOk="0">
                <a:moveTo>
                  <a:pt x="-1" y="0"/>
                </a:moveTo>
                <a:cubicBezTo>
                  <a:pt x="8392" y="0"/>
                  <a:pt x="16024" y="4861"/>
                  <a:pt x="19573" y="12466"/>
                </a:cubicBezTo>
              </a:path>
              <a:path w="19574" h="21600" stroke="0" extrusionOk="0">
                <a:moveTo>
                  <a:pt x="-1" y="0"/>
                </a:moveTo>
                <a:cubicBezTo>
                  <a:pt x="8392" y="0"/>
                  <a:pt x="16024" y="4861"/>
                  <a:pt x="19573" y="12466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CA"/>
          </a:p>
        </p:txBody>
      </p:sp>
      <p:sp>
        <p:nvSpPr>
          <p:cNvPr id="40972" name="Line 12"/>
          <p:cNvSpPr>
            <a:spLocks noChangeShapeType="1"/>
          </p:cNvSpPr>
          <p:nvPr/>
        </p:nvSpPr>
        <p:spPr bwMode="auto">
          <a:xfrm>
            <a:off x="8534400" y="2895600"/>
            <a:ext cx="685800" cy="2209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CA"/>
          </a:p>
        </p:txBody>
      </p:sp>
      <p:sp>
        <p:nvSpPr>
          <p:cNvPr id="40973" name="Line 13"/>
          <p:cNvSpPr>
            <a:spLocks noChangeShapeType="1"/>
          </p:cNvSpPr>
          <p:nvPr/>
        </p:nvSpPr>
        <p:spPr bwMode="auto">
          <a:xfrm flipV="1">
            <a:off x="3810000" y="2971800"/>
            <a:ext cx="1371600" cy="297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CA"/>
          </a:p>
        </p:txBody>
      </p:sp>
      <p:sp>
        <p:nvSpPr>
          <p:cNvPr id="40974" name="Text Box 14"/>
          <p:cNvSpPr txBox="1">
            <a:spLocks noChangeArrowheads="1"/>
          </p:cNvSpPr>
          <p:nvPr/>
        </p:nvSpPr>
        <p:spPr bwMode="auto">
          <a:xfrm>
            <a:off x="6096000" y="6248400"/>
            <a:ext cx="1371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H" b="1"/>
              <a:t>Temps</a:t>
            </a:r>
          </a:p>
        </p:txBody>
      </p:sp>
      <p:sp>
        <p:nvSpPr>
          <p:cNvPr id="40975" name="Text Box 15"/>
          <p:cNvSpPr txBox="1">
            <a:spLocks noChangeArrowheads="1"/>
          </p:cNvSpPr>
          <p:nvPr/>
        </p:nvSpPr>
        <p:spPr bwMode="auto">
          <a:xfrm rot="-5400000">
            <a:off x="1295400" y="4082534"/>
            <a:ext cx="2590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fr-CH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Niveau d’activité</a:t>
            </a:r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auto">
          <a:xfrm>
            <a:off x="2590800" y="1004888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H" sz="1600" b="1"/>
              <a:t>ÉTUDE</a:t>
            </a:r>
            <a:endParaRPr lang="fr-CH" sz="1600"/>
          </a:p>
        </p:txBody>
      </p:sp>
      <p:sp>
        <p:nvSpPr>
          <p:cNvPr id="40977" name="Text Box 17"/>
          <p:cNvSpPr txBox="1">
            <a:spLocks noChangeArrowheads="1"/>
          </p:cNvSpPr>
          <p:nvPr/>
        </p:nvSpPr>
        <p:spPr bwMode="auto">
          <a:xfrm>
            <a:off x="4419600" y="1004888"/>
            <a:ext cx="3352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H" sz="1600" b="1"/>
              <a:t>MISE EN OEUVRE</a:t>
            </a:r>
            <a:endParaRPr lang="fr-CH" sz="1600"/>
          </a:p>
        </p:txBody>
      </p:sp>
      <p:sp>
        <p:nvSpPr>
          <p:cNvPr id="40978" name="Text Box 18"/>
          <p:cNvSpPr txBox="1">
            <a:spLocks noChangeArrowheads="1"/>
          </p:cNvSpPr>
          <p:nvPr/>
        </p:nvSpPr>
        <p:spPr bwMode="auto">
          <a:xfrm>
            <a:off x="7239000" y="990600"/>
            <a:ext cx="3200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600" b="1"/>
              <a:t>OPÉRATIONNALISATION</a:t>
            </a:r>
            <a:endParaRPr lang="fr-CH" sz="1600" b="1"/>
          </a:p>
        </p:txBody>
      </p:sp>
      <p:sp>
        <p:nvSpPr>
          <p:cNvPr id="40979" name="Line 19"/>
          <p:cNvSpPr>
            <a:spLocks noChangeShapeType="1"/>
          </p:cNvSpPr>
          <p:nvPr/>
        </p:nvSpPr>
        <p:spPr bwMode="auto">
          <a:xfrm>
            <a:off x="4495800" y="1866900"/>
            <a:ext cx="0" cy="4191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fr-CA"/>
          </a:p>
        </p:txBody>
      </p:sp>
      <p:sp>
        <p:nvSpPr>
          <p:cNvPr id="40980" name="Line 20"/>
          <p:cNvSpPr>
            <a:spLocks noChangeShapeType="1"/>
          </p:cNvSpPr>
          <p:nvPr/>
        </p:nvSpPr>
        <p:spPr bwMode="auto">
          <a:xfrm>
            <a:off x="5334000" y="1866900"/>
            <a:ext cx="0" cy="4191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fr-CA"/>
          </a:p>
        </p:txBody>
      </p:sp>
      <p:sp>
        <p:nvSpPr>
          <p:cNvPr id="40981" name="Line 21"/>
          <p:cNvSpPr>
            <a:spLocks noChangeShapeType="1"/>
          </p:cNvSpPr>
          <p:nvPr/>
        </p:nvSpPr>
        <p:spPr bwMode="auto">
          <a:xfrm>
            <a:off x="6096000" y="1866900"/>
            <a:ext cx="0" cy="4191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fr-CA"/>
          </a:p>
        </p:txBody>
      </p:sp>
      <p:sp>
        <p:nvSpPr>
          <p:cNvPr id="40982" name="Line 22"/>
          <p:cNvSpPr>
            <a:spLocks noChangeShapeType="1"/>
          </p:cNvSpPr>
          <p:nvPr/>
        </p:nvSpPr>
        <p:spPr bwMode="auto">
          <a:xfrm>
            <a:off x="6705600" y="1866900"/>
            <a:ext cx="0" cy="4191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fr-CA"/>
          </a:p>
        </p:txBody>
      </p:sp>
      <p:sp>
        <p:nvSpPr>
          <p:cNvPr id="40983" name="Line 23"/>
          <p:cNvSpPr>
            <a:spLocks noChangeShapeType="1"/>
          </p:cNvSpPr>
          <p:nvPr/>
        </p:nvSpPr>
        <p:spPr bwMode="auto">
          <a:xfrm>
            <a:off x="8534400" y="1828800"/>
            <a:ext cx="0" cy="4953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fr-CA"/>
          </a:p>
        </p:txBody>
      </p:sp>
      <p:sp>
        <p:nvSpPr>
          <p:cNvPr id="40984" name="Line 24"/>
          <p:cNvSpPr>
            <a:spLocks noChangeShapeType="1"/>
          </p:cNvSpPr>
          <p:nvPr/>
        </p:nvSpPr>
        <p:spPr bwMode="auto">
          <a:xfrm>
            <a:off x="9296400" y="1828800"/>
            <a:ext cx="0" cy="4953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fr-CA"/>
          </a:p>
        </p:txBody>
      </p:sp>
      <p:sp>
        <p:nvSpPr>
          <p:cNvPr id="40985" name="Text Box 25"/>
          <p:cNvSpPr txBox="1">
            <a:spLocks noChangeArrowheads="1"/>
          </p:cNvSpPr>
          <p:nvPr/>
        </p:nvSpPr>
        <p:spPr bwMode="auto">
          <a:xfrm>
            <a:off x="2743200" y="1828800"/>
            <a:ext cx="121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FF0000"/>
                </a:solidFill>
              </a:rPr>
              <a:t>Sélection &amp; définition</a:t>
            </a:r>
            <a:endParaRPr lang="fr-CH" sz="1200">
              <a:solidFill>
                <a:srgbClr val="FF0000"/>
              </a:solidFill>
            </a:endParaRPr>
          </a:p>
        </p:txBody>
      </p:sp>
      <p:sp>
        <p:nvSpPr>
          <p:cNvPr id="40986" name="Text Box 26"/>
          <p:cNvSpPr txBox="1">
            <a:spLocks noChangeArrowheads="1"/>
          </p:cNvSpPr>
          <p:nvPr/>
        </p:nvSpPr>
        <p:spPr bwMode="auto">
          <a:xfrm>
            <a:off x="6705599" y="1935164"/>
            <a:ext cx="114300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H" sz="1200" b="1" dirty="0">
                <a:solidFill>
                  <a:srgbClr val="FF0000"/>
                </a:solidFill>
              </a:rPr>
              <a:t>Déploiement</a:t>
            </a:r>
            <a:endParaRPr lang="fr-CH" b="1" dirty="0">
              <a:solidFill>
                <a:srgbClr val="FF0000"/>
              </a:solidFill>
            </a:endParaRPr>
          </a:p>
        </p:txBody>
      </p:sp>
      <p:sp>
        <p:nvSpPr>
          <p:cNvPr id="40987" name="Text Box 27"/>
          <p:cNvSpPr txBox="1">
            <a:spLocks noChangeArrowheads="1"/>
          </p:cNvSpPr>
          <p:nvPr/>
        </p:nvSpPr>
        <p:spPr bwMode="auto">
          <a:xfrm>
            <a:off x="1524000" y="990600"/>
            <a:ext cx="1447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H" sz="1600" b="1"/>
              <a:t>PÉRIODES</a:t>
            </a:r>
          </a:p>
        </p:txBody>
      </p:sp>
      <p:sp>
        <p:nvSpPr>
          <p:cNvPr id="40988" name="Text Box 28"/>
          <p:cNvSpPr txBox="1">
            <a:spLocks noChangeArrowheads="1"/>
          </p:cNvSpPr>
          <p:nvPr/>
        </p:nvSpPr>
        <p:spPr bwMode="auto">
          <a:xfrm>
            <a:off x="1676400" y="1371600"/>
            <a:ext cx="1066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H" sz="1600" b="1"/>
              <a:t>PHASES</a:t>
            </a:r>
          </a:p>
        </p:txBody>
      </p:sp>
      <p:sp>
        <p:nvSpPr>
          <p:cNvPr id="40989" name="Text Box 29"/>
          <p:cNvSpPr txBox="1">
            <a:spLocks noChangeArrowheads="1"/>
          </p:cNvSpPr>
          <p:nvPr/>
        </p:nvSpPr>
        <p:spPr bwMode="auto">
          <a:xfrm>
            <a:off x="5334000" y="4022726"/>
            <a:ext cx="2286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H" sz="2000" b="1"/>
              <a:t>Niveau typique d’intensité d’un cycle de projet</a:t>
            </a:r>
            <a:endParaRPr lang="fr-CH" b="1"/>
          </a:p>
        </p:txBody>
      </p:sp>
      <p:sp>
        <p:nvSpPr>
          <p:cNvPr id="40994" name="Text Box 34"/>
          <p:cNvSpPr txBox="1">
            <a:spLocks noChangeArrowheads="1"/>
          </p:cNvSpPr>
          <p:nvPr/>
        </p:nvSpPr>
        <p:spPr bwMode="auto">
          <a:xfrm>
            <a:off x="1600200" y="1935164"/>
            <a:ext cx="1295400" cy="2746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200" b="1">
                <a:solidFill>
                  <a:srgbClr val="FF0000"/>
                </a:solidFill>
              </a:rPr>
              <a:t>ÉVÉNEMENTS</a:t>
            </a:r>
          </a:p>
        </p:txBody>
      </p:sp>
      <p:sp>
        <p:nvSpPr>
          <p:cNvPr id="40995" name="Text Box 35"/>
          <p:cNvSpPr txBox="1">
            <a:spLocks noChangeArrowheads="1"/>
          </p:cNvSpPr>
          <p:nvPr/>
        </p:nvSpPr>
        <p:spPr bwMode="auto">
          <a:xfrm>
            <a:off x="2667000" y="1371600"/>
            <a:ext cx="1143000" cy="304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400" b="1"/>
              <a:t>Faisabilité</a:t>
            </a:r>
          </a:p>
        </p:txBody>
      </p:sp>
      <p:sp>
        <p:nvSpPr>
          <p:cNvPr id="40996" name="Text Box 36"/>
          <p:cNvSpPr txBox="1">
            <a:spLocks noChangeArrowheads="1"/>
          </p:cNvSpPr>
          <p:nvPr/>
        </p:nvSpPr>
        <p:spPr bwMode="auto">
          <a:xfrm>
            <a:off x="2819399" y="1524000"/>
            <a:ext cx="2590801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400" b="1" dirty="0"/>
              <a:t>Décision &amp; Planification</a:t>
            </a:r>
          </a:p>
        </p:txBody>
      </p:sp>
      <p:sp>
        <p:nvSpPr>
          <p:cNvPr id="40997" name="Text Box 37"/>
          <p:cNvSpPr txBox="1">
            <a:spLocks noChangeArrowheads="1"/>
          </p:cNvSpPr>
          <p:nvPr/>
        </p:nvSpPr>
        <p:spPr bwMode="auto">
          <a:xfrm>
            <a:off x="9067800" y="1371600"/>
            <a:ext cx="1295400" cy="304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400" b="1"/>
              <a:t>Évaluation</a:t>
            </a:r>
            <a:r>
              <a:rPr lang="fr-CA" sz="14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0998" name="Text Box 38"/>
          <p:cNvSpPr txBox="1">
            <a:spLocks noChangeArrowheads="1"/>
          </p:cNvSpPr>
          <p:nvPr/>
        </p:nvSpPr>
        <p:spPr bwMode="auto">
          <a:xfrm>
            <a:off x="9144000" y="1935164"/>
            <a:ext cx="10668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H" sz="1200" b="1">
                <a:solidFill>
                  <a:srgbClr val="FF0000"/>
                </a:solidFill>
              </a:rPr>
              <a:t>Clôture</a:t>
            </a:r>
            <a:endParaRPr lang="fr-CH" b="1">
              <a:solidFill>
                <a:srgbClr val="FF0000"/>
              </a:solidFill>
            </a:endParaRP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2819400" y="1828800"/>
            <a:ext cx="7391400" cy="533400"/>
            <a:chOff x="816" y="1152"/>
            <a:chExt cx="4656" cy="336"/>
          </a:xfrm>
        </p:grpSpPr>
        <p:sp>
          <p:nvSpPr>
            <p:cNvPr id="32816" name="Line 40"/>
            <p:cNvSpPr>
              <a:spLocks noChangeShapeType="1"/>
            </p:cNvSpPr>
            <p:nvPr/>
          </p:nvSpPr>
          <p:spPr bwMode="auto">
            <a:xfrm>
              <a:off x="816" y="1152"/>
              <a:ext cx="4656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CA"/>
            </a:p>
          </p:txBody>
        </p:sp>
        <p:sp>
          <p:nvSpPr>
            <p:cNvPr id="32817" name="Line 41"/>
            <p:cNvSpPr>
              <a:spLocks noChangeShapeType="1"/>
            </p:cNvSpPr>
            <p:nvPr/>
          </p:nvSpPr>
          <p:spPr bwMode="auto">
            <a:xfrm>
              <a:off x="816" y="115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CA"/>
            </a:p>
          </p:txBody>
        </p:sp>
        <p:sp>
          <p:nvSpPr>
            <p:cNvPr id="32818" name="Line 42"/>
            <p:cNvSpPr>
              <a:spLocks noChangeShapeType="1"/>
            </p:cNvSpPr>
            <p:nvPr/>
          </p:nvSpPr>
          <p:spPr bwMode="auto">
            <a:xfrm>
              <a:off x="816" y="1440"/>
              <a:ext cx="465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2971800" y="1371601"/>
            <a:ext cx="7315200" cy="523875"/>
            <a:chOff x="1392" y="864"/>
            <a:chExt cx="3456" cy="330"/>
          </a:xfrm>
        </p:grpSpPr>
        <p:sp>
          <p:nvSpPr>
            <p:cNvPr id="32813" name="Text Box 44"/>
            <p:cNvSpPr txBox="1">
              <a:spLocks noChangeArrowheads="1"/>
            </p:cNvSpPr>
            <p:nvPr/>
          </p:nvSpPr>
          <p:spPr bwMode="auto">
            <a:xfrm>
              <a:off x="2688" y="864"/>
              <a:ext cx="672" cy="33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CA" sz="1400" b="1"/>
                <a:t>Réalisation</a:t>
              </a:r>
            </a:p>
          </p:txBody>
        </p:sp>
        <p:sp>
          <p:nvSpPr>
            <p:cNvPr id="32814" name="Line 45"/>
            <p:cNvSpPr>
              <a:spLocks noChangeShapeType="1"/>
            </p:cNvSpPr>
            <p:nvPr/>
          </p:nvSpPr>
          <p:spPr bwMode="auto">
            <a:xfrm>
              <a:off x="3360" y="960"/>
              <a:ext cx="148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2815" name="Line 46"/>
            <p:cNvSpPr>
              <a:spLocks noChangeShapeType="1"/>
            </p:cNvSpPr>
            <p:nvPr/>
          </p:nvSpPr>
          <p:spPr bwMode="auto">
            <a:xfrm flipH="1">
              <a:off x="1392" y="960"/>
              <a:ext cx="129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1007" name="Text Box 47"/>
          <p:cNvSpPr txBox="1">
            <a:spLocks noChangeArrowheads="1"/>
          </p:cNvSpPr>
          <p:nvPr/>
        </p:nvSpPr>
        <p:spPr bwMode="auto">
          <a:xfrm>
            <a:off x="1600200" y="381000"/>
            <a:ext cx="129540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b="1"/>
              <a:t>MODE DE GESTION</a:t>
            </a:r>
            <a:r>
              <a:rPr lang="fr-CA"/>
              <a:t> </a:t>
            </a:r>
          </a:p>
        </p:txBody>
      </p:sp>
      <p:sp>
        <p:nvSpPr>
          <p:cNvPr id="41008" name="Rectangle 48"/>
          <p:cNvSpPr>
            <a:spLocks noChangeArrowheads="1"/>
          </p:cNvSpPr>
          <p:nvPr/>
        </p:nvSpPr>
        <p:spPr bwMode="auto">
          <a:xfrm>
            <a:off x="2881313" y="476250"/>
            <a:ext cx="7391400" cy="457200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lin ang="0" scaled="1"/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CA"/>
          </a:p>
        </p:txBody>
      </p:sp>
      <p:sp>
        <p:nvSpPr>
          <p:cNvPr id="41009" name="Text Box 49"/>
          <p:cNvSpPr txBox="1">
            <a:spLocks noChangeArrowheads="1"/>
          </p:cNvSpPr>
          <p:nvPr/>
        </p:nvSpPr>
        <p:spPr bwMode="auto">
          <a:xfrm>
            <a:off x="2927350" y="476250"/>
            <a:ext cx="2057400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b="1">
                <a:solidFill>
                  <a:srgbClr val="FAFCA0"/>
                </a:solidFill>
              </a:rPr>
              <a:t>Projet</a:t>
            </a:r>
          </a:p>
        </p:txBody>
      </p:sp>
      <p:sp>
        <p:nvSpPr>
          <p:cNvPr id="41010" name="Text Box 50"/>
          <p:cNvSpPr txBox="1">
            <a:spLocks noChangeArrowheads="1"/>
          </p:cNvSpPr>
          <p:nvPr/>
        </p:nvSpPr>
        <p:spPr bwMode="auto">
          <a:xfrm>
            <a:off x="8077200" y="381000"/>
            <a:ext cx="2133600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CA" b="1">
                <a:solidFill>
                  <a:srgbClr val="FAFCA0"/>
                </a:solidFill>
              </a:rPr>
              <a:t>Opérations</a:t>
            </a:r>
          </a:p>
        </p:txBody>
      </p:sp>
      <p:sp>
        <p:nvSpPr>
          <p:cNvPr id="41011" name="Text Box 51"/>
          <p:cNvSpPr txBox="1">
            <a:spLocks noChangeArrowheads="1"/>
          </p:cNvSpPr>
          <p:nvPr/>
        </p:nvSpPr>
        <p:spPr bwMode="auto">
          <a:xfrm>
            <a:off x="5740400" y="1523999"/>
            <a:ext cx="2489200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400" b="1" dirty="0"/>
              <a:t>Suivi &amp; contrôle</a:t>
            </a:r>
          </a:p>
        </p:txBody>
      </p:sp>
    </p:spTree>
    <p:extLst>
      <p:ext uri="{BB962C8B-B14F-4D97-AF65-F5344CB8AC3E}">
        <p14:creationId xmlns:p14="http://schemas.microsoft.com/office/powerpoint/2010/main" val="213530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384497" y="1259006"/>
            <a:ext cx="8915399" cy="2262781"/>
          </a:xfrm>
        </p:spPr>
        <p:txBody>
          <a:bodyPr/>
          <a:lstStyle/>
          <a:p>
            <a:r>
              <a:rPr lang="fr-FR" dirty="0"/>
              <a:t>1. L’identification et la formulation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589213" y="3966398"/>
            <a:ext cx="8915399" cy="1126283"/>
          </a:xfrm>
        </p:spPr>
        <p:txBody>
          <a:bodyPr>
            <a:normAutofit/>
          </a:bodyPr>
          <a:lstStyle/>
          <a:p>
            <a:pPr algn="ctr"/>
            <a:r>
              <a:rPr lang="fr-FR" sz="2000" dirty="0"/>
              <a:t>Des idées de projets à l’idée du projet : l’identification</a:t>
            </a:r>
          </a:p>
          <a:p>
            <a:pPr algn="ctr"/>
            <a:r>
              <a:rPr lang="fr-FR" sz="2000" dirty="0"/>
              <a:t>Le concept du projet : la formulation</a:t>
            </a:r>
          </a:p>
          <a:p>
            <a:pPr algn="ctr"/>
            <a:endParaRPr lang="fr-FR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1212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Identification et formulation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9193160"/>
              </p:ext>
            </p:extLst>
          </p:nvPr>
        </p:nvGraphicFramePr>
        <p:xfrm>
          <a:off x="3125337" y="2133600"/>
          <a:ext cx="8379276" cy="3107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453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Techniques de génération de nouvelles idées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0603702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8062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70096" y="247659"/>
            <a:ext cx="8911687" cy="1280890"/>
          </a:xfrm>
        </p:spPr>
        <p:txBody>
          <a:bodyPr/>
          <a:lstStyle/>
          <a:p>
            <a:pPr algn="ctr"/>
            <a:r>
              <a:rPr lang="fr-FR" dirty="0"/>
              <a:t>Analyse fonctionnelle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8</a:t>
            </a:fld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1214651" y="982638"/>
            <a:ext cx="10977349" cy="5875361"/>
          </a:xfrm>
          <a:noFill/>
        </p:spPr>
        <p:txBody>
          <a:bodyPr>
            <a:normAutofit/>
          </a:bodyPr>
          <a:lstStyle/>
          <a:p>
            <a:pPr marL="627063" indent="0">
              <a:lnSpc>
                <a:spcPct val="90000"/>
              </a:lnSpc>
              <a:buFont typeface="Wingdings" pitchFamily="2" charset="2"/>
              <a:buNone/>
            </a:pPr>
            <a:r>
              <a:rPr lang="fr-FR" sz="1900" u="sng" dirty="0">
                <a:cs typeface="Times New Roman" pitchFamily="18" charset="0"/>
              </a:rPr>
              <a:t>Le principe</a:t>
            </a:r>
          </a:p>
          <a:p>
            <a:pPr marL="627063" indent="0">
              <a:lnSpc>
                <a:spcPct val="90000"/>
              </a:lnSpc>
              <a:buFont typeface="Wingdings" pitchFamily="2" charset="2"/>
              <a:buNone/>
            </a:pPr>
            <a:r>
              <a:rPr lang="fr-FR" sz="1900" dirty="0">
                <a:cs typeface="Times New Roman" pitchFamily="18" charset="0"/>
              </a:rPr>
              <a:t>cette technique consiste à établir une </a:t>
            </a:r>
            <a:r>
              <a:rPr lang="fr-FR" sz="1900" dirty="0">
                <a:solidFill>
                  <a:srgbClr val="FF0000"/>
                </a:solidFill>
                <a:cs typeface="Times New Roman" pitchFamily="18" charset="0"/>
              </a:rPr>
              <a:t>liste</a:t>
            </a:r>
            <a:r>
              <a:rPr lang="fr-FR" sz="1900" dirty="0">
                <a:cs typeface="Times New Roman" pitchFamily="18" charset="0"/>
              </a:rPr>
              <a:t> </a:t>
            </a:r>
            <a:r>
              <a:rPr lang="fr-FR" sz="1900" dirty="0">
                <a:solidFill>
                  <a:srgbClr val="FF0000"/>
                </a:solidFill>
                <a:cs typeface="Times New Roman" pitchFamily="18" charset="0"/>
              </a:rPr>
              <a:t>de</a:t>
            </a:r>
            <a:r>
              <a:rPr lang="fr-FR" sz="1900" dirty="0">
                <a:cs typeface="Times New Roman" pitchFamily="18" charset="0"/>
              </a:rPr>
              <a:t> </a:t>
            </a:r>
            <a:r>
              <a:rPr lang="fr-FR" sz="1900" dirty="0">
                <a:solidFill>
                  <a:srgbClr val="FF0000"/>
                </a:solidFill>
                <a:cs typeface="Times New Roman" pitchFamily="18" charset="0"/>
              </a:rPr>
              <a:t>fonctionnalités</a:t>
            </a:r>
            <a:r>
              <a:rPr lang="fr-FR" sz="1900" dirty="0">
                <a:cs typeface="Times New Roman" pitchFamily="18" charset="0"/>
              </a:rPr>
              <a:t> qui sert à améliorer les produits et/ou les services à partir de recommandations ou de </a:t>
            </a:r>
            <a:r>
              <a:rPr lang="fr-FR" sz="1900" dirty="0">
                <a:solidFill>
                  <a:srgbClr val="FF0000"/>
                </a:solidFill>
                <a:cs typeface="Times New Roman" pitchFamily="18" charset="0"/>
              </a:rPr>
              <a:t>propositions des clients</a:t>
            </a:r>
            <a:r>
              <a:rPr lang="fr-FR" sz="1900" dirty="0">
                <a:cs typeface="Times New Roman" pitchFamily="18" charset="0"/>
              </a:rPr>
              <a:t>. </a:t>
            </a:r>
          </a:p>
          <a:p>
            <a:pPr marL="627063" indent="0">
              <a:lnSpc>
                <a:spcPct val="90000"/>
              </a:lnSpc>
              <a:buFont typeface="Wingdings" pitchFamily="2" charset="2"/>
              <a:buNone/>
            </a:pPr>
            <a:endParaRPr lang="fr-FR" sz="1900" dirty="0">
              <a:cs typeface="Times New Roman" pitchFamily="18" charset="0"/>
            </a:endParaRPr>
          </a:p>
          <a:p>
            <a:pPr marL="627063" indent="0">
              <a:lnSpc>
                <a:spcPct val="90000"/>
              </a:lnSpc>
              <a:buFont typeface="Wingdings" pitchFamily="2" charset="2"/>
              <a:buNone/>
            </a:pPr>
            <a:r>
              <a:rPr lang="fr-FR" sz="1900" u="sng" dirty="0">
                <a:cs typeface="Times New Roman" pitchFamily="18" charset="0"/>
              </a:rPr>
              <a:t>La méthode</a:t>
            </a:r>
            <a:endParaRPr lang="fr-FR" sz="1900" dirty="0">
              <a:cs typeface="Times New Roman" pitchFamily="18" charset="0"/>
            </a:endParaRPr>
          </a:p>
          <a:p>
            <a:pPr marL="627063" indent="0">
              <a:lnSpc>
                <a:spcPct val="90000"/>
              </a:lnSpc>
              <a:buFont typeface="Wingdings" pitchFamily="2" charset="2"/>
              <a:buNone/>
            </a:pPr>
            <a:r>
              <a:rPr lang="fr-FR" sz="1900" dirty="0">
                <a:cs typeface="Times New Roman" pitchFamily="18" charset="0"/>
              </a:rPr>
              <a:t>demander aux clients de dresser une liste précisant la nature de leurs </a:t>
            </a:r>
            <a:r>
              <a:rPr lang="fr-FR" sz="1900" dirty="0">
                <a:solidFill>
                  <a:srgbClr val="FF0000"/>
                </a:solidFill>
                <a:cs typeface="Times New Roman" pitchFamily="18" charset="0"/>
              </a:rPr>
              <a:t>insatisfactions</a:t>
            </a:r>
            <a:r>
              <a:rPr lang="fr-FR" sz="1900" dirty="0">
                <a:cs typeface="Times New Roman" pitchFamily="18" charset="0"/>
              </a:rPr>
              <a:t> et les </a:t>
            </a:r>
            <a:r>
              <a:rPr lang="fr-FR" sz="1900" dirty="0">
                <a:solidFill>
                  <a:srgbClr val="FF0000"/>
                </a:solidFill>
                <a:cs typeface="Times New Roman" pitchFamily="18" charset="0"/>
              </a:rPr>
              <a:t>problèmes</a:t>
            </a:r>
            <a:r>
              <a:rPr lang="fr-FR" sz="1900" dirty="0">
                <a:cs typeface="Times New Roman" pitchFamily="18" charset="0"/>
              </a:rPr>
              <a:t> qu’ils rencontrent lors de </a:t>
            </a:r>
            <a:r>
              <a:rPr lang="fr-FR" sz="1900" dirty="0">
                <a:solidFill>
                  <a:srgbClr val="FF0000"/>
                </a:solidFill>
                <a:cs typeface="Times New Roman" pitchFamily="18" charset="0"/>
              </a:rPr>
              <a:t>l’utilisation</a:t>
            </a:r>
            <a:r>
              <a:rPr lang="fr-FR" sz="1900" dirty="0">
                <a:cs typeface="Times New Roman" pitchFamily="18" charset="0"/>
              </a:rPr>
              <a:t> d’un des produits et/ou services de l’entreprise ou de la concurrence.</a:t>
            </a:r>
          </a:p>
          <a:p>
            <a:pPr marL="627063" indent="0">
              <a:lnSpc>
                <a:spcPct val="90000"/>
              </a:lnSpc>
              <a:buFont typeface="Wingdings" pitchFamily="2" charset="2"/>
              <a:buNone/>
            </a:pPr>
            <a:endParaRPr lang="fr-FR" sz="1900" dirty="0">
              <a:cs typeface="Times New Roman" pitchFamily="18" charset="0"/>
            </a:endParaRPr>
          </a:p>
          <a:p>
            <a:pPr marL="627063" indent="0">
              <a:lnSpc>
                <a:spcPct val="90000"/>
              </a:lnSpc>
              <a:buFont typeface="Wingdings" pitchFamily="2" charset="2"/>
              <a:buNone/>
            </a:pPr>
            <a:r>
              <a:rPr lang="fr-FR" sz="1900" u="sng" dirty="0">
                <a:cs typeface="Times New Roman" pitchFamily="18" charset="0"/>
              </a:rPr>
              <a:t>La procédure</a:t>
            </a:r>
            <a:endParaRPr lang="fr-FR" sz="1900" dirty="0">
              <a:cs typeface="Times New Roman" pitchFamily="18" charset="0"/>
            </a:endParaRPr>
          </a:p>
          <a:p>
            <a:pPr marL="627063" indent="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fr-FR" sz="1900" dirty="0">
                <a:cs typeface="Times New Roman" pitchFamily="18" charset="0"/>
              </a:rPr>
              <a:t> Mandater un expert externe et/ou des spécialistes internes</a:t>
            </a:r>
          </a:p>
          <a:p>
            <a:pPr marL="627063" indent="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fr-FR" sz="1900" dirty="0">
                <a:cs typeface="Times New Roman" pitchFamily="18" charset="0"/>
              </a:rPr>
              <a:t> Dresser une liste exhaustive des services et produits existants</a:t>
            </a:r>
          </a:p>
          <a:p>
            <a:pPr marL="627063" indent="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fr-FR" sz="1900" dirty="0">
                <a:cs typeface="Times New Roman" pitchFamily="18" charset="0"/>
              </a:rPr>
              <a:t> Élaborer un questionnaire semi-ouvert de satisfaction</a:t>
            </a:r>
          </a:p>
          <a:p>
            <a:pPr marL="627063" indent="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fr-FR" sz="1900" dirty="0">
                <a:cs typeface="Times New Roman" pitchFamily="18" charset="0"/>
              </a:rPr>
              <a:t> Constituer un panel (représentatif) de répondants (clientèle)</a:t>
            </a:r>
          </a:p>
          <a:p>
            <a:pPr marL="627063" indent="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fr-FR" sz="1900" dirty="0">
                <a:cs typeface="Times New Roman" pitchFamily="18" charset="0"/>
              </a:rPr>
              <a:t> Filtrer les idées émergeantes</a:t>
            </a:r>
          </a:p>
          <a:p>
            <a:pPr marL="627063" indent="0">
              <a:lnSpc>
                <a:spcPct val="90000"/>
              </a:lnSpc>
              <a:buFont typeface="Wingdings" pitchFamily="2" charset="2"/>
              <a:buNone/>
            </a:pPr>
            <a:r>
              <a:rPr lang="fr-FR" sz="1600" dirty="0">
                <a:cs typeface="Times New Roman" pitchFamily="18" charset="0"/>
              </a:rPr>
              <a:t>		</a:t>
            </a:r>
            <a:endParaRPr lang="fr-CA" sz="1600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784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Analyse par attributs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46663" y="1514901"/>
            <a:ext cx="10249467" cy="5343099"/>
          </a:xfrm>
        </p:spPr>
        <p:txBody>
          <a:bodyPr>
            <a:normAutofit/>
          </a:bodyPr>
          <a:lstStyle/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fr-FR" u="sng" dirty="0">
                <a:cs typeface="Times New Roman" pitchFamily="18" charset="0"/>
              </a:rPr>
              <a:t>Le principe</a:t>
            </a:r>
            <a:endParaRPr lang="fr-FR" dirty="0">
              <a:cs typeface="Times New Roman" pitchFamily="18" charset="0"/>
            </a:endParaRP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fr-FR" dirty="0">
                <a:cs typeface="Times New Roman" pitchFamily="18" charset="0"/>
              </a:rPr>
              <a:t>	cette technique consiste à </a:t>
            </a:r>
            <a:r>
              <a:rPr lang="fr-FR" dirty="0">
                <a:solidFill>
                  <a:srgbClr val="FF0000"/>
                </a:solidFill>
                <a:cs typeface="Times New Roman" pitchFamily="18" charset="0"/>
              </a:rPr>
              <a:t>combiner</a:t>
            </a:r>
            <a:r>
              <a:rPr lang="fr-FR" dirty="0">
                <a:cs typeface="Times New Roman" pitchFamily="18" charset="0"/>
              </a:rPr>
              <a:t> des </a:t>
            </a:r>
            <a:r>
              <a:rPr lang="fr-FR" dirty="0">
                <a:solidFill>
                  <a:srgbClr val="FF0000"/>
                </a:solidFill>
                <a:cs typeface="Times New Roman" pitchFamily="18" charset="0"/>
              </a:rPr>
              <a:t>attributs</a:t>
            </a:r>
            <a:r>
              <a:rPr lang="fr-FR" dirty="0">
                <a:cs typeface="Times New Roman" pitchFamily="18" charset="0"/>
              </a:rPr>
              <a:t> d’un produit ou d’un service fournis par une organisation.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endParaRPr lang="fr-FR" dirty="0">
              <a:cs typeface="Times New Roman" pitchFamily="18" charset="0"/>
            </a:endParaRP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fr-FR" dirty="0">
                <a:cs typeface="Times New Roman" pitchFamily="18" charset="0"/>
              </a:rPr>
              <a:t>	</a:t>
            </a:r>
            <a:r>
              <a:rPr lang="fr-FR" u="sng" dirty="0">
                <a:cs typeface="Times New Roman" pitchFamily="18" charset="0"/>
              </a:rPr>
              <a:t>La méthode</a:t>
            </a:r>
            <a:r>
              <a:rPr lang="fr-FR" dirty="0">
                <a:cs typeface="Times New Roman" pitchFamily="18" charset="0"/>
              </a:rPr>
              <a:t> 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fr-FR" dirty="0">
                <a:cs typeface="Times New Roman" pitchFamily="18" charset="0"/>
              </a:rPr>
              <a:t>	On caractérise un produit ou un service par leurs </a:t>
            </a:r>
            <a:r>
              <a:rPr lang="fr-FR" dirty="0">
                <a:solidFill>
                  <a:srgbClr val="FF0000"/>
                </a:solidFill>
                <a:cs typeface="Times New Roman" pitchFamily="18" charset="0"/>
              </a:rPr>
              <a:t>attributs physiques et perceptuels</a:t>
            </a:r>
            <a:r>
              <a:rPr lang="fr-FR" dirty="0">
                <a:cs typeface="Times New Roman" pitchFamily="18" charset="0"/>
              </a:rPr>
              <a:t> puis on procède par une combinaison de ces attributs jusqu’à </a:t>
            </a:r>
            <a:r>
              <a:rPr lang="fr-FR" dirty="0">
                <a:solidFill>
                  <a:srgbClr val="FF0000"/>
                </a:solidFill>
                <a:cs typeface="Times New Roman" pitchFamily="18" charset="0"/>
              </a:rPr>
              <a:t>l’obtention d’une combinaison</a:t>
            </a:r>
            <a:r>
              <a:rPr lang="fr-FR" dirty="0">
                <a:cs typeface="Times New Roman" pitchFamily="18" charset="0"/>
              </a:rPr>
              <a:t> originale, améliorée ou offrant un </a:t>
            </a:r>
            <a:r>
              <a:rPr lang="fr-FR" dirty="0">
                <a:solidFill>
                  <a:srgbClr val="FF0000"/>
                </a:solidFill>
                <a:cs typeface="Times New Roman" pitchFamily="18" charset="0"/>
              </a:rPr>
              <a:t>niveau de satisfaction supérieur</a:t>
            </a:r>
            <a:r>
              <a:rPr lang="fr-FR" dirty="0">
                <a:cs typeface="Times New Roman" pitchFamily="18" charset="0"/>
              </a:rPr>
              <a:t> à ce qui est proposée.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fr-FR" dirty="0">
                <a:cs typeface="Times New Roman" pitchFamily="18" charset="0"/>
              </a:rPr>
              <a:t>	</a:t>
            </a:r>
            <a:r>
              <a:rPr lang="fr-FR" u="sng" dirty="0">
                <a:cs typeface="Times New Roman" pitchFamily="18" charset="0"/>
              </a:rPr>
              <a:t>La procédure</a:t>
            </a:r>
            <a:r>
              <a:rPr lang="fr-FR" dirty="0">
                <a:cs typeface="Times New Roman" pitchFamily="18" charset="0"/>
              </a:rPr>
              <a:t> </a:t>
            </a:r>
          </a:p>
          <a:p>
            <a:pPr marL="1139825" lvl="2" indent="-244475">
              <a:lnSpc>
                <a:spcPct val="90000"/>
              </a:lnSpc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fr-FR" sz="1800" dirty="0">
                <a:cs typeface="Times New Roman" pitchFamily="18" charset="0"/>
              </a:rPr>
              <a:t>Mandater des experts et des spécialistes (internes et externes)</a:t>
            </a:r>
          </a:p>
          <a:p>
            <a:pPr marL="1139825" lvl="2" indent="-244475">
              <a:lnSpc>
                <a:spcPct val="90000"/>
              </a:lnSpc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fr-FR" sz="1800" dirty="0">
                <a:cs typeface="Times New Roman" pitchFamily="18" charset="0"/>
              </a:rPr>
              <a:t>Questionner : A quoi sert notre produit ? Peut-on élargir son utilisation à d’autres fins ? Peut-on spécifier son usage ? Peut-on modifier sa composition ?</a:t>
            </a:r>
          </a:p>
          <a:p>
            <a:pPr marL="1139825" lvl="2" indent="-244475">
              <a:lnSpc>
                <a:spcPct val="90000"/>
              </a:lnSpc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fr-CA" sz="1800" dirty="0"/>
              <a:t>Filtrer les idées</a:t>
            </a:r>
            <a:r>
              <a:rPr lang="fr-CA" dirty="0"/>
              <a:t>  </a:t>
            </a:r>
          </a:p>
          <a:p>
            <a:endParaRPr lang="fr-FR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473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33618" y="315898"/>
            <a:ext cx="8911687" cy="1280890"/>
          </a:xfrm>
        </p:spPr>
        <p:txBody>
          <a:bodyPr/>
          <a:lstStyle/>
          <a:p>
            <a:pPr algn="ctr"/>
            <a:r>
              <a:rPr lang="fr-FR" dirty="0"/>
              <a:t>Le Brainstorming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33015" y="1351128"/>
            <a:ext cx="10495128" cy="5281684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fr-FR" sz="1900" u="sng" dirty="0">
                <a:cs typeface="Times New Roman" pitchFamily="18" charset="0"/>
              </a:rPr>
              <a:t>Le principe</a:t>
            </a:r>
            <a:r>
              <a:rPr lang="fr-FR" sz="1900" dirty="0">
                <a:cs typeface="Times New Roman" pitchFamily="18" charset="0"/>
              </a:rPr>
              <a:t> </a:t>
            </a:r>
          </a:p>
          <a:p>
            <a:pPr algn="just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fr-FR" sz="1900" dirty="0">
                <a:cs typeface="Times New Roman" pitchFamily="18" charset="0"/>
              </a:rPr>
              <a:t>Il s’agit d’une technique </a:t>
            </a:r>
            <a:r>
              <a:rPr lang="fr-FR" sz="1900" dirty="0">
                <a:solidFill>
                  <a:srgbClr val="FF0000"/>
                </a:solidFill>
                <a:cs typeface="Times New Roman" pitchFamily="18" charset="0"/>
              </a:rPr>
              <a:t>d’exploration</a:t>
            </a:r>
            <a:r>
              <a:rPr lang="fr-FR" sz="1900" dirty="0">
                <a:cs typeface="Times New Roman" pitchFamily="18" charset="0"/>
              </a:rPr>
              <a:t> d’idées de projet sous </a:t>
            </a:r>
            <a:r>
              <a:rPr lang="fr-FR" sz="1900" dirty="0">
                <a:solidFill>
                  <a:srgbClr val="FF0000"/>
                </a:solidFill>
                <a:cs typeface="Times New Roman" pitchFamily="18" charset="0"/>
              </a:rPr>
              <a:t>environnement contrôlé</a:t>
            </a:r>
          </a:p>
          <a:p>
            <a:pPr algn="just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fr-FR" sz="1900" u="sng" dirty="0">
                <a:cs typeface="Times New Roman" pitchFamily="18" charset="0"/>
              </a:rPr>
              <a:t>La méthode</a:t>
            </a:r>
            <a:endParaRPr lang="fr-FR" sz="1900" dirty="0">
              <a:cs typeface="Times New Roman" pitchFamily="18" charset="0"/>
            </a:endParaRPr>
          </a:p>
          <a:p>
            <a:pPr algn="just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fr-FR" sz="1900" dirty="0">
                <a:cs typeface="Times New Roman" pitchFamily="18" charset="0"/>
              </a:rPr>
              <a:t>Soumettre un </a:t>
            </a:r>
            <a:r>
              <a:rPr lang="fr-FR" sz="1900" dirty="0">
                <a:solidFill>
                  <a:srgbClr val="FF0000"/>
                </a:solidFill>
                <a:cs typeface="Times New Roman" pitchFamily="18" charset="0"/>
              </a:rPr>
              <a:t>problème précis</a:t>
            </a:r>
            <a:r>
              <a:rPr lang="fr-FR" sz="1900" dirty="0">
                <a:cs typeface="Times New Roman" pitchFamily="18" charset="0"/>
              </a:rPr>
              <a:t> à une </a:t>
            </a:r>
            <a:r>
              <a:rPr lang="fr-FR" sz="1900" dirty="0">
                <a:solidFill>
                  <a:srgbClr val="FF0000"/>
                </a:solidFill>
                <a:cs typeface="Times New Roman" pitchFamily="18" charset="0"/>
              </a:rPr>
              <a:t>discussion ouverte</a:t>
            </a:r>
            <a:r>
              <a:rPr lang="fr-FR" sz="1900" dirty="0">
                <a:cs typeface="Times New Roman" pitchFamily="18" charset="0"/>
              </a:rPr>
              <a:t>. Les évaluations hâtives ne sont pas permises et les idées </a:t>
            </a:r>
            <a:r>
              <a:rPr lang="fr-FR" sz="1900" dirty="0">
                <a:solidFill>
                  <a:srgbClr val="FF0000"/>
                </a:solidFill>
                <a:cs typeface="Times New Roman" pitchFamily="18" charset="0"/>
              </a:rPr>
              <a:t>extravagantes</a:t>
            </a:r>
            <a:r>
              <a:rPr lang="fr-FR" sz="1900" dirty="0">
                <a:cs typeface="Times New Roman" pitchFamily="18" charset="0"/>
              </a:rPr>
              <a:t> sont à analyser avec une attention particulière</a:t>
            </a:r>
          </a:p>
          <a:p>
            <a:pPr algn="just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fr-FR" sz="1900" u="sng" dirty="0">
                <a:cs typeface="Times New Roman" pitchFamily="18" charset="0"/>
              </a:rPr>
              <a:t>La procédure</a:t>
            </a:r>
            <a:r>
              <a:rPr lang="fr-FR" sz="1900" dirty="0">
                <a:cs typeface="Times New Roman" pitchFamily="18" charset="0"/>
              </a:rPr>
              <a:t> </a:t>
            </a:r>
          </a:p>
          <a:p>
            <a:pPr algn="just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fr-FR" sz="1900" dirty="0">
                <a:cs typeface="Times New Roman" pitchFamily="18" charset="0"/>
              </a:rPr>
              <a:t>1. Formuler le problème à solutionner</a:t>
            </a:r>
          </a:p>
          <a:p>
            <a:pPr algn="just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fr-FR" sz="1900" dirty="0">
                <a:cs typeface="Times New Roman" pitchFamily="18" charset="0"/>
              </a:rPr>
              <a:t>2. Réunir, durant une heure matinale, un groupe restreint d’individus autour du dit problème </a:t>
            </a:r>
          </a:p>
          <a:p>
            <a:pPr algn="just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fr-FR" sz="1900" dirty="0">
                <a:cs typeface="Times New Roman" pitchFamily="18" charset="0"/>
              </a:rPr>
              <a:t>3. Enregistrer toutes les suggestions</a:t>
            </a:r>
          </a:p>
          <a:p>
            <a:pPr algn="just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fr-FR" sz="1900" dirty="0">
                <a:cs typeface="Times New Roman" pitchFamily="18" charset="0"/>
              </a:rPr>
              <a:t>4. Filtrer les idées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8166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63496"/>
          </a:xfrm>
        </p:spPr>
        <p:txBody>
          <a:bodyPr/>
          <a:lstStyle/>
          <a:p>
            <a:r>
              <a:rPr lang="fr-FR" dirty="0"/>
              <a:t>Techniques des groupes nominaux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665027" y="1487606"/>
            <a:ext cx="9839585" cy="4899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/>
              <a:t>Le principe et la méthode</a:t>
            </a:r>
          </a:p>
          <a:p>
            <a:pPr marL="0" indent="0" algn="just">
              <a:buNone/>
            </a:pPr>
            <a:r>
              <a:rPr lang="fr-FR" dirty="0"/>
              <a:t>Trouver des idées et permettre à un groupe de se mettre d'accord en élaborant une liste de problèmes, questions ou actions classés par ordre de priorité. </a:t>
            </a:r>
          </a:p>
          <a:p>
            <a:pPr marL="0" indent="0" algn="just">
              <a:buNone/>
            </a:pPr>
            <a:r>
              <a:rPr lang="fr-FR" dirty="0"/>
              <a:t>Une variante de cette méthode est d'encourager les participants à proposer des solutions possibles à un problème donné. </a:t>
            </a:r>
          </a:p>
          <a:p>
            <a:pPr marL="0" indent="0" algn="just">
              <a:buNone/>
            </a:pPr>
            <a:r>
              <a:rPr lang="fr-FR" b="1" u="sng" dirty="0"/>
              <a:t>Procédure:</a:t>
            </a:r>
          </a:p>
          <a:p>
            <a:r>
              <a:rPr lang="fr-FR" dirty="0"/>
              <a:t>1. Établissez une liste des problèmes, questions ou actions qui doivent être hiérarchisés. </a:t>
            </a:r>
          </a:p>
          <a:p>
            <a:r>
              <a:rPr lang="fr-FR" dirty="0"/>
              <a:t>2. Chaque participant classe, de manière indépendante, les divers énoncés sur une série de cartes en fonction de ses priorités. </a:t>
            </a:r>
          </a:p>
          <a:p>
            <a:r>
              <a:rPr lang="fr-FR" dirty="0"/>
              <a:t>3. Les cartes sur lesquelles figurent les classements sont ensuite ramassées et le pointage est fait sur la feuille de référence. </a:t>
            </a:r>
          </a:p>
          <a:p>
            <a:r>
              <a:rPr lang="fr-FR" dirty="0"/>
              <a:t>4. Le score total obtenu pour chaque énoncé permettra d'effectuer le classement par ordre d'importance. </a:t>
            </a:r>
          </a:p>
          <a:p>
            <a:pPr marL="0" indent="0" algn="just"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2220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42197"/>
            <a:ext cx="8915400" cy="4369025"/>
          </a:xfrm>
        </p:spPr>
        <p:txBody>
          <a:bodyPr>
            <a:normAutofit/>
          </a:bodyPr>
          <a:lstStyle/>
          <a:p>
            <a:pPr algn="just"/>
            <a:r>
              <a:rPr lang="fr-FR" sz="2400" dirty="0"/>
              <a:t>En utilisant la technique des groupes nominaux, déterminez et classez les 5 principaux problèmes rencontrés par les nouveaux bacheliers à l’entrée à l’école des hautes études commerciales.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275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8209" y="287795"/>
            <a:ext cx="8911687" cy="999974"/>
          </a:xfrm>
        </p:spPr>
        <p:txBody>
          <a:bodyPr/>
          <a:lstStyle/>
          <a:p>
            <a:r>
              <a:rPr lang="fr-FR" dirty="0"/>
              <a:t>Les phases du projet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pPr/>
              <a:t>13</a:t>
            </a:fld>
            <a:endParaRPr lang="fr-FR"/>
          </a:p>
        </p:txBody>
      </p:sp>
      <p:graphicFrame>
        <p:nvGraphicFramePr>
          <p:cNvPr id="7" name="Diagramme 6"/>
          <p:cNvGraphicFramePr/>
          <p:nvPr/>
        </p:nvGraphicFramePr>
        <p:xfrm>
          <a:off x="2031999" y="1152908"/>
          <a:ext cx="9159165" cy="49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0943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Identification et formulation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5267836"/>
              </p:ext>
            </p:extLst>
          </p:nvPr>
        </p:nvGraphicFramePr>
        <p:xfrm>
          <a:off x="3125337" y="2133600"/>
          <a:ext cx="8379276" cy="3107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8969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Techniques de filtrage des idées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6349170"/>
              </p:ext>
            </p:extLst>
          </p:nvPr>
        </p:nvGraphicFramePr>
        <p:xfrm>
          <a:off x="1692321" y="1746912"/>
          <a:ext cx="9812292" cy="4653888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4906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6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5863">
                <a:tc>
                  <a:txBody>
                    <a:bodyPr/>
                    <a:lstStyle/>
                    <a:p>
                      <a:pPr algn="ctr"/>
                      <a:r>
                        <a:rPr lang="fr-FR" sz="2000" u="sng" dirty="0"/>
                        <a:t>Méthodes de pré-sélection:</a:t>
                      </a:r>
                    </a:p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dirty="0"/>
                        <a:t>l’élimination des idées projet jugées non pertinentes par l’organisation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u="sng" dirty="0"/>
                        <a:t>Méthodes de priorisation:</a:t>
                      </a:r>
                    </a:p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dirty="0"/>
                        <a:t>les idées de projet retenues ne bénéficient pas de la même importance</a:t>
                      </a:r>
                    </a:p>
                    <a:p>
                      <a:pPr algn="ctr"/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8025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Méthode</a:t>
                      </a:r>
                      <a:r>
                        <a:rPr lang="fr-FR" sz="2000" baseline="0" dirty="0"/>
                        <a:t> managériale</a:t>
                      </a:r>
                    </a:p>
                    <a:p>
                      <a:pPr algn="ctr"/>
                      <a:r>
                        <a:rPr lang="fr-FR" sz="2000" baseline="0" dirty="0"/>
                        <a:t>Méthode stratégique</a:t>
                      </a:r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Méthodes</a:t>
                      </a:r>
                      <a:r>
                        <a:rPr lang="fr-FR" sz="2000" baseline="0" dirty="0"/>
                        <a:t> analytiques</a:t>
                      </a:r>
                    </a:p>
                    <a:p>
                      <a:pPr algn="ctr"/>
                      <a:r>
                        <a:rPr lang="fr-FR" sz="2000" baseline="0" dirty="0"/>
                        <a:t>Méthodes intuitives</a:t>
                      </a:r>
                      <a:endParaRPr lang="fr-F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2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59030"/>
          </a:xfrm>
        </p:spPr>
        <p:txBody>
          <a:bodyPr/>
          <a:lstStyle/>
          <a:p>
            <a:r>
              <a:rPr lang="fr-FR" u="sng" dirty="0"/>
              <a:t>Techniques de Présélection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3883608"/>
              </p:ext>
            </p:extLst>
          </p:nvPr>
        </p:nvGraphicFramePr>
        <p:xfrm>
          <a:off x="327546" y="1405719"/>
          <a:ext cx="11655188" cy="53226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1398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8209" y="147337"/>
            <a:ext cx="8911687" cy="1280890"/>
          </a:xfrm>
        </p:spPr>
        <p:txBody>
          <a:bodyPr/>
          <a:lstStyle/>
          <a:p>
            <a:pPr algn="ctr"/>
            <a:r>
              <a:rPr lang="fr-FR" u="sng" dirty="0"/>
              <a:t>Techniques de priorisation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9720332"/>
              </p:ext>
            </p:extLst>
          </p:nvPr>
        </p:nvGraphicFramePr>
        <p:xfrm>
          <a:off x="1023582" y="787783"/>
          <a:ext cx="10959151" cy="5872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7055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788"/>
            <a:ext cx="8915400" cy="4314434"/>
          </a:xfrm>
        </p:spPr>
        <p:txBody>
          <a:bodyPr>
            <a:normAutofit/>
          </a:bodyPr>
          <a:lstStyle/>
          <a:p>
            <a:r>
              <a:rPr lang="fr-FR" sz="2400" dirty="0"/>
              <a:t>Choisissez le projet que vous voulez entreprendre, en utilisant une des deux techniques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8944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Analyse et évaluation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951630" y="1905000"/>
            <a:ext cx="9552982" cy="4006222"/>
          </a:xfrm>
        </p:spPr>
        <p:txBody>
          <a:bodyPr/>
          <a:lstStyle/>
          <a:p>
            <a:pPr marL="0" indent="0" algn="just">
              <a:buNone/>
            </a:pPr>
            <a:r>
              <a:rPr lang="fr-FR" sz="2400" dirty="0"/>
              <a:t>Les études de faisabilité permettent aux décideurs</a:t>
            </a:r>
          </a:p>
          <a:p>
            <a:pPr algn="just"/>
            <a:r>
              <a:rPr lang="fr-FR" sz="2400" dirty="0"/>
              <a:t>D’analyser en profondeur les composantes du projet</a:t>
            </a:r>
          </a:p>
          <a:p>
            <a:pPr algn="just"/>
            <a:r>
              <a:rPr lang="fr-FR" sz="2400" dirty="0"/>
              <a:t>D’identifier et d’analyser les risques liés au projet</a:t>
            </a:r>
          </a:p>
          <a:p>
            <a:pPr algn="just"/>
            <a:r>
              <a:rPr lang="fr-FR" sz="2400" dirty="0"/>
              <a:t>D’identifier et de pré-évaluer les impacts du projet </a:t>
            </a:r>
          </a:p>
          <a:p>
            <a:pPr algn="just"/>
            <a:r>
              <a:rPr lang="fr-FR" sz="2400" dirty="0"/>
              <a:t>D’arrêter la décision quant à la réalisation ou non du projet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8244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69493" y="787782"/>
            <a:ext cx="9935119" cy="5613018"/>
          </a:xfrm>
        </p:spPr>
        <p:txBody>
          <a:bodyPr>
            <a:normAutofit/>
          </a:bodyPr>
          <a:lstStyle/>
          <a:p>
            <a:pPr marL="990600" lvl="1" indent="-533400">
              <a:spcBef>
                <a:spcPct val="100000"/>
              </a:spcBef>
            </a:pPr>
            <a:r>
              <a:rPr lang="fr-CA" sz="2400" dirty="0"/>
              <a:t>Les analyses primaires : </a:t>
            </a:r>
            <a:r>
              <a:rPr lang="fr-CA" sz="2400" dirty="0">
                <a:solidFill>
                  <a:srgbClr val="22259C"/>
                </a:solidFill>
              </a:rPr>
              <a:t>Peut-on le faire ?</a:t>
            </a:r>
            <a:r>
              <a:rPr lang="fr-CA" sz="2400" dirty="0"/>
              <a:t> </a:t>
            </a:r>
          </a:p>
          <a:p>
            <a:pPr marL="1371600" lvl="2" indent="-457200">
              <a:spcBef>
                <a:spcPct val="55000"/>
              </a:spcBef>
              <a:buClr>
                <a:srgbClr val="22259C"/>
              </a:buClr>
              <a:buFont typeface="Wingdings" pitchFamily="2" charset="2"/>
              <a:buChar char="ü"/>
            </a:pPr>
            <a:r>
              <a:rPr lang="fr-CA" sz="1800" dirty="0"/>
              <a:t>Analyses technologiques et techniques : pour un devis technique </a:t>
            </a:r>
          </a:p>
          <a:p>
            <a:pPr marL="1371600" lvl="2" indent="-457200">
              <a:spcBef>
                <a:spcPct val="55000"/>
              </a:spcBef>
              <a:buClr>
                <a:srgbClr val="22259C"/>
              </a:buClr>
              <a:buFont typeface="Wingdings" pitchFamily="2" charset="2"/>
              <a:buChar char="ü"/>
            </a:pPr>
            <a:r>
              <a:rPr lang="fr-CA" sz="1800" dirty="0"/>
              <a:t>Analyse marketing : besoins, standards de qualité, quantités, prix, livraison,…</a:t>
            </a:r>
          </a:p>
          <a:p>
            <a:pPr marL="1371600" lvl="2" indent="-457200">
              <a:spcBef>
                <a:spcPct val="55000"/>
              </a:spcBef>
              <a:buClr>
                <a:srgbClr val="22259C"/>
              </a:buClr>
              <a:buFont typeface="Wingdings" pitchFamily="2" charset="2"/>
              <a:buChar char="ü"/>
            </a:pPr>
            <a:r>
              <a:rPr lang="fr-CA" sz="1800" dirty="0"/>
              <a:t>Analyse organisationnelle : ressources et structures du projet</a:t>
            </a:r>
          </a:p>
          <a:p>
            <a:pPr marL="990600" lvl="1" indent="-533400">
              <a:spcBef>
                <a:spcPct val="200000"/>
              </a:spcBef>
            </a:pPr>
            <a:r>
              <a:rPr lang="fr-CA" sz="2400" dirty="0"/>
              <a:t>Les analyses dérivées : </a:t>
            </a:r>
            <a:r>
              <a:rPr lang="fr-CA" sz="2400" dirty="0">
                <a:solidFill>
                  <a:srgbClr val="22259C"/>
                </a:solidFill>
              </a:rPr>
              <a:t>est ce justifiable ?</a:t>
            </a:r>
          </a:p>
          <a:p>
            <a:pPr marL="1371600" lvl="2" indent="-457200">
              <a:spcBef>
                <a:spcPct val="55000"/>
              </a:spcBef>
              <a:buClr>
                <a:srgbClr val="22259C"/>
              </a:buClr>
              <a:buFont typeface="Wingdings" pitchFamily="2" charset="2"/>
              <a:buChar char="ü"/>
            </a:pPr>
            <a:r>
              <a:rPr lang="fr-CA" sz="1800" dirty="0"/>
              <a:t>Analyses financières : financement, revenus, retour sur investissement…</a:t>
            </a:r>
          </a:p>
          <a:p>
            <a:pPr marL="1371600" lvl="2" indent="-457200">
              <a:spcBef>
                <a:spcPct val="55000"/>
              </a:spcBef>
              <a:buClr>
                <a:srgbClr val="22259C"/>
              </a:buClr>
              <a:buFont typeface="Wingdings" pitchFamily="2" charset="2"/>
              <a:buChar char="ü"/>
            </a:pPr>
            <a:r>
              <a:rPr lang="fr-CA" sz="1800" dirty="0"/>
              <a:t>Analyses économiques, environnementales, socioculturelles et politiques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372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67D18D-B450-406E-A4F8-05A096AF9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L’étude de faisabilité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7B6EDD-8BAD-4A11-B370-4B60C15B2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483" y="1547446"/>
            <a:ext cx="10365129" cy="4363776"/>
          </a:xfrm>
        </p:spPr>
        <p:txBody>
          <a:bodyPr>
            <a:normAutofit/>
          </a:bodyPr>
          <a:lstStyle/>
          <a:p>
            <a:pPr algn="just"/>
            <a:r>
              <a:rPr lang="fr-FR" sz="2400" dirty="0"/>
              <a:t>L’étude de faisabilité est un document descriptif abordant les aspects techniques, qualité, financiers et calendaires d’un projet. Il doit permettre à toutes les personnes concernées d’appréhender les objectifs et les enjeux du projet et de statuer sur sa validation finale.</a:t>
            </a:r>
          </a:p>
          <a:p>
            <a:pPr algn="just"/>
            <a:endParaRPr lang="fr-FR" sz="2400" dirty="0"/>
          </a:p>
          <a:p>
            <a:pPr algn="just"/>
            <a:r>
              <a:rPr lang="fr-FR" sz="2400" dirty="0"/>
              <a:t>Un dossier de faisabilité doit être établi, quelle que soit la nature d’un projet : développement d’un nouveau produit, service ou prestation, nouveau projet technique de construction, etc.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D2AD13-93E7-4F33-9E55-37F64C8C4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3004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604278-11DA-47D3-93DF-A14771D4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Etape 1 : Analyse des besoins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BA79EC-9B1A-4BC5-AFD3-B4BBB3DCA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579" y="1491175"/>
            <a:ext cx="10193033" cy="442004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Par exemple, le cas le plus « simple » est la création d’une entreprise. Il faut un local, éventuellement du personnel, par conséquent du mobilier, du matériel de bureau, etc. 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Une fois les besoins listés, vous pourrez faire une estimation grossière de l’investissement nécessaire à la réalisation du projet. Cela vous permettra de voir assez rapidement sa faisabilité.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02B004-C055-4211-8E0E-DADB21407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3833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604278-11DA-47D3-93DF-A14771D4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Etape 1 : Analyse des besoins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BA79EC-9B1A-4BC5-AFD3-B4BBB3DCA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9311" y="1491175"/>
            <a:ext cx="9985301" cy="4937760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Les besoins d’ordre immobilier (local, entretien, …),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Les besoins mobiliers (bureaux, matériel de bureau, ordinateurs, …),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Les besoins de compétence (personnel, formation, sous-traitance, …)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Les besoins de production (matériaux, matières premières, marchandises,…)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Les besoins de commercialisation (communication, commercialisation, …)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Les besoins techniques (innovation, prestation, comptabilité, juridique, social, fiscalité, …),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etc.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02B004-C055-4211-8E0E-DADB21407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508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16E46E-DB8C-4FA7-9DF6-CFEEACB01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1004" y="302455"/>
            <a:ext cx="8911687" cy="850452"/>
          </a:xfrm>
        </p:spPr>
        <p:txBody>
          <a:bodyPr/>
          <a:lstStyle/>
          <a:p>
            <a:r>
              <a:rPr lang="fr-FR" dirty="0"/>
              <a:t> Etape 2: Établissez des scénarios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92891C-C127-4CE6-BA32-2F5CFB767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579" y="1152907"/>
            <a:ext cx="10350538" cy="5402638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fr-FR" dirty="0"/>
              <a:t> D’abord établir une matrice SWOT (pour </a:t>
            </a:r>
            <a:r>
              <a:rPr lang="fr-FR" dirty="0" err="1"/>
              <a:t>Strengh</a:t>
            </a:r>
            <a:r>
              <a:rPr lang="fr-FR" dirty="0"/>
              <a:t>, </a:t>
            </a:r>
            <a:r>
              <a:rPr lang="fr-FR" dirty="0" err="1"/>
              <a:t>Weakness</a:t>
            </a:r>
            <a:r>
              <a:rPr lang="fr-FR" dirty="0"/>
              <a:t>, </a:t>
            </a:r>
            <a:r>
              <a:rPr lang="fr-FR" dirty="0" err="1"/>
              <a:t>Opportunities</a:t>
            </a:r>
            <a:r>
              <a:rPr lang="fr-FR" dirty="0"/>
              <a:t> and </a:t>
            </a:r>
            <a:r>
              <a:rPr lang="fr-FR" dirty="0" err="1"/>
              <a:t>Threats</a:t>
            </a:r>
            <a:r>
              <a:rPr lang="fr-FR" dirty="0"/>
              <a:t>). Il s’agit d’un tableau à 4 cases réparties en deux colonnes dans lesquelles vous inscrivez les éléments correspondants :</a:t>
            </a:r>
          </a:p>
          <a:p>
            <a:pPr algn="just">
              <a:lnSpc>
                <a:spcPct val="160000"/>
              </a:lnSpc>
            </a:pPr>
            <a:r>
              <a:rPr lang="fr-FR" dirty="0"/>
              <a:t>    Les forces de votre projet</a:t>
            </a:r>
          </a:p>
          <a:p>
            <a:pPr algn="just">
              <a:lnSpc>
                <a:spcPct val="160000"/>
              </a:lnSpc>
            </a:pPr>
            <a:r>
              <a:rPr lang="fr-FR" dirty="0"/>
              <a:t>    Ses faiblesses</a:t>
            </a:r>
          </a:p>
          <a:p>
            <a:pPr algn="just">
              <a:lnSpc>
                <a:spcPct val="160000"/>
              </a:lnSpc>
            </a:pPr>
            <a:r>
              <a:rPr lang="fr-FR" dirty="0"/>
              <a:t>    Les opportunités en terme de marché</a:t>
            </a:r>
          </a:p>
          <a:p>
            <a:pPr algn="just">
              <a:lnSpc>
                <a:spcPct val="160000"/>
              </a:lnSpc>
            </a:pPr>
            <a:r>
              <a:rPr lang="fr-FR" dirty="0"/>
              <a:t>    Les menaces en terme de marché (elles peuvent concerner la concurrence, la législation, des évolutions technologiques, etc.)</a:t>
            </a:r>
          </a:p>
          <a:p>
            <a:pPr algn="just">
              <a:lnSpc>
                <a:spcPct val="160000"/>
              </a:lnSpc>
            </a:pPr>
            <a:r>
              <a:rPr lang="fr-FR" dirty="0"/>
              <a:t>À partir de cette matrice vous pouvez établir des stratégies de communication, de commercialisation, etc. et les mettre à l’épreuve de différentes possibilités.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32C29D-DF5D-417A-A473-B9DA4483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16791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F00060-AF49-4064-B74E-0477B371F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14C4F0-6B30-4D63-BC14-D9A7B6C2B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20837"/>
            <a:ext cx="8915400" cy="4490385"/>
          </a:xfrm>
        </p:spPr>
        <p:txBody>
          <a:bodyPr/>
          <a:lstStyle/>
          <a:p>
            <a:r>
              <a:rPr lang="fr-FR" dirty="0"/>
              <a:t>Faites l’analyse SWOT du projet collectif choisi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F4462C6-F765-46EC-93AD-9B560428C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25</a:t>
            </a:fld>
            <a:endParaRPr lang="fr-FR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D1620671-750D-4714-87A7-60C47823B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920690"/>
              </p:ext>
            </p:extLst>
          </p:nvPr>
        </p:nvGraphicFramePr>
        <p:xfrm>
          <a:off x="2138289" y="2208627"/>
          <a:ext cx="8725096" cy="322853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362548">
                  <a:extLst>
                    <a:ext uri="{9D8B030D-6E8A-4147-A177-3AD203B41FA5}">
                      <a16:colId xmlns:a16="http://schemas.microsoft.com/office/drawing/2014/main" val="322702294"/>
                    </a:ext>
                  </a:extLst>
                </a:gridCol>
                <a:gridCol w="4362548">
                  <a:extLst>
                    <a:ext uri="{9D8B030D-6E8A-4147-A177-3AD203B41FA5}">
                      <a16:colId xmlns:a16="http://schemas.microsoft.com/office/drawing/2014/main" val="1326233442"/>
                    </a:ext>
                  </a:extLst>
                </a:gridCol>
              </a:tblGrid>
              <a:tr h="807134">
                <a:tc>
                  <a:txBody>
                    <a:bodyPr/>
                    <a:lstStyle/>
                    <a:p>
                      <a:r>
                        <a:rPr lang="fr-FR" dirty="0"/>
                        <a:t>Forces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Faiblesses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647358"/>
                  </a:ext>
                </a:extLst>
              </a:tr>
              <a:tr h="807134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693078"/>
                  </a:ext>
                </a:extLst>
              </a:tr>
              <a:tr h="807134">
                <a:tc>
                  <a:txBody>
                    <a:bodyPr/>
                    <a:lstStyle/>
                    <a:p>
                      <a:r>
                        <a:rPr lang="fr-FR" b="1" dirty="0"/>
                        <a:t>Opportunités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Menaces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0896"/>
                  </a:ext>
                </a:extLst>
              </a:tr>
              <a:tr h="80713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059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7687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16E46E-DB8C-4FA7-9DF6-CFEEACB01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1004" y="730867"/>
            <a:ext cx="8911687" cy="850452"/>
          </a:xfrm>
        </p:spPr>
        <p:txBody>
          <a:bodyPr/>
          <a:lstStyle/>
          <a:p>
            <a:r>
              <a:rPr lang="fr-FR" dirty="0"/>
              <a:t> Etape 2: Établissez des scénarios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92891C-C127-4CE6-BA32-2F5CFB767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579" y="1744393"/>
            <a:ext cx="10350538" cy="4811151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fr-FR" sz="2400" dirty="0"/>
              <a:t>Veillez à établir au moins 3 scénarios : un optimiste, un neutre et un pessimiste. </a:t>
            </a:r>
          </a:p>
          <a:p>
            <a:pPr algn="just">
              <a:lnSpc>
                <a:spcPct val="160000"/>
              </a:lnSpc>
            </a:pPr>
            <a:endParaRPr lang="fr-FR" sz="2400" dirty="0"/>
          </a:p>
          <a:p>
            <a:pPr algn="just">
              <a:lnSpc>
                <a:spcPct val="160000"/>
              </a:lnSpc>
            </a:pPr>
            <a:r>
              <a:rPr lang="fr-FR" sz="2400" dirty="0"/>
              <a:t>Idéalement, votre projet doit tenir la route même dans le scénario pessimiste. Si ce n’est pas le cas, reprenez depuis le départ.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32C29D-DF5D-417A-A473-B9DA4483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7046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6BDF08-3261-4E0C-AF1A-81ADBECA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Etape 3 :  Sélectionnez le scénario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B17D23-611B-4564-B9C5-6213D1420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4905" y="1603717"/>
            <a:ext cx="10339753" cy="495182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Il faudra bien se fixer à un moment. Et même si, bien évidemment, vous ne pouvez prédire l’avenir et qu’il y a fort à parier que vos scénarios ne tiendront pas 3 mois face à la réalité, il va bien falloir en choisir un comme fondement de votre stratégie de mise en place de votre projet.</a:t>
            </a:r>
          </a:p>
          <a:p>
            <a:pPr algn="just">
              <a:lnSpc>
                <a:spcPct val="150000"/>
              </a:lnSpc>
            </a:pPr>
            <a:endParaRPr lang="fr-FR" sz="2400" dirty="0"/>
          </a:p>
          <a:p>
            <a:pPr algn="just">
              <a:lnSpc>
                <a:spcPct val="150000"/>
              </a:lnSpc>
            </a:pPr>
            <a:r>
              <a:rPr lang="fr-FR" sz="2400" dirty="0"/>
              <a:t>Mais gardez les autres scénarios en tête : ils pourront vous servir à ajuster votre stratégie au fil du temps.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8AC7E32-AEBF-4BD1-ABC7-BADC768B6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16344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cycle de vie d’un projet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2351812"/>
              </p:ext>
            </p:extLst>
          </p:nvPr>
        </p:nvGraphicFramePr>
        <p:xfrm>
          <a:off x="1311578" y="1569493"/>
          <a:ext cx="10561973" cy="4640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4848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Planification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665027" y="1760561"/>
            <a:ext cx="10153934" cy="44355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000" dirty="0"/>
              <a:t>Généralement pour planifier un projet, la première phase consiste à </a:t>
            </a:r>
            <a:r>
              <a:rPr lang="fr-FR" sz="2000" b="1" dirty="0"/>
              <a:t>le </a:t>
            </a:r>
            <a:r>
              <a:rPr lang="fr-FR" sz="2000" b="1" dirty="0">
                <a:solidFill>
                  <a:schemeClr val="tx1"/>
                </a:solidFill>
              </a:rPr>
              <a:t>découper en plusieurs étapes </a:t>
            </a:r>
            <a:r>
              <a:rPr lang="fr-FR" sz="2000" b="1" dirty="0"/>
              <a:t>(identification de l'ensemble des tâches à réaliser)</a:t>
            </a:r>
            <a:r>
              <a:rPr lang="fr-FR" sz="2000" dirty="0"/>
              <a:t>, d'en</a:t>
            </a:r>
            <a:r>
              <a:rPr lang="fr-FR" sz="2000" b="1" dirty="0"/>
              <a:t> estimer la durée</a:t>
            </a:r>
            <a:r>
              <a:rPr lang="fr-FR" sz="2000" dirty="0"/>
              <a:t>, d'</a:t>
            </a:r>
            <a:r>
              <a:rPr lang="fr-FR" sz="2000" b="1" dirty="0"/>
              <a:t>identifier l'enchaînement des étapes</a:t>
            </a:r>
            <a:r>
              <a:rPr lang="fr-FR" sz="2000" dirty="0"/>
              <a:t> (ordonnancement des tâches), </a:t>
            </a:r>
            <a:r>
              <a:rPr lang="fr-FR" sz="2000" b="1" dirty="0"/>
              <a:t>affecter des ressources</a:t>
            </a:r>
            <a:r>
              <a:rPr lang="fr-FR" sz="2000" dirty="0"/>
              <a:t> (financières et humaines), et enfin </a:t>
            </a:r>
            <a:r>
              <a:rPr lang="fr-FR" sz="2000" b="1" dirty="0"/>
              <a:t>modéliser cette organisation sur un document opérationnel</a:t>
            </a:r>
            <a:r>
              <a:rPr lang="fr-FR" sz="2000" dirty="0"/>
              <a:t> partagé entre tous les acteurs concernés pour optimiser le déroulement et le suivi de la réalisation.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598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624083" y="1152907"/>
            <a:ext cx="10072047" cy="475831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200" dirty="0"/>
              <a:t>Le planning constitué va permettre de réaliser </a:t>
            </a:r>
            <a:r>
              <a:rPr lang="fr-FR" sz="2200" b="1" dirty="0"/>
              <a:t>le suivi de projet </a:t>
            </a:r>
            <a:r>
              <a:rPr lang="fr-FR" sz="2200" dirty="0"/>
              <a:t>durant son déroulement. Il sera ainsi possible </a:t>
            </a:r>
            <a:r>
              <a:rPr lang="fr-FR" sz="2200" b="1" dirty="0"/>
              <a:t>de déterminer si les objectifs fixés sont atteints</a:t>
            </a:r>
            <a:r>
              <a:rPr lang="fr-FR" sz="2200" dirty="0"/>
              <a:t>, de suivre l’avancement au travers d’un tableau de bord de suivi de projet et enfin </a:t>
            </a:r>
            <a:r>
              <a:rPr lang="fr-FR" sz="2200" b="1" dirty="0"/>
              <a:t>de contrôler l’affectation des ressources</a:t>
            </a:r>
            <a:r>
              <a:rPr lang="fr-FR" sz="2200" dirty="0"/>
              <a:t> à la réalisation des différentes tâches.</a:t>
            </a:r>
          </a:p>
          <a:p>
            <a:pPr algn="just">
              <a:lnSpc>
                <a:spcPct val="150000"/>
              </a:lnSpc>
            </a:pPr>
            <a:endParaRPr lang="fr-FR" sz="2200" dirty="0"/>
          </a:p>
          <a:p>
            <a:pPr algn="just">
              <a:lnSpc>
                <a:spcPct val="150000"/>
              </a:lnSpc>
            </a:pPr>
            <a:r>
              <a:rPr lang="fr-FR" sz="2200" dirty="0"/>
              <a:t>Une planification des tâches rigoureuse et réaliste sera donc le garant de l’avancement et de la réussite du projet.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05100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étapes de planification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1235601"/>
              </p:ext>
            </p:extLst>
          </p:nvPr>
        </p:nvGraphicFramePr>
        <p:xfrm>
          <a:off x="1555845" y="1692322"/>
          <a:ext cx="10181230" cy="4203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2031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Le découpage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06221" y="1678675"/>
            <a:ext cx="9498391" cy="4232547"/>
          </a:xfrm>
        </p:spPr>
        <p:txBody>
          <a:bodyPr/>
          <a:lstStyle/>
          <a:p>
            <a:r>
              <a:rPr lang="fr-FR" sz="2400" dirty="0"/>
              <a:t>Ce qui doit être fait (tâches)</a:t>
            </a:r>
          </a:p>
          <a:p>
            <a:r>
              <a:rPr lang="fr-FR" sz="2400" dirty="0"/>
              <a:t>Par qui cela doit être fait (Ressources)</a:t>
            </a:r>
          </a:p>
          <a:p>
            <a:r>
              <a:rPr lang="fr-FR" sz="2400" dirty="0"/>
              <a:t>Comment les résultats (Livrables) doivent être présentés</a:t>
            </a:r>
          </a:p>
          <a:p>
            <a:r>
              <a:rPr lang="fr-FR" sz="2400" dirty="0"/>
              <a:t>Comment les valider (Jalons)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32</a:t>
            </a:fld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1856096" y="4324620"/>
            <a:ext cx="9648516" cy="895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9933"/>
              </a:buClr>
              <a:buFontTx/>
              <a:buChar char="–"/>
            </a:pPr>
            <a:r>
              <a:rPr kumimoji="1" lang="fr-CA" b="1" kern="0" dirty="0">
                <a:solidFill>
                  <a:srgbClr val="333300"/>
                </a:solidFill>
                <a:latin typeface="+mj-lt"/>
              </a:rPr>
              <a:t>Une</a:t>
            </a:r>
            <a:r>
              <a:rPr kumimoji="1" lang="fr-CA" b="1" kern="0" dirty="0">
                <a:solidFill>
                  <a:srgbClr val="22259C"/>
                </a:solidFill>
                <a:latin typeface="+mj-lt"/>
              </a:rPr>
              <a:t> TÂCHE </a:t>
            </a:r>
            <a:r>
              <a:rPr kumimoji="1" lang="fr-CA" b="1" kern="0" dirty="0">
                <a:solidFill>
                  <a:srgbClr val="333300"/>
                </a:solidFill>
                <a:latin typeface="+mj-lt"/>
              </a:rPr>
              <a:t>doit être précisée par un </a:t>
            </a:r>
            <a:r>
              <a:rPr kumimoji="1" lang="fr-CA" b="1" kern="0" dirty="0">
                <a:solidFill>
                  <a:srgbClr val="22259C"/>
                </a:solidFill>
                <a:latin typeface="+mj-lt"/>
              </a:rPr>
              <a:t>VERBE suivi d’un NOM (ex. Tester l’engin)</a:t>
            </a:r>
          </a:p>
          <a:p>
            <a:pPr marL="742950" lvl="1" indent="-2857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9933"/>
              </a:buClr>
              <a:buFontTx/>
              <a:buChar char="–"/>
            </a:pPr>
            <a:r>
              <a:rPr kumimoji="1" lang="fr-CA" b="1" kern="0" dirty="0">
                <a:solidFill>
                  <a:srgbClr val="22259C"/>
                </a:solidFill>
                <a:latin typeface="+mj-lt"/>
              </a:rPr>
              <a:t>Un JALON </a:t>
            </a:r>
            <a:r>
              <a:rPr kumimoji="1" lang="fr-CA" b="1" kern="0" dirty="0">
                <a:solidFill>
                  <a:srgbClr val="333300"/>
                </a:solidFill>
                <a:latin typeface="+mj-lt"/>
              </a:rPr>
              <a:t>doit être précisé par un </a:t>
            </a:r>
            <a:r>
              <a:rPr kumimoji="1" lang="fr-CA" b="1" kern="0" dirty="0">
                <a:solidFill>
                  <a:srgbClr val="22259C"/>
                </a:solidFill>
                <a:latin typeface="+mj-lt"/>
              </a:rPr>
              <a:t>NOM suivi d’un PARTICIPE (ex. Tests d’essais  1 et 2 effectués)</a:t>
            </a:r>
          </a:p>
        </p:txBody>
      </p:sp>
    </p:spTree>
    <p:extLst>
      <p:ext uri="{BB962C8B-B14F-4D97-AF65-F5344CB8AC3E}">
        <p14:creationId xmlns:p14="http://schemas.microsoft.com/office/powerpoint/2010/main" val="14839773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8221591B-5103-4FD3-B728-8206156D5B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1961580"/>
              </p:ext>
            </p:extLst>
          </p:nvPr>
        </p:nvGraphicFramePr>
        <p:xfrm>
          <a:off x="1814732" y="393895"/>
          <a:ext cx="9689881" cy="61194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E269A6-3D86-4160-B749-A0ED84360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69869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69743" y="624110"/>
            <a:ext cx="9634869" cy="1280890"/>
          </a:xfrm>
        </p:spPr>
        <p:txBody>
          <a:bodyPr>
            <a:normAutofit fontScale="90000"/>
          </a:bodyPr>
          <a:lstStyle/>
          <a:p>
            <a:r>
              <a:rPr lang="fr-FR" dirty="0"/>
              <a:t>Sources de données pour décrire les tâches, estimer leurs coûts et durées de réalisation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130722"/>
          </a:xfrm>
        </p:spPr>
        <p:txBody>
          <a:bodyPr>
            <a:normAutofit/>
          </a:bodyPr>
          <a:lstStyle/>
          <a:p>
            <a:r>
              <a:rPr lang="fr-FR" sz="2400" dirty="0"/>
              <a:t>Projets similaires assez récents </a:t>
            </a:r>
          </a:p>
          <a:p>
            <a:r>
              <a:rPr lang="fr-FR" sz="2400" dirty="0"/>
              <a:t>Expérience du personnel spécialisé</a:t>
            </a:r>
          </a:p>
          <a:p>
            <a:r>
              <a:rPr lang="fr-FR" sz="2400" dirty="0"/>
              <a:t>Consultants ou experts dans le domaine</a:t>
            </a:r>
          </a:p>
          <a:p>
            <a:r>
              <a:rPr lang="fr-FR" sz="2400" dirty="0"/>
              <a:t>Devis techniques</a:t>
            </a:r>
          </a:p>
          <a:p>
            <a:r>
              <a:rPr lang="fr-FR" sz="2400" dirty="0"/>
              <a:t>Bases de données spécialisées (ex. BTP)</a:t>
            </a:r>
          </a:p>
          <a:p>
            <a:r>
              <a:rPr lang="fr-FR" sz="2400" dirty="0"/>
              <a:t>Enquêtes </a:t>
            </a:r>
          </a:p>
          <a:p>
            <a:r>
              <a:rPr lang="fr-FR" sz="2400" dirty="0"/>
              <a:t>Presse spécialisée</a:t>
            </a:r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43974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76920B-FA7C-442E-A356-26A2CC45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Conseil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23F1AA-863F-4D0F-ADD9-870FCCBDF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579" y="1519311"/>
            <a:ext cx="10193033" cy="439191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sz="2000" dirty="0"/>
              <a:t>Entrez dans les détails !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000" dirty="0"/>
              <a:t>Les gens sous-estiment systématiquement le temps et les ressources nécessaires à l’exécution des taches car ils ne savent simplement pas tout ce qu’ils ont à faire. Du coup, ils se retrouvent a posteriori avec des tâches beaucoup plus lourdes que ce qu’ils pensaient au départ et le projet perd un temps considérable.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C8D01F-AEF9-4EC9-BC8A-88443869D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16487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83140"/>
            <a:ext cx="8915400" cy="4328082"/>
          </a:xfrm>
        </p:spPr>
        <p:txBody>
          <a:bodyPr>
            <a:normAutofit/>
          </a:bodyPr>
          <a:lstStyle/>
          <a:p>
            <a:r>
              <a:rPr lang="fr-FR" sz="2400" dirty="0"/>
              <a:t>Faites le découpage de votre projet en faisant ressortir les tâches, les ressources, les livrables et les jalons.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0197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3"/>
          <p:cNvSpPr>
            <a:spLocks noChangeArrowheads="1"/>
          </p:cNvSpPr>
          <p:nvPr/>
        </p:nvSpPr>
        <p:spPr bwMode="auto">
          <a:xfrm>
            <a:off x="1637731" y="152400"/>
            <a:ext cx="10181229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>
              <a:defRPr/>
            </a:pPr>
            <a:r>
              <a:rPr lang="fr-CA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Organigramme des Tâches (aussi appelé Structure de Fractionnement des Tâches du projet (SFT) ou </a:t>
            </a:r>
            <a:r>
              <a:rPr lang="fr-CA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Work</a:t>
            </a:r>
            <a:r>
              <a:rPr lang="fr-CA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 Breakdown Structure (WBS))</a:t>
            </a:r>
          </a:p>
        </p:txBody>
      </p:sp>
      <p:sp>
        <p:nvSpPr>
          <p:cNvPr id="94212" name="Text Box 4"/>
          <p:cNvSpPr txBox="1">
            <a:spLocks noChangeArrowheads="1"/>
          </p:cNvSpPr>
          <p:nvPr/>
        </p:nvSpPr>
        <p:spPr bwMode="auto">
          <a:xfrm>
            <a:off x="5791200" y="4876801"/>
            <a:ext cx="685800" cy="109061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267A2E"/>
                </a:solidFill>
              </a:rPr>
              <a:t>Bloc</a:t>
            </a:r>
          </a:p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267A2E"/>
                </a:solidFill>
              </a:rPr>
              <a:t>De</a:t>
            </a:r>
          </a:p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267A2E"/>
                </a:solidFill>
              </a:rPr>
              <a:t>Travail</a:t>
            </a:r>
            <a:r>
              <a:rPr lang="fr-CA" sz="1400" b="1">
                <a:solidFill>
                  <a:srgbClr val="267A2E"/>
                </a:solidFill>
              </a:rPr>
              <a:t> 1.2…</a:t>
            </a:r>
          </a:p>
        </p:txBody>
      </p:sp>
      <p:sp>
        <p:nvSpPr>
          <p:cNvPr id="94213" name="Text Box 5"/>
          <p:cNvSpPr txBox="1">
            <a:spLocks noChangeArrowheads="1"/>
          </p:cNvSpPr>
          <p:nvPr/>
        </p:nvSpPr>
        <p:spPr bwMode="auto">
          <a:xfrm>
            <a:off x="2129051" y="1164104"/>
            <a:ext cx="92668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2000" dirty="0"/>
              <a:t>Principe : subdiviser le projet en </a:t>
            </a:r>
            <a:r>
              <a:rPr lang="fr-CA" sz="2000" b="1" i="1" dirty="0">
                <a:solidFill>
                  <a:srgbClr val="22259C"/>
                </a:solidFill>
              </a:rPr>
              <a:t>lots de tâches</a:t>
            </a:r>
            <a:r>
              <a:rPr lang="fr-CA" sz="2000" dirty="0"/>
              <a:t> d’une façon logique</a:t>
            </a:r>
          </a:p>
        </p:txBody>
      </p:sp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6781800" y="2286000"/>
            <a:ext cx="1752600" cy="36933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CA" b="1">
                <a:effectLst>
                  <a:outerShdw blurRad="38100" dist="38100" dir="2700000" algn="tl">
                    <a:srgbClr val="C0C0C0"/>
                  </a:outerShdw>
                </a:effectLst>
              </a:rPr>
              <a:t>Projet X</a:t>
            </a:r>
          </a:p>
        </p:txBody>
      </p:sp>
      <p:sp>
        <p:nvSpPr>
          <p:cNvPr id="94215" name="Text Box 7"/>
          <p:cNvSpPr txBox="1">
            <a:spLocks noChangeArrowheads="1"/>
          </p:cNvSpPr>
          <p:nvPr/>
        </p:nvSpPr>
        <p:spPr bwMode="auto">
          <a:xfrm>
            <a:off x="5257800" y="2971800"/>
            <a:ext cx="914400" cy="40011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2000" dirty="0">
                <a:solidFill>
                  <a:srgbClr val="FF0000"/>
                </a:solidFill>
              </a:rPr>
              <a:t>Lot 1</a:t>
            </a:r>
          </a:p>
        </p:txBody>
      </p:sp>
      <p:sp>
        <p:nvSpPr>
          <p:cNvPr id="94216" name="Text Box 8"/>
          <p:cNvSpPr txBox="1">
            <a:spLocks noChangeArrowheads="1"/>
          </p:cNvSpPr>
          <p:nvPr/>
        </p:nvSpPr>
        <p:spPr bwMode="auto">
          <a:xfrm>
            <a:off x="7391400" y="2946400"/>
            <a:ext cx="838200" cy="406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2000">
                <a:solidFill>
                  <a:srgbClr val="FF0000"/>
                </a:solidFill>
              </a:rPr>
              <a:t>Lot 2</a:t>
            </a:r>
          </a:p>
        </p:txBody>
      </p:sp>
      <p:sp>
        <p:nvSpPr>
          <p:cNvPr id="94217" name="Text Box 9"/>
          <p:cNvSpPr txBox="1">
            <a:spLocks noChangeArrowheads="1"/>
          </p:cNvSpPr>
          <p:nvPr/>
        </p:nvSpPr>
        <p:spPr bwMode="auto">
          <a:xfrm>
            <a:off x="9372600" y="2971800"/>
            <a:ext cx="838200" cy="406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2000">
                <a:solidFill>
                  <a:srgbClr val="FF0000"/>
                </a:solidFill>
              </a:rPr>
              <a:t>Lot N</a:t>
            </a:r>
          </a:p>
        </p:txBody>
      </p:sp>
      <p:sp>
        <p:nvSpPr>
          <p:cNvPr id="94218" name="Text Box 10"/>
          <p:cNvSpPr txBox="1">
            <a:spLocks noChangeArrowheads="1"/>
          </p:cNvSpPr>
          <p:nvPr/>
        </p:nvSpPr>
        <p:spPr bwMode="auto">
          <a:xfrm>
            <a:off x="4838701" y="3657600"/>
            <a:ext cx="876299" cy="59055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600" dirty="0">
                <a:solidFill>
                  <a:srgbClr val="22259C"/>
                </a:solidFill>
              </a:rPr>
              <a:t>Tâche 1.1</a:t>
            </a:r>
          </a:p>
        </p:txBody>
      </p:sp>
      <p:sp>
        <p:nvSpPr>
          <p:cNvPr id="94219" name="Text Box 11"/>
          <p:cNvSpPr txBox="1">
            <a:spLocks noChangeArrowheads="1"/>
          </p:cNvSpPr>
          <p:nvPr/>
        </p:nvSpPr>
        <p:spPr bwMode="auto">
          <a:xfrm>
            <a:off x="5791199" y="3657600"/>
            <a:ext cx="838199" cy="59055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600" dirty="0">
                <a:solidFill>
                  <a:srgbClr val="22259C"/>
                </a:solidFill>
              </a:rPr>
              <a:t>Tâche 1.2</a:t>
            </a:r>
          </a:p>
        </p:txBody>
      </p:sp>
      <p:sp>
        <p:nvSpPr>
          <p:cNvPr id="94220" name="Text Box 12"/>
          <p:cNvSpPr txBox="1">
            <a:spLocks noChangeArrowheads="1"/>
          </p:cNvSpPr>
          <p:nvPr/>
        </p:nvSpPr>
        <p:spPr bwMode="auto">
          <a:xfrm>
            <a:off x="6705599" y="3657600"/>
            <a:ext cx="914397" cy="59055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600" dirty="0">
                <a:solidFill>
                  <a:srgbClr val="22259C"/>
                </a:solidFill>
              </a:rPr>
              <a:t>Tâche 2.1</a:t>
            </a:r>
          </a:p>
        </p:txBody>
      </p:sp>
      <p:sp>
        <p:nvSpPr>
          <p:cNvPr id="94221" name="Text Box 13"/>
          <p:cNvSpPr txBox="1">
            <a:spLocks noChangeArrowheads="1"/>
          </p:cNvSpPr>
          <p:nvPr/>
        </p:nvSpPr>
        <p:spPr bwMode="auto">
          <a:xfrm>
            <a:off x="2587388" y="2971800"/>
            <a:ext cx="1603612" cy="40011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fr-CA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Niveau 1</a:t>
            </a:r>
          </a:p>
        </p:txBody>
      </p:sp>
      <p:sp>
        <p:nvSpPr>
          <p:cNvPr id="94222" name="Text Box 14"/>
          <p:cNvSpPr txBox="1">
            <a:spLocks noChangeArrowheads="1"/>
          </p:cNvSpPr>
          <p:nvPr/>
        </p:nvSpPr>
        <p:spPr bwMode="auto">
          <a:xfrm>
            <a:off x="2628902" y="3679686"/>
            <a:ext cx="1447799" cy="40011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CA" sz="2000" b="1" dirty="0">
                <a:solidFill>
                  <a:srgbClr val="22259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Niveau 2</a:t>
            </a:r>
          </a:p>
        </p:txBody>
      </p:sp>
      <p:sp>
        <p:nvSpPr>
          <p:cNvPr id="94223" name="Text Box 15"/>
          <p:cNvSpPr txBox="1">
            <a:spLocks noChangeArrowheads="1"/>
          </p:cNvSpPr>
          <p:nvPr/>
        </p:nvSpPr>
        <p:spPr bwMode="auto">
          <a:xfrm>
            <a:off x="2705101" y="4895851"/>
            <a:ext cx="1295400" cy="406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fr-CA" sz="2000" b="1" dirty="0">
                <a:solidFill>
                  <a:srgbClr val="267A2E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Niveau 3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5334000" y="3352800"/>
            <a:ext cx="838200" cy="304800"/>
            <a:chOff x="2400" y="2112"/>
            <a:chExt cx="528" cy="192"/>
          </a:xfrm>
        </p:grpSpPr>
        <p:sp>
          <p:nvSpPr>
            <p:cNvPr id="84016" name="Line 17"/>
            <p:cNvSpPr>
              <a:spLocks noChangeShapeType="1"/>
            </p:cNvSpPr>
            <p:nvPr/>
          </p:nvSpPr>
          <p:spPr bwMode="auto">
            <a:xfrm flipH="1">
              <a:off x="2400" y="2112"/>
              <a:ext cx="192" cy="19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84017" name="Line 18"/>
            <p:cNvSpPr>
              <a:spLocks noChangeShapeType="1"/>
            </p:cNvSpPr>
            <p:nvPr/>
          </p:nvSpPr>
          <p:spPr bwMode="auto">
            <a:xfrm>
              <a:off x="2784" y="2112"/>
              <a:ext cx="144" cy="19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94227" name="Text Box 19"/>
          <p:cNvSpPr txBox="1">
            <a:spLocks noChangeArrowheads="1"/>
          </p:cNvSpPr>
          <p:nvPr/>
        </p:nvSpPr>
        <p:spPr bwMode="auto">
          <a:xfrm>
            <a:off x="7612343" y="3657600"/>
            <a:ext cx="838201" cy="59055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600" dirty="0">
                <a:solidFill>
                  <a:srgbClr val="22259C"/>
                </a:solidFill>
              </a:rPr>
              <a:t>Tâche 2.2</a:t>
            </a:r>
          </a:p>
        </p:txBody>
      </p:sp>
      <p:sp>
        <p:nvSpPr>
          <p:cNvPr id="94228" name="Text Box 20"/>
          <p:cNvSpPr txBox="1">
            <a:spLocks noChangeArrowheads="1"/>
          </p:cNvSpPr>
          <p:nvPr/>
        </p:nvSpPr>
        <p:spPr bwMode="auto">
          <a:xfrm>
            <a:off x="8548357" y="3657600"/>
            <a:ext cx="824240" cy="59055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600">
                <a:solidFill>
                  <a:srgbClr val="22259C"/>
                </a:solidFill>
              </a:rPr>
              <a:t>Tâche 2.3</a:t>
            </a:r>
          </a:p>
        </p:txBody>
      </p: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6934200" y="3352800"/>
            <a:ext cx="1828800" cy="304800"/>
            <a:chOff x="3408" y="2112"/>
            <a:chExt cx="1152" cy="192"/>
          </a:xfrm>
        </p:grpSpPr>
        <p:sp>
          <p:nvSpPr>
            <p:cNvPr id="84013" name="Line 22"/>
            <p:cNvSpPr>
              <a:spLocks noChangeShapeType="1"/>
            </p:cNvSpPr>
            <p:nvPr/>
          </p:nvSpPr>
          <p:spPr bwMode="auto">
            <a:xfrm>
              <a:off x="3984" y="2112"/>
              <a:ext cx="0" cy="19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84014" name="Line 23"/>
            <p:cNvSpPr>
              <a:spLocks noChangeShapeType="1"/>
            </p:cNvSpPr>
            <p:nvPr/>
          </p:nvSpPr>
          <p:spPr bwMode="auto">
            <a:xfrm flipH="1">
              <a:off x="3408" y="2112"/>
              <a:ext cx="288" cy="19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84015" name="Line 24"/>
            <p:cNvSpPr>
              <a:spLocks noChangeShapeType="1"/>
            </p:cNvSpPr>
            <p:nvPr/>
          </p:nvSpPr>
          <p:spPr bwMode="auto">
            <a:xfrm>
              <a:off x="4224" y="2112"/>
              <a:ext cx="336" cy="19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94233" name="Text Box 25"/>
          <p:cNvSpPr txBox="1">
            <a:spLocks noChangeArrowheads="1"/>
          </p:cNvSpPr>
          <p:nvPr/>
        </p:nvSpPr>
        <p:spPr bwMode="auto">
          <a:xfrm>
            <a:off x="4953000" y="4876801"/>
            <a:ext cx="685800" cy="11080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267A2E"/>
                </a:solidFill>
              </a:rPr>
              <a:t>Bloc</a:t>
            </a:r>
          </a:p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267A2E"/>
                </a:solidFill>
              </a:rPr>
              <a:t>De</a:t>
            </a:r>
          </a:p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267A2E"/>
                </a:solidFill>
              </a:rPr>
              <a:t>Travail</a:t>
            </a:r>
          </a:p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267A2E"/>
                </a:solidFill>
              </a:rPr>
              <a:t> 1.1…</a:t>
            </a:r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9753600" y="3429000"/>
            <a:ext cx="609600" cy="304800"/>
            <a:chOff x="5184" y="2160"/>
            <a:chExt cx="384" cy="192"/>
          </a:xfrm>
        </p:grpSpPr>
        <p:sp>
          <p:nvSpPr>
            <p:cNvPr id="84010" name="Line 27"/>
            <p:cNvSpPr>
              <a:spLocks noChangeShapeType="1"/>
            </p:cNvSpPr>
            <p:nvPr/>
          </p:nvSpPr>
          <p:spPr bwMode="auto">
            <a:xfrm>
              <a:off x="5472" y="2160"/>
              <a:ext cx="96" cy="14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84011" name="Line 28"/>
            <p:cNvSpPr>
              <a:spLocks noChangeShapeType="1"/>
            </p:cNvSpPr>
            <p:nvPr/>
          </p:nvSpPr>
          <p:spPr bwMode="auto">
            <a:xfrm>
              <a:off x="5184" y="2160"/>
              <a:ext cx="0" cy="19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84012" name="Line 29"/>
            <p:cNvSpPr>
              <a:spLocks noChangeShapeType="1"/>
            </p:cNvSpPr>
            <p:nvPr/>
          </p:nvSpPr>
          <p:spPr bwMode="auto">
            <a:xfrm>
              <a:off x="5328" y="2160"/>
              <a:ext cx="0" cy="19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94238" name="Text Box 30"/>
          <p:cNvSpPr txBox="1">
            <a:spLocks noChangeArrowheads="1"/>
          </p:cNvSpPr>
          <p:nvPr/>
        </p:nvSpPr>
        <p:spPr bwMode="auto">
          <a:xfrm>
            <a:off x="6705600" y="4895851"/>
            <a:ext cx="685800" cy="109061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267A2E"/>
                </a:solidFill>
              </a:rPr>
              <a:t>Bloc</a:t>
            </a:r>
          </a:p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267A2E"/>
                </a:solidFill>
              </a:rPr>
              <a:t>De</a:t>
            </a:r>
          </a:p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267A2E"/>
                </a:solidFill>
              </a:rPr>
              <a:t>Travail</a:t>
            </a:r>
            <a:r>
              <a:rPr lang="fr-CA" sz="1400" b="1">
                <a:solidFill>
                  <a:srgbClr val="267A2E"/>
                </a:solidFill>
              </a:rPr>
              <a:t> 2.1…</a:t>
            </a:r>
          </a:p>
        </p:txBody>
      </p:sp>
      <p:sp>
        <p:nvSpPr>
          <p:cNvPr id="94239" name="Text Box 31"/>
          <p:cNvSpPr txBox="1">
            <a:spLocks noChangeArrowheads="1"/>
          </p:cNvSpPr>
          <p:nvPr/>
        </p:nvSpPr>
        <p:spPr bwMode="auto">
          <a:xfrm>
            <a:off x="7543800" y="4895851"/>
            <a:ext cx="685800" cy="109061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267A2E"/>
                </a:solidFill>
              </a:rPr>
              <a:t>Bloc</a:t>
            </a:r>
          </a:p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267A2E"/>
                </a:solidFill>
              </a:rPr>
              <a:t>De</a:t>
            </a:r>
          </a:p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267A2E"/>
                </a:solidFill>
              </a:rPr>
              <a:t>Travail</a:t>
            </a:r>
            <a:r>
              <a:rPr lang="fr-CA" sz="1400" b="1">
                <a:solidFill>
                  <a:srgbClr val="267A2E"/>
                </a:solidFill>
              </a:rPr>
              <a:t> 2.2…</a:t>
            </a:r>
          </a:p>
        </p:txBody>
      </p:sp>
      <p:sp>
        <p:nvSpPr>
          <p:cNvPr id="94240" name="Text Box 32"/>
          <p:cNvSpPr txBox="1">
            <a:spLocks noChangeArrowheads="1"/>
          </p:cNvSpPr>
          <p:nvPr/>
        </p:nvSpPr>
        <p:spPr bwMode="auto">
          <a:xfrm>
            <a:off x="8458200" y="4895851"/>
            <a:ext cx="685800" cy="109061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267A2E"/>
                </a:solidFill>
              </a:rPr>
              <a:t>Bloc</a:t>
            </a:r>
          </a:p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267A2E"/>
                </a:solidFill>
              </a:rPr>
              <a:t>De</a:t>
            </a:r>
          </a:p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267A2E"/>
                </a:solidFill>
              </a:rPr>
              <a:t>Travail</a:t>
            </a:r>
            <a:r>
              <a:rPr lang="fr-CA" sz="1400" b="1">
                <a:solidFill>
                  <a:srgbClr val="267A2E"/>
                </a:solidFill>
              </a:rPr>
              <a:t> 2.3…</a:t>
            </a:r>
          </a:p>
        </p:txBody>
      </p:sp>
      <p:sp>
        <p:nvSpPr>
          <p:cNvPr id="94241" name="Text Box 33"/>
          <p:cNvSpPr txBox="1">
            <a:spLocks noChangeArrowheads="1"/>
          </p:cNvSpPr>
          <p:nvPr/>
        </p:nvSpPr>
        <p:spPr bwMode="auto">
          <a:xfrm>
            <a:off x="9753600" y="4895851"/>
            <a:ext cx="685800" cy="109061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267A2E"/>
                </a:solidFill>
              </a:rPr>
              <a:t>Bloc</a:t>
            </a:r>
          </a:p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267A2E"/>
                </a:solidFill>
              </a:rPr>
              <a:t>De</a:t>
            </a:r>
          </a:p>
          <a:p>
            <a:pPr algn="ctr">
              <a:spcBef>
                <a:spcPct val="50000"/>
              </a:spcBef>
            </a:pPr>
            <a:r>
              <a:rPr lang="fr-CA" sz="1200" b="1">
                <a:solidFill>
                  <a:srgbClr val="267A2E"/>
                </a:solidFill>
              </a:rPr>
              <a:t>Travail</a:t>
            </a:r>
            <a:r>
              <a:rPr lang="fr-CA" sz="1400" b="1">
                <a:solidFill>
                  <a:srgbClr val="267A2E"/>
                </a:solidFill>
              </a:rPr>
              <a:t> …</a:t>
            </a:r>
          </a:p>
        </p:txBody>
      </p: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5867400" y="2743200"/>
            <a:ext cx="3962400" cy="228600"/>
            <a:chOff x="2736" y="1728"/>
            <a:chExt cx="2496" cy="144"/>
          </a:xfrm>
        </p:grpSpPr>
        <p:sp>
          <p:nvSpPr>
            <p:cNvPr id="84007" name="Line 35"/>
            <p:cNvSpPr>
              <a:spLocks noChangeShapeType="1"/>
            </p:cNvSpPr>
            <p:nvPr/>
          </p:nvSpPr>
          <p:spPr bwMode="auto">
            <a:xfrm flipH="1">
              <a:off x="2736" y="1728"/>
              <a:ext cx="576" cy="14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84008" name="Line 36"/>
            <p:cNvSpPr>
              <a:spLocks noChangeShapeType="1"/>
            </p:cNvSpPr>
            <p:nvPr/>
          </p:nvSpPr>
          <p:spPr bwMode="auto">
            <a:xfrm>
              <a:off x="4416" y="1728"/>
              <a:ext cx="816" cy="14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84009" name="Line 37"/>
            <p:cNvSpPr>
              <a:spLocks noChangeShapeType="1"/>
            </p:cNvSpPr>
            <p:nvPr/>
          </p:nvSpPr>
          <p:spPr bwMode="auto">
            <a:xfrm>
              <a:off x="3888" y="1728"/>
              <a:ext cx="0" cy="14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94246" name="Text Box 38"/>
          <p:cNvSpPr txBox="1">
            <a:spLocks noChangeArrowheads="1"/>
          </p:cNvSpPr>
          <p:nvPr/>
        </p:nvSpPr>
        <p:spPr bwMode="auto">
          <a:xfrm>
            <a:off x="9677400" y="3733800"/>
            <a:ext cx="838200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/>
              <a:t>etc…</a:t>
            </a:r>
          </a:p>
        </p:txBody>
      </p:sp>
      <p:sp>
        <p:nvSpPr>
          <p:cNvPr id="94247" name="Text Box 39"/>
          <p:cNvSpPr txBox="1">
            <a:spLocks noChangeArrowheads="1"/>
          </p:cNvSpPr>
          <p:nvPr/>
        </p:nvSpPr>
        <p:spPr bwMode="auto">
          <a:xfrm>
            <a:off x="2587388" y="2304618"/>
            <a:ext cx="1679812" cy="40011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fr-CA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Niveau 0</a:t>
            </a:r>
          </a:p>
        </p:txBody>
      </p:sp>
      <p:grpSp>
        <p:nvGrpSpPr>
          <p:cNvPr id="6" name="Group 40"/>
          <p:cNvGrpSpPr>
            <a:grpSpLocks/>
          </p:cNvGrpSpPr>
          <p:nvPr/>
        </p:nvGrpSpPr>
        <p:grpSpPr bwMode="auto">
          <a:xfrm>
            <a:off x="5257800" y="4191000"/>
            <a:ext cx="4800600" cy="685800"/>
            <a:chOff x="2352" y="2640"/>
            <a:chExt cx="3024" cy="432"/>
          </a:xfrm>
        </p:grpSpPr>
        <p:sp>
          <p:nvSpPr>
            <p:cNvPr id="83999" name="Line 41"/>
            <p:cNvSpPr>
              <a:spLocks noChangeShapeType="1"/>
            </p:cNvSpPr>
            <p:nvPr/>
          </p:nvSpPr>
          <p:spPr bwMode="auto">
            <a:xfrm>
              <a:off x="2352" y="2688"/>
              <a:ext cx="0" cy="38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84000" name="Line 42"/>
            <p:cNvSpPr>
              <a:spLocks noChangeShapeType="1"/>
            </p:cNvSpPr>
            <p:nvPr/>
          </p:nvSpPr>
          <p:spPr bwMode="auto">
            <a:xfrm>
              <a:off x="2880" y="2688"/>
              <a:ext cx="0" cy="38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84001" name="Line 43"/>
            <p:cNvSpPr>
              <a:spLocks noChangeShapeType="1"/>
            </p:cNvSpPr>
            <p:nvPr/>
          </p:nvSpPr>
          <p:spPr bwMode="auto">
            <a:xfrm>
              <a:off x="3456" y="2688"/>
              <a:ext cx="0" cy="38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84002" name="Line 44"/>
            <p:cNvSpPr>
              <a:spLocks noChangeShapeType="1"/>
            </p:cNvSpPr>
            <p:nvPr/>
          </p:nvSpPr>
          <p:spPr bwMode="auto">
            <a:xfrm>
              <a:off x="3984" y="2688"/>
              <a:ext cx="0" cy="38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84003" name="Line 45"/>
            <p:cNvSpPr>
              <a:spLocks noChangeShapeType="1"/>
            </p:cNvSpPr>
            <p:nvPr/>
          </p:nvSpPr>
          <p:spPr bwMode="auto">
            <a:xfrm>
              <a:off x="4560" y="2688"/>
              <a:ext cx="0" cy="38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84004" name="Line 46"/>
            <p:cNvSpPr>
              <a:spLocks noChangeShapeType="1"/>
            </p:cNvSpPr>
            <p:nvPr/>
          </p:nvSpPr>
          <p:spPr bwMode="auto">
            <a:xfrm>
              <a:off x="5184" y="2640"/>
              <a:ext cx="0" cy="38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84005" name="Line 47"/>
            <p:cNvSpPr>
              <a:spLocks noChangeShapeType="1"/>
            </p:cNvSpPr>
            <p:nvPr/>
          </p:nvSpPr>
          <p:spPr bwMode="auto">
            <a:xfrm>
              <a:off x="5280" y="2640"/>
              <a:ext cx="0" cy="38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84006" name="Line 48"/>
            <p:cNvSpPr>
              <a:spLocks noChangeShapeType="1"/>
            </p:cNvSpPr>
            <p:nvPr/>
          </p:nvSpPr>
          <p:spPr bwMode="auto">
            <a:xfrm>
              <a:off x="5376" y="2640"/>
              <a:ext cx="0" cy="38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8D22D-4671-4607-98DC-1E05BB144CC2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4428173"/>
      </p:ext>
    </p:extLst>
  </p:cSld>
  <p:clrMapOvr>
    <a:masterClrMapping/>
  </p:clrMapOvr>
  <p:transition>
    <p:blinds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L’ordonnancement des tâches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96788"/>
            <a:ext cx="8915400" cy="431443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/>
              <a:t>L’ordonnancement est l'élaboration d’un plan d’action permettant de déterminer les séquencements ou au contraire les parallélismes possibles entre l’exécution des tâches précédemment identifiées.</a:t>
            </a:r>
          </a:p>
          <a:p>
            <a:pPr algn="just">
              <a:lnSpc>
                <a:spcPct val="150000"/>
              </a:lnSpc>
            </a:pPr>
            <a:endParaRPr lang="fr-FR" dirty="0"/>
          </a:p>
          <a:p>
            <a:pPr algn="just">
              <a:lnSpc>
                <a:spcPct val="150000"/>
              </a:lnSpc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38</a:t>
            </a:fld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2811440" y="3754005"/>
            <a:ext cx="9103056" cy="1338828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lnSpc>
                <a:spcPct val="90000"/>
              </a:lnSpc>
            </a:pPr>
            <a:r>
              <a:rPr lang="fr-CA" dirty="0">
                <a:latin typeface="+mj-lt"/>
              </a:rPr>
              <a:t>Lien</a:t>
            </a:r>
            <a:r>
              <a:rPr lang="fr-CA" i="1" dirty="0">
                <a:latin typeface="+mj-lt"/>
              </a:rPr>
              <a:t> </a:t>
            </a:r>
            <a:r>
              <a:rPr lang="fr-CA" i="1" dirty="0">
                <a:solidFill>
                  <a:srgbClr val="22259C"/>
                </a:solidFill>
                <a:latin typeface="+mj-lt"/>
              </a:rPr>
              <a:t>Fin-Début</a:t>
            </a:r>
            <a:r>
              <a:rPr lang="fr-CA" i="1" dirty="0">
                <a:latin typeface="+mj-lt"/>
              </a:rPr>
              <a:t> (FD)</a:t>
            </a:r>
            <a:r>
              <a:rPr lang="fr-CA" dirty="0">
                <a:latin typeface="+mj-lt"/>
              </a:rPr>
              <a:t> : la tâche B ne peut débuter avant la fin de la tâche A</a:t>
            </a:r>
          </a:p>
          <a:p>
            <a:pPr lvl="1">
              <a:lnSpc>
                <a:spcPct val="90000"/>
              </a:lnSpc>
            </a:pPr>
            <a:r>
              <a:rPr lang="fr-CA" i="1" dirty="0">
                <a:latin typeface="+mj-lt"/>
              </a:rPr>
              <a:t>Lien </a:t>
            </a:r>
            <a:r>
              <a:rPr lang="fr-CA" i="1" dirty="0">
                <a:solidFill>
                  <a:srgbClr val="22259C"/>
                </a:solidFill>
                <a:latin typeface="+mj-lt"/>
              </a:rPr>
              <a:t>Début-Début</a:t>
            </a:r>
            <a:r>
              <a:rPr lang="fr-CA" i="1" dirty="0">
                <a:latin typeface="+mj-lt"/>
              </a:rPr>
              <a:t> (DD)</a:t>
            </a:r>
            <a:r>
              <a:rPr lang="fr-CA" dirty="0">
                <a:latin typeface="+mj-lt"/>
              </a:rPr>
              <a:t> : la tâche B ne peut débuter avant le début de la tâche A</a:t>
            </a:r>
          </a:p>
          <a:p>
            <a:pPr lvl="1">
              <a:lnSpc>
                <a:spcPct val="90000"/>
              </a:lnSpc>
            </a:pPr>
            <a:r>
              <a:rPr lang="fr-CA" dirty="0">
                <a:latin typeface="+mj-lt"/>
              </a:rPr>
              <a:t>Lien </a:t>
            </a:r>
            <a:r>
              <a:rPr lang="fr-CA" i="1" dirty="0">
                <a:solidFill>
                  <a:srgbClr val="22259C"/>
                </a:solidFill>
                <a:latin typeface="+mj-lt"/>
              </a:rPr>
              <a:t>Fin-Fin</a:t>
            </a:r>
            <a:r>
              <a:rPr lang="fr-CA" i="1" dirty="0">
                <a:latin typeface="+mj-lt"/>
              </a:rPr>
              <a:t> (FF)</a:t>
            </a:r>
            <a:r>
              <a:rPr lang="fr-CA" dirty="0">
                <a:latin typeface="+mj-lt"/>
              </a:rPr>
              <a:t> : la tâche B ne peut finir avant la fin de la tâche A</a:t>
            </a:r>
          </a:p>
          <a:p>
            <a:pPr lvl="1">
              <a:lnSpc>
                <a:spcPct val="90000"/>
              </a:lnSpc>
            </a:pPr>
            <a:r>
              <a:rPr lang="fr-CA" dirty="0">
                <a:latin typeface="+mj-lt"/>
              </a:rPr>
              <a:t>Lien </a:t>
            </a:r>
            <a:r>
              <a:rPr lang="fr-CA" i="1" dirty="0">
                <a:solidFill>
                  <a:srgbClr val="22259C"/>
                </a:solidFill>
                <a:latin typeface="+mj-lt"/>
              </a:rPr>
              <a:t>Début-Fin</a:t>
            </a:r>
            <a:r>
              <a:rPr lang="fr-CA" i="1" dirty="0">
                <a:latin typeface="+mj-lt"/>
              </a:rPr>
              <a:t> (DF)</a:t>
            </a:r>
            <a:r>
              <a:rPr lang="fr-CA" dirty="0">
                <a:latin typeface="+mj-lt"/>
              </a:rPr>
              <a:t> : La tâche B ne peut finir avant le début de la tâche A</a:t>
            </a:r>
          </a:p>
        </p:txBody>
      </p:sp>
    </p:spTree>
    <p:extLst>
      <p:ext uri="{BB962C8B-B14F-4D97-AF65-F5344CB8AC3E}">
        <p14:creationId xmlns:p14="http://schemas.microsoft.com/office/powerpoint/2010/main" val="31004472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39</a:t>
            </a:fld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007" y="787782"/>
            <a:ext cx="8942812" cy="573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554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77FC76-EECF-48BC-BD39-7A2B4F520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9139" y="1420837"/>
            <a:ext cx="9605474" cy="4490385"/>
          </a:xfrm>
        </p:spPr>
        <p:txBody>
          <a:bodyPr>
            <a:normAutofit/>
          </a:bodyPr>
          <a:lstStyle/>
          <a:p>
            <a:r>
              <a:rPr lang="fr-FR" sz="2400" dirty="0"/>
              <a:t>Un problème d'ordonnancement consiste à organiser dans le temps la réalisation de tâches, compte tenu de contraintes temporelles (délais, contraintes d'enchaînement) et de contraintes portant sur la disponibilité des ressources requises.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2E91C0-D1A3-49C9-B228-878DDF421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40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28458CF-6D7A-49FC-93A3-8D1AB6C53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783" y="3666029"/>
            <a:ext cx="6690360" cy="288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229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4A6651-D890-4FE3-B3CF-D0E0780CD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41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8C21F3F-4011-4DE9-9A69-BAFF3B05B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47" y="1152907"/>
            <a:ext cx="8834510" cy="509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4844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Le planning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8798545"/>
              </p:ext>
            </p:extLst>
          </p:nvPr>
        </p:nvGraphicFramePr>
        <p:xfrm>
          <a:off x="1774209" y="2133600"/>
          <a:ext cx="9730404" cy="3762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38723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329899"/>
            <a:ext cx="8911687" cy="584501"/>
          </a:xfrm>
        </p:spPr>
        <p:txBody>
          <a:bodyPr>
            <a:normAutofit fontScale="90000"/>
          </a:bodyPr>
          <a:lstStyle/>
          <a:p>
            <a:r>
              <a:rPr lang="fr-FR" dirty="0"/>
              <a:t>Gestion des risques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11579" y="1041009"/>
            <a:ext cx="10561553" cy="5598942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60000"/>
              </a:lnSpc>
            </a:pPr>
            <a:r>
              <a:rPr lang="fr-FR" sz="1900" dirty="0"/>
              <a:t>Le </a:t>
            </a:r>
            <a:r>
              <a:rPr lang="fr-FR" sz="1900" i="1" dirty="0"/>
              <a:t>risque </a:t>
            </a:r>
            <a:r>
              <a:rPr lang="fr-FR" sz="1900" dirty="0"/>
              <a:t>est l’éventualité de ne pas fabriquer votre </a:t>
            </a:r>
            <a:r>
              <a:rPr lang="fr-FR" sz="1900" b="1" dirty="0"/>
              <a:t>produit</a:t>
            </a:r>
            <a:r>
              <a:rPr lang="fr-FR" sz="1900" dirty="0"/>
              <a:t>, respecter votre </a:t>
            </a:r>
            <a:r>
              <a:rPr lang="fr-FR" sz="1900" b="1" dirty="0"/>
              <a:t>calendrier</a:t>
            </a:r>
            <a:r>
              <a:rPr lang="fr-FR" sz="1900" dirty="0"/>
              <a:t> ou obtenir les </a:t>
            </a:r>
            <a:r>
              <a:rPr lang="fr-FR" sz="1900" b="1" dirty="0"/>
              <a:t>ressources</a:t>
            </a:r>
            <a:r>
              <a:rPr lang="fr-FR" sz="1900" dirty="0"/>
              <a:t> souhaitées en raison d’un événement imprévu ou à cause de l’absence d’un élément planifié. </a:t>
            </a:r>
          </a:p>
          <a:p>
            <a:pPr algn="just">
              <a:lnSpc>
                <a:spcPct val="160000"/>
              </a:lnSpc>
            </a:pPr>
            <a:endParaRPr lang="fr-FR" sz="1900" dirty="0"/>
          </a:p>
          <a:p>
            <a:pPr marL="0" indent="0" algn="just">
              <a:lnSpc>
                <a:spcPct val="160000"/>
              </a:lnSpc>
              <a:buNone/>
            </a:pPr>
            <a:r>
              <a:rPr lang="fr-FR" sz="1900" dirty="0"/>
              <a:t>Tous les projets présentent leur part de risque car il est impossible de prévoir l’avenir avec certitude. Cependant, l’importance du risque augmente :</a:t>
            </a:r>
          </a:p>
          <a:p>
            <a:pPr algn="just">
              <a:lnSpc>
                <a:spcPct val="160000"/>
              </a:lnSpc>
            </a:pPr>
            <a:r>
              <a:rPr lang="fr-FR" sz="1900" dirty="0"/>
              <a:t>Avec la durée du projet ;</a:t>
            </a:r>
          </a:p>
          <a:p>
            <a:pPr algn="just">
              <a:lnSpc>
                <a:spcPct val="160000"/>
              </a:lnSpc>
            </a:pPr>
            <a:r>
              <a:rPr lang="fr-FR" sz="1900" dirty="0"/>
              <a:t>Plus le délai séparant le démarrage, la préparation du projet et l’exécution des travaux est important ;</a:t>
            </a:r>
          </a:p>
          <a:p>
            <a:pPr algn="just">
              <a:lnSpc>
                <a:spcPct val="160000"/>
              </a:lnSpc>
            </a:pPr>
            <a:r>
              <a:rPr lang="fr-FR" sz="1900" dirty="0"/>
              <a:t>Moins vous, votre organisation ou les membres de votre équipe avez d’expérience dans ce genre de projet ;</a:t>
            </a:r>
          </a:p>
          <a:p>
            <a:pPr algn="just">
              <a:lnSpc>
                <a:spcPct val="160000"/>
              </a:lnSpc>
            </a:pPr>
            <a:r>
              <a:rPr lang="fr-FR" sz="1900" dirty="0"/>
              <a:t>Plus la technologie associée au projet est récente.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61813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Types de risques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2072925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34574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4B2559-4411-48D7-AC21-C770D42E2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Types de risques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B51DDA59-C1DE-483B-82E5-55DA9E862A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3832471"/>
              </p:ext>
            </p:extLst>
          </p:nvPr>
        </p:nvGraphicFramePr>
        <p:xfrm>
          <a:off x="1519311" y="1589649"/>
          <a:ext cx="9985302" cy="4965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614E0D-B78A-474A-AE38-BE8B90E10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14908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risques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7243149"/>
              </p:ext>
            </p:extLst>
          </p:nvPr>
        </p:nvGraphicFramePr>
        <p:xfrm>
          <a:off x="1610435" y="1433016"/>
          <a:ext cx="10467833" cy="4558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267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52B53A-E775-4605-A00D-DC3C8D8E2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29888"/>
            <a:ext cx="8911687" cy="740456"/>
          </a:xfrm>
        </p:spPr>
        <p:txBody>
          <a:bodyPr/>
          <a:lstStyle/>
          <a:p>
            <a:r>
              <a:rPr lang="fr-FR" dirty="0"/>
              <a:t>Solutions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C23481-8427-4425-AD2A-C54754AF5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579" y="1152907"/>
            <a:ext cx="10193033" cy="527602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Plusieurs solutions s’offrent à vous :</a:t>
            </a:r>
          </a:p>
          <a:p>
            <a:pPr algn="just"/>
            <a:endParaRPr lang="fr-FR" sz="2000" dirty="0"/>
          </a:p>
          <a:p>
            <a:pPr algn="just"/>
            <a:r>
              <a:rPr lang="fr-FR" sz="2000" dirty="0"/>
              <a:t>    Vous pouvez accepter le risque. Vous estimez que celui-ci n’est pas assez grave, pas assez important pour modifier le projet ou que le risque qu’il survienne est faible.</a:t>
            </a:r>
          </a:p>
          <a:p>
            <a:pPr algn="just"/>
            <a:r>
              <a:rPr lang="fr-FR" sz="2000" dirty="0"/>
              <a:t>    Modifier le projet dès le départ pour limiter le risque ou l’éviter complètement</a:t>
            </a:r>
          </a:p>
          <a:p>
            <a:pPr algn="just"/>
            <a:r>
              <a:rPr lang="fr-FR" sz="2000" dirty="0"/>
              <a:t>    Construire un plan d’urgence pour les risques les plus forts. Le but est ici de trouver des solutions de remplacement sur les tâches et rôles concernés par le risque.</a:t>
            </a:r>
          </a:p>
          <a:p>
            <a:pPr algn="just"/>
            <a:r>
              <a:rPr lang="fr-FR" sz="2000" dirty="0"/>
              <a:t>    Prendre une assurance… littéralement ou en tout cas certaines garanties !</a:t>
            </a:r>
          </a:p>
          <a:p>
            <a:pPr algn="just"/>
            <a:r>
              <a:rPr lang="fr-FR" sz="2000" dirty="0"/>
              <a:t>    Limiter les risques au fur et à mesure en agissant en même temps que l’avancée du projet</a:t>
            </a:r>
          </a:p>
          <a:p>
            <a:pPr algn="just"/>
            <a:endParaRPr lang="fr-FR" sz="2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891BEC-DD09-4FA3-9EA4-50CE08B41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88677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CEEEA2-AC48-4E3A-8741-51FB171A0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F74EFF-39C5-4AD1-8402-C53F3A28C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2602" y="1641231"/>
            <a:ext cx="8915400" cy="3777622"/>
          </a:xfrm>
        </p:spPr>
        <p:txBody>
          <a:bodyPr>
            <a:normAutofit/>
          </a:bodyPr>
          <a:lstStyle/>
          <a:p>
            <a:r>
              <a:rPr lang="fr-FR" sz="2800" dirty="0"/>
              <a:t>Quels sont les risques inhérents à votre projet collectif?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358EDF-84AE-4B6F-BAFA-639BFDF8E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70722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livrables de la planification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49</a:t>
            </a:fld>
            <a:endParaRPr lang="fr-FR"/>
          </a:p>
        </p:txBody>
      </p:sp>
      <p:graphicFrame>
        <p:nvGraphicFramePr>
          <p:cNvPr id="5" name="Diagramme 4"/>
          <p:cNvGraphicFramePr/>
          <p:nvPr>
            <p:extLst>
              <p:ext uri="{D42A27DB-BD31-4B8C-83A1-F6EECF244321}">
                <p14:modId xmlns:p14="http://schemas.microsoft.com/office/powerpoint/2010/main" val="3333049102"/>
              </p:ext>
            </p:extLst>
          </p:nvPr>
        </p:nvGraphicFramePr>
        <p:xfrm>
          <a:off x="1311579" y="1555844"/>
          <a:ext cx="10466439" cy="5049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41882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budget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1545482"/>
              </p:ext>
            </p:extLst>
          </p:nvPr>
        </p:nvGraphicFramePr>
        <p:xfrm>
          <a:off x="2589213" y="1678675"/>
          <a:ext cx="8915400" cy="4233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47916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coûts directs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624084"/>
            <a:ext cx="8915400" cy="4287138"/>
          </a:xfrm>
        </p:spPr>
        <p:txBody>
          <a:bodyPr>
            <a:normAutofit/>
          </a:bodyPr>
          <a:lstStyle/>
          <a:p>
            <a:endParaRPr lang="fr-FR" sz="2000" dirty="0"/>
          </a:p>
          <a:p>
            <a:r>
              <a:rPr lang="fr-FR" sz="2000" dirty="0"/>
              <a:t>Salaires des membres de votre équipe de projet ;</a:t>
            </a:r>
          </a:p>
          <a:p>
            <a:r>
              <a:rPr lang="fr-FR" sz="2000" dirty="0"/>
              <a:t>Éléments, fournitures et équipement utilisés pour votre projet ;</a:t>
            </a:r>
          </a:p>
          <a:p>
            <a:r>
              <a:rPr lang="fr-FR" sz="2000" dirty="0"/>
              <a:t>Frais de déplacement pour réaliser les travaux dans le cadre de votre projet ;</a:t>
            </a:r>
          </a:p>
          <a:p>
            <a:r>
              <a:rPr lang="fr-FR" sz="2000" dirty="0"/>
              <a:t>Contrats de sous-traitance concernant exclusivement votre projet.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04224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coûts indirects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7017657"/>
              </p:ext>
            </p:extLst>
          </p:nvPr>
        </p:nvGraphicFramePr>
        <p:xfrm>
          <a:off x="1801503" y="1405719"/>
          <a:ext cx="9703110" cy="482817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851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1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9885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Les frais généraux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Les frais de gestion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286">
                <a:tc>
                  <a:txBody>
                    <a:bodyPr/>
                    <a:lstStyle/>
                    <a:p>
                      <a:pPr algn="just"/>
                      <a:r>
                        <a:rPr lang="fr-FR" sz="2000" dirty="0"/>
                        <a:t>Coûts de produits et services liés à votre projet qui sont difficiles à classer et à allouer directement. </a:t>
                      </a:r>
                    </a:p>
                    <a:p>
                      <a:pPr algn="just"/>
                      <a:endParaRPr lang="fr-FR" sz="2000" dirty="0"/>
                    </a:p>
                    <a:p>
                      <a:pPr algn="just"/>
                      <a:r>
                        <a:rPr lang="fr-FR" sz="2000" dirty="0"/>
                        <a:t>Il s’agit par exemple des avantages sociaux, de la location de locaux, de fournitures d’ordre général et des coûts du mobilier, des aménagements et des équipements.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2000" dirty="0"/>
                        <a:t>Dépenses servant au fonctionnement de votre entreprise. </a:t>
                      </a:r>
                    </a:p>
                    <a:p>
                      <a:pPr algn="just"/>
                      <a:endParaRPr lang="fr-FR" sz="2000" dirty="0"/>
                    </a:p>
                    <a:p>
                      <a:pPr algn="just"/>
                      <a:endParaRPr lang="fr-FR" sz="2000" dirty="0"/>
                    </a:p>
                    <a:p>
                      <a:pPr algn="just"/>
                      <a:r>
                        <a:rPr lang="fr-FR" sz="2000" dirty="0"/>
                        <a:t>Il s’agit par exemple des salaires du service juridique, du service financier et de la direction générale, ainsi que des honoraires correspondant à des prestations comptables et juridiques.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98221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8173" y="1433014"/>
            <a:ext cx="10918209" cy="3985147"/>
          </a:xfrm>
        </p:spPr>
        <p:txBody>
          <a:bodyPr>
            <a:normAutofit/>
          </a:bodyPr>
          <a:lstStyle/>
          <a:p>
            <a:pPr algn="just"/>
            <a:r>
              <a:rPr lang="fr-FR" sz="2000" dirty="0">
                <a:solidFill>
                  <a:srgbClr val="000000"/>
                </a:solidFill>
              </a:rPr>
              <a:t>Supposons que vous planifiiez la conception et la création d’une brochure pour votre entreprise. Parmi les coûts directs figurent :</a:t>
            </a:r>
          </a:p>
          <a:p>
            <a:pPr algn="just"/>
            <a:r>
              <a:rPr lang="fr-FR" sz="2000" b="1" dirty="0">
                <a:solidFill>
                  <a:srgbClr val="000000"/>
                </a:solidFill>
              </a:rPr>
              <a:t>La main-d'œuvre : </a:t>
            </a:r>
            <a:r>
              <a:rPr lang="fr-FR" sz="2000" dirty="0">
                <a:solidFill>
                  <a:srgbClr val="000000"/>
                </a:solidFill>
              </a:rPr>
              <a:t>c’est votre salaire et celui des autres membres de l’équipe de projet correspondant aux heures passées sur la brochure ;</a:t>
            </a:r>
          </a:p>
          <a:p>
            <a:pPr algn="just"/>
            <a:r>
              <a:rPr lang="fr-FR" sz="2000" b="1" dirty="0">
                <a:solidFill>
                  <a:srgbClr val="000000"/>
                </a:solidFill>
              </a:rPr>
              <a:t>Les matériaux : </a:t>
            </a:r>
            <a:r>
              <a:rPr lang="fr-FR" sz="2000" dirty="0">
                <a:solidFill>
                  <a:srgbClr val="000000"/>
                </a:solidFill>
              </a:rPr>
              <a:t>le papier spécial utilisé pour la brochure ;</a:t>
            </a:r>
          </a:p>
          <a:p>
            <a:pPr algn="just"/>
            <a:r>
              <a:rPr lang="fr-FR" sz="2000" b="1" dirty="0">
                <a:solidFill>
                  <a:srgbClr val="000000"/>
                </a:solidFill>
              </a:rPr>
              <a:t>Les déplacements : </a:t>
            </a:r>
            <a:r>
              <a:rPr lang="fr-FR" sz="2000" dirty="0">
                <a:solidFill>
                  <a:srgbClr val="000000"/>
                </a:solidFill>
              </a:rPr>
              <a:t>ce sont les coûts pour démarcher les sociétés susceptibles de concevoir la couverture de votre brochure ;</a:t>
            </a:r>
          </a:p>
          <a:p>
            <a:pPr algn="just"/>
            <a:r>
              <a:rPr lang="fr-FR" sz="2000" b="1" dirty="0">
                <a:solidFill>
                  <a:srgbClr val="000000"/>
                </a:solidFill>
              </a:rPr>
              <a:t>La sous-traitance : </a:t>
            </a:r>
            <a:r>
              <a:rPr lang="fr-FR" sz="2000" dirty="0">
                <a:solidFill>
                  <a:srgbClr val="000000"/>
                </a:solidFill>
              </a:rPr>
              <a:t>elle regroupe les services de la société extérieure qui se charge de créer le dessin sur la couverture de la brochure.</a:t>
            </a:r>
          </a:p>
          <a:p>
            <a:pPr algn="just"/>
            <a:endParaRPr lang="fr-FR" sz="1600" dirty="0">
              <a:solidFill>
                <a:srgbClr val="000000"/>
              </a:solidFill>
            </a:endParaRPr>
          </a:p>
          <a:p>
            <a:endParaRPr lang="fr-FR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95297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97039" y="1152907"/>
            <a:ext cx="9607573" cy="4758315"/>
          </a:xfrm>
        </p:spPr>
        <p:txBody>
          <a:bodyPr/>
          <a:lstStyle/>
          <a:p>
            <a:pPr lvl="0" algn="just">
              <a:buClr>
                <a:srgbClr val="353535"/>
              </a:buClr>
            </a:pPr>
            <a:r>
              <a:rPr lang="fr-FR" dirty="0">
                <a:solidFill>
                  <a:srgbClr val="000000"/>
                </a:solidFill>
              </a:rPr>
              <a:t>Voici des exemples de coûts indirects :</a:t>
            </a:r>
          </a:p>
          <a:p>
            <a:pPr lvl="0" algn="just">
              <a:buClr>
                <a:srgbClr val="353535"/>
              </a:buClr>
            </a:pPr>
            <a:r>
              <a:rPr lang="fr-FR" b="1" dirty="0">
                <a:solidFill>
                  <a:srgbClr val="000000"/>
                </a:solidFill>
              </a:rPr>
              <a:t>Les avantages sociaux : </a:t>
            </a:r>
            <a:r>
              <a:rPr lang="fr-FR" dirty="0">
                <a:solidFill>
                  <a:srgbClr val="000000"/>
                </a:solidFill>
              </a:rPr>
              <a:t>assurance maladie, congés annuels, mutuelle, plan de retraite des employés, en dehors des salaires, pendant que vous et les autres membres de l’équipe travaillez sur la brochure ;</a:t>
            </a:r>
          </a:p>
          <a:p>
            <a:pPr lvl="0" algn="just">
              <a:buClr>
                <a:srgbClr val="353535"/>
              </a:buClr>
            </a:pPr>
            <a:r>
              <a:rPr lang="fr-FR" b="1" dirty="0">
                <a:solidFill>
                  <a:srgbClr val="000000"/>
                </a:solidFill>
              </a:rPr>
              <a:t>La location : </a:t>
            </a:r>
            <a:r>
              <a:rPr lang="fr-FR" dirty="0">
                <a:solidFill>
                  <a:srgbClr val="000000"/>
                </a:solidFill>
              </a:rPr>
              <a:t>coût des locaux que vous utilisez pour développer la brochure ;</a:t>
            </a:r>
          </a:p>
          <a:p>
            <a:pPr lvl="0" algn="just">
              <a:buClr>
                <a:srgbClr val="353535"/>
              </a:buClr>
            </a:pPr>
            <a:r>
              <a:rPr lang="fr-FR" b="1" dirty="0">
                <a:solidFill>
                  <a:srgbClr val="000000"/>
                </a:solidFill>
              </a:rPr>
              <a:t>L’équipement : </a:t>
            </a:r>
            <a:r>
              <a:rPr lang="fr-FR" dirty="0">
                <a:solidFill>
                  <a:srgbClr val="000000"/>
                </a:solidFill>
              </a:rPr>
              <a:t>ordinateur que vous utilisez pour composer la brochure ;</a:t>
            </a:r>
          </a:p>
          <a:p>
            <a:pPr lvl="0" algn="just">
              <a:buClr>
                <a:srgbClr val="353535"/>
              </a:buClr>
            </a:pPr>
            <a:r>
              <a:rPr lang="fr-FR" b="1" dirty="0">
                <a:solidFill>
                  <a:srgbClr val="000000"/>
                </a:solidFill>
              </a:rPr>
              <a:t>Les salaires de l’encadrement et des agents administratifs : </a:t>
            </a:r>
            <a:r>
              <a:rPr lang="fr-FR" dirty="0">
                <a:solidFill>
                  <a:srgbClr val="000000"/>
                </a:solidFill>
              </a:rPr>
              <a:t>portion des salaires des cadres supérieurs et du personnel exécutant les tâches administratives nécessaires au fonctionnement de votre entreprise.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92523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A7147C-CAF1-4F80-93D6-7B421DF12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A16919-FC7E-44D6-A3BB-02620384C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579" y="1448972"/>
            <a:ext cx="10193033" cy="4462250"/>
          </a:xfrm>
        </p:spPr>
        <p:txBody>
          <a:bodyPr/>
          <a:lstStyle/>
          <a:p>
            <a:r>
              <a:rPr lang="fr-FR" sz="2400" dirty="0"/>
              <a:t>Quels sont les coûts directs et indirects de votre projet collectif?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3F01FF-E6CC-4D86-B441-645AE6B8D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55</a:t>
            </a:fld>
            <a:endParaRPr lang="fr-FR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C9342B42-BC55-4AB4-BF1F-0FC3B43DE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924460"/>
              </p:ext>
            </p:extLst>
          </p:nvPr>
        </p:nvGraphicFramePr>
        <p:xfrm>
          <a:off x="2257083" y="2359022"/>
          <a:ext cx="8659446" cy="255417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329723">
                  <a:extLst>
                    <a:ext uri="{9D8B030D-6E8A-4147-A177-3AD203B41FA5}">
                      <a16:colId xmlns:a16="http://schemas.microsoft.com/office/drawing/2014/main" val="1527033549"/>
                    </a:ext>
                  </a:extLst>
                </a:gridCol>
                <a:gridCol w="4329723">
                  <a:extLst>
                    <a:ext uri="{9D8B030D-6E8A-4147-A177-3AD203B41FA5}">
                      <a16:colId xmlns:a16="http://schemas.microsoft.com/office/drawing/2014/main" val="3341096231"/>
                    </a:ext>
                  </a:extLst>
                </a:gridCol>
              </a:tblGrid>
              <a:tr h="778073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Coûts directs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Coûts indirects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89462"/>
                  </a:ext>
                </a:extLst>
              </a:tr>
              <a:tr h="177610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359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75687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Phases de création du budget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3857975"/>
              </p:ext>
            </p:extLst>
          </p:nvPr>
        </p:nvGraphicFramePr>
        <p:xfrm>
          <a:off x="1064525" y="1528549"/>
          <a:ext cx="10440088" cy="4817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08900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Estimation approximative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11579" y="1719618"/>
            <a:ext cx="10193033" cy="4191604"/>
          </a:xfrm>
        </p:spPr>
        <p:txBody>
          <a:bodyPr>
            <a:normAutofit/>
          </a:bodyPr>
          <a:lstStyle/>
          <a:p>
            <a:r>
              <a:rPr lang="fr-FR" sz="2400" dirty="0">
                <a:solidFill>
                  <a:srgbClr val="000000"/>
                </a:solidFill>
              </a:rPr>
              <a:t>La phase d’estimation approximative génère une estimation initiale des coûts à partir d’une vision globale des travaux. Vous faites cette estimation sans disposer de données détaillées. </a:t>
            </a:r>
          </a:p>
          <a:p>
            <a:endParaRPr lang="fr-FR" sz="2400" dirty="0">
              <a:solidFill>
                <a:srgbClr val="000000"/>
              </a:solidFill>
            </a:endParaRPr>
          </a:p>
          <a:p>
            <a:r>
              <a:rPr lang="fr-FR" sz="2400" dirty="0">
                <a:solidFill>
                  <a:srgbClr val="000000"/>
                </a:solidFill>
              </a:rPr>
              <a:t>Cette estimation traduit parfois ce qu’une personne</a:t>
            </a:r>
            <a:r>
              <a:rPr lang="fr-FR" sz="2400" b="1" dirty="0">
                <a:solidFill>
                  <a:srgbClr val="000000"/>
                </a:solidFill>
              </a:rPr>
              <a:t> </a:t>
            </a:r>
            <a:r>
              <a:rPr lang="fr-FR" sz="2400" b="1" i="1" dirty="0">
                <a:solidFill>
                  <a:srgbClr val="000000"/>
                </a:solidFill>
              </a:rPr>
              <a:t>souhaite </a:t>
            </a:r>
            <a:r>
              <a:rPr lang="fr-FR" sz="2400" dirty="0">
                <a:solidFill>
                  <a:srgbClr val="000000"/>
                </a:solidFill>
              </a:rPr>
              <a:t>dépenser et non ce que le projet va vraiment </a:t>
            </a:r>
            <a:r>
              <a:rPr lang="fr-FR" sz="2400" b="1" i="1" dirty="0">
                <a:solidFill>
                  <a:srgbClr val="000000"/>
                </a:solidFill>
              </a:rPr>
              <a:t>coûter</a:t>
            </a:r>
            <a:r>
              <a:rPr lang="fr-FR" sz="2400" dirty="0">
                <a:solidFill>
                  <a:srgbClr val="000000"/>
                </a:solidFill>
              </a:rPr>
              <a:t>. Vous ne détaillez généralement pas cette estimation jusqu’aux activités de dernier niveau.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57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24909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Estimation détaillée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0964143"/>
              </p:ext>
            </p:extLst>
          </p:nvPr>
        </p:nvGraphicFramePr>
        <p:xfrm>
          <a:off x="1733266" y="2133599"/>
          <a:ext cx="9771347" cy="39805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16464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Attention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152907"/>
            <a:ext cx="8915400" cy="5166006"/>
          </a:xfrm>
        </p:spPr>
        <p:txBody>
          <a:bodyPr/>
          <a:lstStyle/>
          <a:p>
            <a:endParaRPr lang="fr-FR" dirty="0"/>
          </a:p>
          <a:p>
            <a:pPr algn="just"/>
            <a:r>
              <a:rPr lang="fr-FR" b="1" dirty="0"/>
              <a:t>Prêtez bien attention aux éléments suivants, qui requièrent souvent des modifications du budget approuvé :</a:t>
            </a:r>
          </a:p>
          <a:p>
            <a:pPr algn="just"/>
            <a:r>
              <a:rPr lang="fr-FR" dirty="0"/>
              <a:t>Les personnes assignées au projet sont plus ou moins expérimentées que prévu ;</a:t>
            </a:r>
          </a:p>
          <a:p>
            <a:pPr algn="just"/>
            <a:r>
              <a:rPr lang="fr-FR" dirty="0"/>
              <a:t>Les prix des biens et services que vous allez acheter ont augmenté ;</a:t>
            </a:r>
          </a:p>
          <a:p>
            <a:pPr algn="just"/>
            <a:r>
              <a:rPr lang="fr-FR" dirty="0"/>
              <a:t>Certaines ressources non humaines nécessaires ne sont plus disponibles au moment où vous en avez besoin ;</a:t>
            </a:r>
          </a:p>
          <a:p>
            <a:pPr algn="just"/>
            <a:r>
              <a:rPr lang="fr-FR" dirty="0"/>
              <a:t>Vos clients veulent des résultats différents ou supplémentaires par rapport à ceux prévus à l’origine.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59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115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Exécution, suivi &amp; contrôle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69493"/>
            <a:ext cx="8915400" cy="5036023"/>
          </a:xfrm>
        </p:spPr>
        <p:txBody>
          <a:bodyPr/>
          <a:lstStyle/>
          <a:p>
            <a:pPr algn="just"/>
            <a:r>
              <a:rPr lang="fr-FR" dirty="0"/>
              <a:t>vous devez garder en permanence à l’esprit trois données essentielles :</a:t>
            </a:r>
          </a:p>
          <a:p>
            <a:pPr algn="just"/>
            <a:r>
              <a:rPr lang="fr-FR" b="1" dirty="0"/>
              <a:t>L’objectif du projet : </a:t>
            </a:r>
            <a:r>
              <a:rPr lang="fr-FR" dirty="0"/>
              <a:t>vous devez toujours avoir en tête l’objectif initial du projet, c’est sur son exécution que vous serez jugé en tant que chef de projet,</a:t>
            </a:r>
          </a:p>
          <a:p>
            <a:pPr algn="just"/>
            <a:r>
              <a:rPr lang="fr-FR" b="1" dirty="0"/>
              <a:t>L’état actuel du projet : </a:t>
            </a:r>
            <a:r>
              <a:rPr lang="fr-FR" dirty="0"/>
              <a:t>vous devrez être capable à tout instant de dire où en est votre projet : est-il en retard ? en avance ? (c’est plus rare…),</a:t>
            </a:r>
          </a:p>
          <a:p>
            <a:pPr algn="just"/>
            <a:r>
              <a:rPr lang="fr-FR" b="1" dirty="0"/>
              <a:t>Le chemin qui reste à parcourir </a:t>
            </a:r>
            <a:r>
              <a:rPr lang="fr-FR" dirty="0"/>
              <a:t>pour atteindre l’objectif.</a:t>
            </a:r>
          </a:p>
          <a:p>
            <a:pPr algn="just"/>
            <a:endParaRPr lang="fr-FR" dirty="0"/>
          </a:p>
          <a:p>
            <a:pPr marL="0" indent="0" algn="just">
              <a:buNone/>
            </a:pPr>
            <a:r>
              <a:rPr lang="fr-FR" dirty="0"/>
              <a:t>Sachez, avant de vous attaquer à cette phase, que la problématique majeure à ce moment du projet est le décalage entre ce que vous aviez planifié initialement et ce qu’il va se passer, autrement dit, la réalité sera pleine de surprises 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4921E-37F2-449E-9F3E-711B27A54262}" type="slidenum">
              <a:rPr lang="fr-FR" smtClean="0"/>
              <a:t>60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4132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01856" y="150124"/>
            <a:ext cx="8911687" cy="1130765"/>
          </a:xfrm>
        </p:spPr>
        <p:txBody>
          <a:bodyPr/>
          <a:lstStyle/>
          <a:p>
            <a:r>
              <a:rPr lang="fr-FR" dirty="0"/>
              <a:t>Le contrôle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2519106"/>
              </p:ext>
            </p:extLst>
          </p:nvPr>
        </p:nvGraphicFramePr>
        <p:xfrm>
          <a:off x="723331" y="787781"/>
          <a:ext cx="11218460" cy="59269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149675" y="754449"/>
            <a:ext cx="779767" cy="365125"/>
          </a:xfrm>
        </p:spPr>
        <p:txBody>
          <a:bodyPr/>
          <a:lstStyle/>
          <a:p>
            <a:fld id="{04A4921E-37F2-449E-9F3E-711B27A54262}" type="slidenum">
              <a:rPr lang="fr-FR" smtClean="0"/>
              <a:t>61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51814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fin du projet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674055" y="1645920"/>
            <a:ext cx="9830557" cy="4265302"/>
          </a:xfrm>
        </p:spPr>
        <p:txBody>
          <a:bodyPr>
            <a:normAutofit/>
          </a:bodyPr>
          <a:lstStyle/>
          <a:p>
            <a:pPr algn="just"/>
            <a:r>
              <a:rPr lang="fr-FR" sz="2800" dirty="0"/>
              <a:t>Quand peut on dire que le projet est terminé?</a:t>
            </a:r>
          </a:p>
          <a:p>
            <a:pPr algn="just"/>
            <a:endParaRPr lang="fr-FR" sz="2800" dirty="0"/>
          </a:p>
          <a:p>
            <a:pPr algn="just"/>
            <a:r>
              <a:rPr lang="fr-FR" sz="2800" b="1" dirty="0"/>
              <a:t>Réponse : </a:t>
            </a:r>
            <a:r>
              <a:rPr lang="fr-FR" sz="2800" dirty="0"/>
              <a:t>lorsqu’on a atteint le jalon de fin et qu’il n’y a plus rien à faire sur le projet.</a:t>
            </a:r>
          </a:p>
          <a:p>
            <a:pPr algn="just"/>
            <a:endParaRPr lang="fr-FR" sz="2800" dirty="0"/>
          </a:p>
          <a:p>
            <a:pPr algn="just"/>
            <a:r>
              <a:rPr lang="fr-FR" sz="2800" dirty="0"/>
              <a:t>Lorsque TOUTES les tâches inscrites dans l’organigramme des tâches sont terminées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A4921E-37F2-449E-9F3E-711B27A54262}" type="slidenum">
              <a:rPr kumimoji="0" lang="fr-FR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1575582" y="633046"/>
          <a:ext cx="9929031" cy="5767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A4921E-37F2-449E-9F3E-711B27A54262}" type="slidenum">
              <a:rPr kumimoji="0" lang="fr-FR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Retour d’expérience</a:t>
            </a:r>
            <a:br>
              <a:rPr lang="fr-FR" dirty="0"/>
            </a:br>
            <a:r>
              <a:rPr lang="fr-FR" dirty="0"/>
              <a:t>(REX / RETEX)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422032" y="2133599"/>
          <a:ext cx="11769968" cy="42109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A4921E-37F2-449E-9F3E-711B27A54262}" type="slidenum">
              <a:rPr kumimoji="0" lang="fr-FR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Retour d’expérience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70671" y="1631851"/>
            <a:ext cx="10832123" cy="4825219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fr-FR" sz="2400" dirty="0"/>
              <a:t>Il concerne deux aspects distincts</a:t>
            </a:r>
          </a:p>
          <a:p>
            <a:pPr algn="just"/>
            <a:r>
              <a:rPr lang="fr-FR" sz="2400" dirty="0"/>
              <a:t>Le retour d’expérience fait sur </a:t>
            </a:r>
            <a:r>
              <a:rPr lang="fr-FR" sz="2400" b="1" u="sng" dirty="0"/>
              <a:t>le produit ou l’ouvrage objet du projet</a:t>
            </a:r>
            <a:r>
              <a:rPr lang="fr-FR" sz="2400" dirty="0"/>
              <a:t> qui est la responsabilité des métiers ayant conçu et réalisé le produit ou l’ouvrage</a:t>
            </a:r>
          </a:p>
          <a:p>
            <a:pPr algn="just"/>
            <a:r>
              <a:rPr lang="fr-FR" sz="2400" dirty="0"/>
              <a:t>Le retour d’expérience fait sur </a:t>
            </a:r>
            <a:r>
              <a:rPr lang="fr-FR" sz="2400" b="1" u="sng" dirty="0"/>
              <a:t>les méthodes, outils, pratiques de gestion du projet</a:t>
            </a:r>
            <a:r>
              <a:rPr lang="fr-FR" sz="2400" dirty="0"/>
              <a:t> employés durant le projet, c’est-à-dire son management.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sz="2400" dirty="0"/>
              <a:t>« Dans toute chose, le labeur mène à l’expérience et l’expérience mène à l’excellence »</a:t>
            </a:r>
          </a:p>
          <a:p>
            <a:pPr algn="r">
              <a:buNone/>
            </a:pPr>
            <a:r>
              <a:rPr lang="fr-FR" sz="2400" dirty="0"/>
              <a:t>Daniel </a:t>
            </a:r>
            <a:r>
              <a:rPr lang="fr-FR" sz="2400" dirty="0" err="1"/>
              <a:t>Desbiens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A4921E-37F2-449E-9F3E-711B27A54262}" type="slidenum">
              <a:rPr kumimoji="0" lang="fr-FR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Différence bilan fin de projet et retour d’expérience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815925" y="2133599"/>
          <a:ext cx="10688688" cy="428126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44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4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651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Bilan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REX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961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dirty="0"/>
                        <a:t>Il a pour objectif de renseigner la direction de l’entreprise et le client sur les résultats et leurs écarts par rapport à la prévision</a:t>
                      </a:r>
                      <a:r>
                        <a:rPr lang="fr-FR" baseline="0" dirty="0"/>
                        <a:t> initiale.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fr-FR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baseline="0" dirty="0"/>
                        <a:t> (points techniques, administratifs, commerciaux, financiers)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dirty="0"/>
                        <a:t>Il a pour objectif de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fr-FR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dirty="0"/>
                        <a:t>-</a:t>
                      </a:r>
                      <a:r>
                        <a:rPr lang="fr-FR" baseline="0" dirty="0"/>
                        <a:t> R</a:t>
                      </a:r>
                      <a:r>
                        <a:rPr lang="fr-FR" dirty="0"/>
                        <a:t>ecueillir les améliorations  apportées aux méthodes utilisées ou idées d’</a:t>
                      </a:r>
                      <a:r>
                        <a:rPr lang="fr-FR" dirty="0" err="1"/>
                        <a:t>amelioration</a:t>
                      </a:r>
                      <a:r>
                        <a:rPr lang="fr-FR" dirty="0"/>
                        <a:t>;</a:t>
                      </a:r>
                    </a:p>
                    <a:p>
                      <a:pPr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fr-FR" dirty="0"/>
                        <a:t> Identifier les Difficultés et erreurs rencontrées</a:t>
                      </a:r>
                    </a:p>
                    <a:p>
                      <a:pPr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fr-FR" dirty="0"/>
                        <a:t>- Alimenter les bases de données (estimations heures d’études, montages, coûts)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A4921E-37F2-449E-9F3E-711B27A54262}" type="slidenum">
              <a:rPr kumimoji="0" lang="fr-FR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6816</TotalTime>
  <Words>4071</Words>
  <Application>Microsoft Office PowerPoint</Application>
  <PresentationFormat>Grand écran</PresentationFormat>
  <Paragraphs>532</Paragraphs>
  <Slides>66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66</vt:i4>
      </vt:variant>
    </vt:vector>
  </HeadingPairs>
  <TitlesOfParts>
    <vt:vector size="67" baseType="lpstr">
      <vt:lpstr>Brin</vt:lpstr>
      <vt:lpstr>Chapitre 2</vt:lpstr>
      <vt:lpstr>Le cycle de vie d’un projet</vt:lpstr>
      <vt:lpstr>Les phases du projet</vt:lpstr>
      <vt:lpstr>Présentation PowerPoint</vt:lpstr>
      <vt:lpstr>1. L’identification et la formulation</vt:lpstr>
      <vt:lpstr>1. Identification et formulation</vt:lpstr>
      <vt:lpstr>Techniques de génération de nouvelles idées</vt:lpstr>
      <vt:lpstr>Analyse fonctionnelle</vt:lpstr>
      <vt:lpstr>Analyse par attributs</vt:lpstr>
      <vt:lpstr>Le Brainstorming</vt:lpstr>
      <vt:lpstr>Techniques des groupes nominaux</vt:lpstr>
      <vt:lpstr>Exercice</vt:lpstr>
      <vt:lpstr>Les phases du projet</vt:lpstr>
      <vt:lpstr>1. Identification et formulation</vt:lpstr>
      <vt:lpstr>2. Techniques de filtrage des idées</vt:lpstr>
      <vt:lpstr>Techniques de Présélection</vt:lpstr>
      <vt:lpstr>Techniques de priorisation</vt:lpstr>
      <vt:lpstr>Exercice</vt:lpstr>
      <vt:lpstr>2. Analyse et évaluation</vt:lpstr>
      <vt:lpstr>Présentation PowerPoint</vt:lpstr>
      <vt:lpstr>L’étude de faisabilité</vt:lpstr>
      <vt:lpstr>Etape 1 : Analyse des besoins</vt:lpstr>
      <vt:lpstr>Etape 1 : Analyse des besoins</vt:lpstr>
      <vt:lpstr> Etape 2: Établissez des scénarios</vt:lpstr>
      <vt:lpstr>Exercice</vt:lpstr>
      <vt:lpstr> Etape 2: Établissez des scénarios</vt:lpstr>
      <vt:lpstr>Etape 3 :  Sélectionnez le scénario</vt:lpstr>
      <vt:lpstr>Le cycle de vie d’un projet</vt:lpstr>
      <vt:lpstr>La Planification</vt:lpstr>
      <vt:lpstr>Présentation PowerPoint</vt:lpstr>
      <vt:lpstr>Les étapes de planification</vt:lpstr>
      <vt:lpstr>1. Le découpage</vt:lpstr>
      <vt:lpstr>Présentation PowerPoint</vt:lpstr>
      <vt:lpstr>Sources de données pour décrire les tâches, estimer leurs coûts et durées de réalisation </vt:lpstr>
      <vt:lpstr>Conseil </vt:lpstr>
      <vt:lpstr>Exercice</vt:lpstr>
      <vt:lpstr>Présentation PowerPoint</vt:lpstr>
      <vt:lpstr>2. L’ordonnancement des tâches</vt:lpstr>
      <vt:lpstr>Présentation PowerPoint</vt:lpstr>
      <vt:lpstr>Présentation PowerPoint</vt:lpstr>
      <vt:lpstr>Présentation PowerPoint</vt:lpstr>
      <vt:lpstr>3. Le planning</vt:lpstr>
      <vt:lpstr>Gestion des risques</vt:lpstr>
      <vt:lpstr>Types de risques</vt:lpstr>
      <vt:lpstr>Types de risques</vt:lpstr>
      <vt:lpstr>Gestion des risques</vt:lpstr>
      <vt:lpstr>Solutions</vt:lpstr>
      <vt:lpstr>Exercice</vt:lpstr>
      <vt:lpstr>Les livrables de la planification</vt:lpstr>
      <vt:lpstr>Le budget</vt:lpstr>
      <vt:lpstr>Les coûts directs</vt:lpstr>
      <vt:lpstr>Les coûts indirects</vt:lpstr>
      <vt:lpstr>Présentation PowerPoint</vt:lpstr>
      <vt:lpstr>Présentation PowerPoint</vt:lpstr>
      <vt:lpstr>Exercice</vt:lpstr>
      <vt:lpstr>Phases de création du budget</vt:lpstr>
      <vt:lpstr>Estimation approximative</vt:lpstr>
      <vt:lpstr>Estimation détaillée</vt:lpstr>
      <vt:lpstr>Attention</vt:lpstr>
      <vt:lpstr>Exécution, suivi &amp; contrôle</vt:lpstr>
      <vt:lpstr>Le contrôle</vt:lpstr>
      <vt:lpstr>La fin du projet</vt:lpstr>
      <vt:lpstr>Présentation PowerPoint</vt:lpstr>
      <vt:lpstr>Retour d’expérience (REX / RETEX)</vt:lpstr>
      <vt:lpstr>Retour d’expérience</vt:lpstr>
      <vt:lpstr>Différence bilan fin de projet et retour d’expérience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2</dc:title>
  <dc:creator>sarah A</dc:creator>
  <cp:lastModifiedBy>ibtissem Brahiti</cp:lastModifiedBy>
  <cp:revision>82</cp:revision>
  <dcterms:created xsi:type="dcterms:W3CDTF">2019-10-21T12:35:19Z</dcterms:created>
  <dcterms:modified xsi:type="dcterms:W3CDTF">2026-04-16T07:51:14Z</dcterms:modified>
</cp:coreProperties>
</file>